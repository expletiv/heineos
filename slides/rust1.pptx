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1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4.xml" ContentType="application/vnd.openxmlformats-officedocument.presentationml.slide+xml"/>
  <Override PartName="/ppt/slides/slide49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58.xml" ContentType="application/vnd.openxmlformats-officedocument.presentationml.slide+xml"/>
  <Override PartName="/ppt/slides/slide19.xml" ContentType="application/vnd.openxmlformats-officedocument.presentationml.slide+xml"/>
  <Override PartName="/ppt/slides/slide44.xml" ContentType="application/vnd.openxmlformats-officedocument.presentationml.slide+xml"/>
  <Override PartName="/ppt/slides/slide18.xml" ContentType="application/vnd.openxmlformats-officedocument.presentationml.slide+xml"/>
  <Override PartName="/ppt/slides/slide41.xml" ContentType="application/vnd.openxmlformats-officedocument.presentationml.slide+xml"/>
  <Override PartName="/ppt/slides/slide38.xml" ContentType="application/vnd.openxmlformats-officedocument.presentationml.slide+xml"/>
  <Override PartName="/ppt/slides/slide35.xml" ContentType="application/vnd.openxmlformats-officedocument.presentationml.slide+xml"/>
  <Override PartName="/ppt/slides/slide50.xml" ContentType="application/vnd.openxmlformats-officedocument.presentationml.slide+xml"/>
  <Override PartName="/ppt/slides/slide16.xml" ContentType="application/vnd.openxmlformats-officedocument.presentationml.slide+xml"/>
  <Override PartName="/ppt/slides/slide40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45.xml" ContentType="application/vnd.openxmlformats-officedocument.presentationml.slide+xml"/>
  <Override PartName="/ppt/slides/slide52.xml" ContentType="application/vnd.openxmlformats-officedocument.presentationml.slide+xml"/>
  <Override PartName="/ppt/slides/slide14.xml" ContentType="application/vnd.openxmlformats-officedocument.presentationml.slide+xml"/>
  <Override PartName="/ppt/slides/slide5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42.xml" ContentType="application/vnd.openxmlformats-officedocument.presentationml.slide+xml"/>
  <Override PartName="/ppt/slides/slide53.xml" ContentType="application/vnd.openxmlformats-officedocument.presentationml.slide+xml"/>
  <Override PartName="/ppt/slides/slide56.xml" ContentType="application/vnd.openxmlformats-officedocument.presentationml.slide+xml"/>
  <Override PartName="/ppt/slides/slide24.xml" ContentType="application/vnd.openxmlformats-officedocument.presentationml.slide+xml"/>
  <Override PartName="/ppt/slides/slide55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43.xml" ContentType="application/vnd.openxmlformats-officedocument.presentationml.slide+xml"/>
  <Override PartName="/ppt/slides/slide47.xml" ContentType="application/vnd.openxmlformats-officedocument.presentationml.slide+xml"/>
  <Override PartName="/ppt/slides/slide37.xml" ContentType="application/vnd.openxmlformats-officedocument.presentationml.slide+xml"/>
  <Override PartName="/ppt/slides/slide54.xml" ContentType="application/vnd.openxmlformats-officedocument.presentationml.slide+xml"/>
  <Override PartName="/ppt/slides/slide36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48.xml" ContentType="application/vnd.openxmlformats-officedocument.presentationml.slide+xml"/>
  <Override PartName="/ppt/slides/slide39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</p:sldIdLst>
  <p:sldSz cx="9144000" cy="514985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Folie mittels Klicken verschieben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der Notizen mittels Klicken bearbeiten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&lt;Kopfzeile&gt;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PlaceHolder 4"/>
          <p:cNvSpPr>
            <a:spLocks noGrp="1"/>
          </p:cNvSpPr>
          <p:nvPr>
            <p:ph type="dt" idx="5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PlaceHolder 5"/>
          <p:cNvSpPr>
            <a:spLocks noGrp="1"/>
          </p:cNvSpPr>
          <p:nvPr>
            <p:ph type="ftr" idx="5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0" name="PlaceHolder 6"/>
          <p:cNvSpPr>
            <a:spLocks noGrp="1"/>
          </p:cNvSpPr>
          <p:nvPr>
            <p:ph type="sldNum" idx="5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BBD86D8-849E-46ED-A3FF-16A7ABDE34FC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5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7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5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0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5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3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5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6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5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9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5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2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5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5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5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8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5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1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5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4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5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7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5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0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5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3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5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6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5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9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5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2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5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5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5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8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6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1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6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4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6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7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6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0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6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3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6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6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6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9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6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2" name="PlaceHolder 3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6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5" name="PlaceHolder 3"/>
          <p:cNvSpPr>
            <a:spLocks noGrp="1"/>
          </p:cNvSpPr>
          <p:nvPr>
            <p:ph type="sldNum" idx="8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6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8" name="PlaceHolder 3"/>
          <p:cNvSpPr>
            <a:spLocks noGrp="1"/>
          </p:cNvSpPr>
          <p:nvPr>
            <p:ph type="sldNum" idx="8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6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1" name="PlaceHolder 3"/>
          <p:cNvSpPr>
            <a:spLocks noGrp="1"/>
          </p:cNvSpPr>
          <p:nvPr>
            <p:ph type="sldNum" idx="8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6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4" name="PlaceHolder 3"/>
          <p:cNvSpPr>
            <a:spLocks noGrp="1"/>
          </p:cNvSpPr>
          <p:nvPr>
            <p:ph type="sldNum" idx="8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6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7" name="PlaceHolder 3"/>
          <p:cNvSpPr>
            <a:spLocks noGrp="1"/>
          </p:cNvSpPr>
          <p:nvPr>
            <p:ph type="sldNum" idx="9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6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0" name="PlaceHolder 3"/>
          <p:cNvSpPr>
            <a:spLocks noGrp="1"/>
          </p:cNvSpPr>
          <p:nvPr>
            <p:ph type="sldNum" idx="9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6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3" name="PlaceHolder 3"/>
          <p:cNvSpPr>
            <a:spLocks noGrp="1"/>
          </p:cNvSpPr>
          <p:nvPr>
            <p:ph type="sldNum" idx="9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6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6" name="PlaceHolder 3"/>
          <p:cNvSpPr>
            <a:spLocks noGrp="1"/>
          </p:cNvSpPr>
          <p:nvPr>
            <p:ph type="sldNum" idx="9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6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9" name="PlaceHolder 3"/>
          <p:cNvSpPr>
            <a:spLocks noGrp="1"/>
          </p:cNvSpPr>
          <p:nvPr>
            <p:ph type="sldNum" idx="9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6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2" name="PlaceHolder 3"/>
          <p:cNvSpPr>
            <a:spLocks noGrp="1"/>
          </p:cNvSpPr>
          <p:nvPr>
            <p:ph type="sldNum" idx="9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6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5" name="PlaceHolder 3"/>
          <p:cNvSpPr>
            <a:spLocks noGrp="1"/>
          </p:cNvSpPr>
          <p:nvPr>
            <p:ph type="sldNum" idx="9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6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8" name="PlaceHolder 3"/>
          <p:cNvSpPr>
            <a:spLocks noGrp="1"/>
          </p:cNvSpPr>
          <p:nvPr>
            <p:ph type="sldNum" idx="9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6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1" name="PlaceHolder 3"/>
          <p:cNvSpPr>
            <a:spLocks noGrp="1"/>
          </p:cNvSpPr>
          <p:nvPr>
            <p:ph type="sldNum" idx="9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6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4" name="PlaceHolder 3"/>
          <p:cNvSpPr>
            <a:spLocks noGrp="1"/>
          </p:cNvSpPr>
          <p:nvPr>
            <p:ph type="sldNum" idx="9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6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7" name="PlaceHolder 3"/>
          <p:cNvSpPr>
            <a:spLocks noGrp="1"/>
          </p:cNvSpPr>
          <p:nvPr>
            <p:ph type="sldNum" idx="10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6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0" name="PlaceHolder 3"/>
          <p:cNvSpPr>
            <a:spLocks noGrp="1"/>
          </p:cNvSpPr>
          <p:nvPr>
            <p:ph type="sldNum" idx="10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6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3" name="PlaceHolder 3"/>
          <p:cNvSpPr>
            <a:spLocks noGrp="1"/>
          </p:cNvSpPr>
          <p:nvPr>
            <p:ph type="sldNum" idx="10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6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6" name="PlaceHolder 3"/>
          <p:cNvSpPr>
            <a:spLocks noGrp="1"/>
          </p:cNvSpPr>
          <p:nvPr>
            <p:ph type="sldNum" idx="10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6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9" name="PlaceHolder 3"/>
          <p:cNvSpPr>
            <a:spLocks noGrp="1"/>
          </p:cNvSpPr>
          <p:nvPr>
            <p:ph type="sldNum" idx="10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6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2" name="PlaceHolder 3"/>
          <p:cNvSpPr>
            <a:spLocks noGrp="1"/>
          </p:cNvSpPr>
          <p:nvPr>
            <p:ph type="sldNum" idx="10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6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5" name="PlaceHolder 3"/>
          <p:cNvSpPr>
            <a:spLocks noGrp="1"/>
          </p:cNvSpPr>
          <p:nvPr>
            <p:ph type="sldNum" idx="10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6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8" name="PlaceHolder 3"/>
          <p:cNvSpPr>
            <a:spLocks noGrp="1"/>
          </p:cNvSpPr>
          <p:nvPr>
            <p:ph type="sldNum" idx="10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6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1" name="PlaceHolder 3"/>
          <p:cNvSpPr>
            <a:spLocks noGrp="1"/>
          </p:cNvSpPr>
          <p:nvPr>
            <p:ph type="sldNum" idx="10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6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4" name="PlaceHolder 3"/>
          <p:cNvSpPr>
            <a:spLocks noGrp="1"/>
          </p:cNvSpPr>
          <p:nvPr>
            <p:ph type="sldNum" idx="10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6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7" name="PlaceHolder 3"/>
          <p:cNvSpPr>
            <a:spLocks noGrp="1"/>
          </p:cNvSpPr>
          <p:nvPr>
            <p:ph type="sldNum" idx="1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6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0" name="PlaceHolder 3"/>
          <p:cNvSpPr>
            <a:spLocks noGrp="1"/>
          </p:cNvSpPr>
          <p:nvPr>
            <p:ph type="sldNum" idx="1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7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3" name="PlaceHolder 3"/>
          <p:cNvSpPr>
            <a:spLocks noGrp="1"/>
          </p:cNvSpPr>
          <p:nvPr>
            <p:ph type="sldNum" idx="1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7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6" name="PlaceHolder 3"/>
          <p:cNvSpPr>
            <a:spLocks noGrp="1"/>
          </p:cNvSpPr>
          <p:nvPr>
            <p:ph type="sldNum" idx="1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7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9" name="PlaceHolder 3"/>
          <p:cNvSpPr>
            <a:spLocks noGrp="1"/>
          </p:cNvSpPr>
          <p:nvPr>
            <p:ph type="sldNum" idx="1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7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2" name="PlaceHolder 3"/>
          <p:cNvSpPr>
            <a:spLocks noGrp="1"/>
          </p:cNvSpPr>
          <p:nvPr>
            <p:ph type="sldNum" idx="1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PlaceHolder 1"/>
          <p:cNvSpPr>
            <a:spLocks noGrp="1"/>
          </p:cNvSpPr>
          <p:nvPr>
            <p:ph type="sldImg"/>
          </p:nvPr>
        </p:nvSpPr>
        <p:spPr>
          <a:xfrm>
            <a:off x="689040" y="1143000"/>
            <a:ext cx="5479560" cy="3085920"/>
          </a:xfrm>
          <a:prstGeom prst="rect">
            <a:avLst/>
          </a:prstGeom>
          <a:ln w="0">
            <a:noFill/>
          </a:ln>
        </p:spPr>
      </p:sp>
      <p:sp>
        <p:nvSpPr>
          <p:cNvPr id="17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5" name="PlaceHolder 3"/>
          <p:cNvSpPr>
            <a:spLocks noGrp="1"/>
          </p:cNvSpPr>
          <p:nvPr>
            <p:ph type="sldNum" idx="1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7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8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9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9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23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29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3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4" name="Gruppieren 25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35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8" name="Freihandform: Form 26"/>
          <p:cNvSpPr/>
          <p:nvPr/>
        </p:nvSpPr>
        <p:spPr>
          <a:xfrm>
            <a:off x="0" y="1422360"/>
            <a:ext cx="3167640" cy="3492000"/>
          </a:xfrm>
          <a:custGeom>
            <a:avLst/>
            <a:gdLst>
              <a:gd name="textAreaLeft" fmla="*/ 0 w 3167640"/>
              <a:gd name="textAreaRight" fmla="*/ 3168000 w 3167640"/>
              <a:gd name="textAreaTop" fmla="*/ 0 h 3492000"/>
              <a:gd name="textAreaBottom" fmla="*/ 3492360 h 3492000"/>
              <a:gd name="GluePoint1X" fmla="*/ 3773588 w 4271120"/>
              <a:gd name="GluePoint1Y" fmla="*/ 3280579 h 4702819"/>
              <a:gd name="GluePoint2X" fmla="*/ 3717970 w 4271120"/>
              <a:gd name="GluePoint2Y" fmla="*/ 3393838 h 4702819"/>
              <a:gd name="GluePoint3X" fmla="*/ 3755385 w 4271120"/>
              <a:gd name="GluePoint3Y" fmla="*/ 3541480 h 4702819"/>
              <a:gd name="GluePoint4X" fmla="*/ 3742240 w 4271120"/>
              <a:gd name="GluePoint4Y" fmla="*/ 3544514 h 4702819"/>
              <a:gd name="GluePoint5X" fmla="*/ 3594598 w 4271120"/>
              <a:gd name="GluePoint5Y" fmla="*/ 3403951 h 4702819"/>
              <a:gd name="GluePoint6X" fmla="*/ 3773588 w 4271120"/>
              <a:gd name="GluePoint6Y" fmla="*/ 3280579 h 4702819"/>
              <a:gd name="GluePoint7X" fmla="*/ 3937409 w 4271120"/>
              <a:gd name="GluePoint7Y" fmla="*/ 2981250 h 4702819"/>
              <a:gd name="GluePoint8X" fmla="*/ 3833252 w 4271120"/>
              <a:gd name="GluePoint8Y" fmla="*/ 3118780 h 4702819"/>
              <a:gd name="GluePoint9X" fmla="*/ 3480327 w 4271120"/>
              <a:gd name="GluePoint9Y" fmla="*/ 3142039 h 4702819"/>
              <a:gd name="GluePoint10X" fmla="*/ 3488417 w 4271120"/>
              <a:gd name="GluePoint10Y" fmla="*/ 3070240 h 4702819"/>
              <a:gd name="GluePoint11X" fmla="*/ 3802914 w 4271120"/>
              <a:gd name="GluePoint11Y" fmla="*/ 3008554 h 4702819"/>
              <a:gd name="GluePoint12X" fmla="*/ 3937409 w 4271120"/>
              <a:gd name="GluePoint12Y" fmla="*/ 2981250 h 4702819"/>
              <a:gd name="GluePoint13X" fmla="*/ 1530647 w 4271120"/>
              <a:gd name="GluePoint13Y" fmla="*/ 2816671 h 4702819"/>
              <a:gd name="GluePoint14X" fmla="*/ 1538737 w 4271120"/>
              <a:gd name="GluePoint14Y" fmla="*/ 2820463 h 4702819"/>
              <a:gd name="GluePoint15X" fmla="*/ 1944246 w 4271120"/>
              <a:gd name="GluePoint15Y" fmla="*/ 3409008 h 4702819"/>
              <a:gd name="GluePoint16X" fmla="*/ 3606733 w 4271120"/>
              <a:gd name="GluePoint16Y" fmla="*/ 3913618 h 4702819"/>
              <a:gd name="GluePoint17X" fmla="*/ 3607744 w 4271120"/>
              <a:gd name="GluePoint17Y" fmla="*/ 3926765 h 4702819"/>
              <a:gd name="GluePoint18X" fmla="*/ 2423576 w 4271120"/>
              <a:gd name="GluePoint18Y" fmla="*/ 3894405 h 4702819"/>
              <a:gd name="GluePoint19X" fmla="*/ 2077731 w 4271120"/>
              <a:gd name="GluePoint19Y" fmla="*/ 3806426 h 4702819"/>
              <a:gd name="GluePoint20X" fmla="*/ 1525591 w 4271120"/>
              <a:gd name="GluePoint20Y" fmla="*/ 2823496 h 4702819"/>
              <a:gd name="GluePoint21X" fmla="*/ 1530647 w 4271120"/>
              <a:gd name="GluePoint21Y" fmla="*/ 2816671 h 4702819"/>
              <a:gd name="GluePoint22X" fmla="*/ 3996062 w 4271120"/>
              <a:gd name="GluePoint22Y" fmla="*/ 2605067 h 4702819"/>
              <a:gd name="GluePoint23X" fmla="*/ 4271120 w 4271120"/>
              <a:gd name="GluePoint23Y" fmla="*/ 2676866 h 4702819"/>
              <a:gd name="GluePoint24X" fmla="*/ 4008197 w 4271120"/>
              <a:gd name="GluePoint24Y" fmla="*/ 2693046 h 4702819"/>
              <a:gd name="GluePoint25X" fmla="*/ 3829207 w 4271120"/>
              <a:gd name="GluePoint25Y" fmla="*/ 2680911 h 4702819"/>
              <a:gd name="GluePoint26X" fmla="*/ 3670441 w 4271120"/>
              <a:gd name="GluePoint26Y" fmla="*/ 2642484 h 4702819"/>
              <a:gd name="GluePoint27X" fmla="*/ 3996062 w 4271120"/>
              <a:gd name="GluePoint27Y" fmla="*/ 2605067 h 4702819"/>
              <a:gd name="GluePoint28X" fmla="*/ 3443991 w 4271120"/>
              <a:gd name="GluePoint28Y" fmla="*/ 1373753 h 4702819"/>
              <a:gd name="GluePoint29X" fmla="*/ 3808982 w 4271120"/>
              <a:gd name="GluePoint29Y" fmla="*/ 1505845 h 4702819"/>
              <a:gd name="GluePoint30X" fmla="*/ 3766510 w 4271120"/>
              <a:gd name="GluePoint30Y" fmla="*/ 1714160 h 4702819"/>
              <a:gd name="GluePoint31X" fmla="*/ 3673475 w 4271120"/>
              <a:gd name="GluePoint31Y" fmla="*/ 1626182 h 4702819"/>
              <a:gd name="GluePoint32X" fmla="*/ 3503586 w 4271120"/>
              <a:gd name="GluePoint32Y" fmla="*/ 1940680 h 4702819"/>
              <a:gd name="GluePoint33X" fmla="*/ 3349877 w 4271120"/>
              <a:gd name="GluePoint33Y" fmla="*/ 1900230 h 4702819"/>
              <a:gd name="GluePoint34X" fmla="*/ 3263920 w 4271120"/>
              <a:gd name="GluePoint34Y" fmla="*/ 1778881 h 4702819"/>
              <a:gd name="GluePoint35X" fmla="*/ 2886727 w 4271120"/>
              <a:gd name="GluePoint35Y" fmla="*/ 1881016 h 4702819"/>
              <a:gd name="GluePoint36X" fmla="*/ 3400439 w 4271120"/>
              <a:gd name="GluePoint36Y" fmla="*/ 1585733 h 4702819"/>
              <a:gd name="GluePoint37X" fmla="*/ 2921109 w 4271120"/>
              <a:gd name="GluePoint37Y" fmla="*/ 1605957 h 4702819"/>
              <a:gd name="GluePoint38X" fmla="*/ 2913019 w 4271120"/>
              <a:gd name="GluePoint38Y" fmla="*/ 1594835 h 4702819"/>
              <a:gd name="GluePoint39X" fmla="*/ 3443991 w 4271120"/>
              <a:gd name="GluePoint39Y" fmla="*/ 1373753 h 4702819"/>
              <a:gd name="GluePoint40X" fmla="*/ 0 w 4271120"/>
              <a:gd name="GluePoint40Y" fmla="*/ 0 h 4702819"/>
              <a:gd name="GluePoint41X" fmla="*/ 115292 w 4271120"/>
              <a:gd name="GluePoint41Y" fmla="*/ 0 h 4702819"/>
              <a:gd name="GluePoint42X" fmla="*/ 274676 w 4271120"/>
              <a:gd name="GluePoint42Y" fmla="*/ 0 h 4702819"/>
              <a:gd name="GluePoint43X" fmla="*/ 3942724 w 4271120"/>
              <a:gd name="GluePoint43Y" fmla="*/ 0 h 4702819"/>
              <a:gd name="GluePoint44X" fmla="*/ 3939432 w 4271120"/>
              <a:gd name="GluePoint44Y" fmla="*/ 53696 h 4702819"/>
              <a:gd name="GluePoint45X" fmla="*/ 3684598 w 4271120"/>
              <a:gd name="GluePoint45Y" fmla="*/ 334822 h 4702819"/>
              <a:gd name="GluePoint46X" fmla="*/ 3981904 w 4271120"/>
              <a:gd name="GluePoint46Y" fmla="*/ 155833 h 4702819"/>
              <a:gd name="GluePoint47X" fmla="*/ 3993028 w 4271120"/>
              <a:gd name="GluePoint47Y" fmla="*/ 404599 h 4702819"/>
              <a:gd name="GluePoint48X" fmla="*/ 3433810 w 4271120"/>
              <a:gd name="GluePoint48Y" fmla="*/ 635163 h 4702819"/>
              <a:gd name="GluePoint49X" fmla="*/ 2283013 w 4271120"/>
              <a:gd name="GluePoint49Y" fmla="*/ 464262 h 4702819"/>
              <a:gd name="GluePoint50X" fmla="*/ 2284025 w 4271120"/>
              <a:gd name="GluePoint50Y" fmla="*/ 455161 h 4702819"/>
              <a:gd name="GluePoint51X" fmla="*/ 2959536 w 4271120"/>
              <a:gd name="GluePoint51Y" fmla="*/ 115383 h 4702819"/>
              <a:gd name="GluePoint52X" fmla="*/ 2949424 w 4271120"/>
              <a:gd name="GluePoint52Y" fmla="*/ 107293 h 4702819"/>
              <a:gd name="GluePoint53X" fmla="*/ 1789525 w 4271120"/>
              <a:gd name="GluePoint53Y" fmla="*/ 314598 h 4702819"/>
              <a:gd name="GluePoint54X" fmla="*/ 1564018 w 4271120"/>
              <a:gd name="GluePoint54Y" fmla="*/ 251900 h 4702819"/>
              <a:gd name="GluePoint55X" fmla="*/ 1554917 w 4271120"/>
              <a:gd name="GluePoint55Y" fmla="*/ 262013 h 4702819"/>
              <a:gd name="GluePoint56X" fmla="*/ 2389194 w 4271120"/>
              <a:gd name="GluePoint56Y" fmla="*/ 907188 h 4702819"/>
              <a:gd name="GluePoint57X" fmla="*/ 2159641 w 4271120"/>
              <a:gd name="GluePoint57Y" fmla="*/ 613927 h 4702819"/>
              <a:gd name="GluePoint58X" fmla="*/ 2255710 w 4271120"/>
              <a:gd name="GluePoint58Y" fmla="*/ 818197 h 4702819"/>
              <a:gd name="GluePoint59X" fmla="*/ 2248631 w 4271120"/>
              <a:gd name="GluePoint59Y" fmla="*/ 897075 h 4702819"/>
              <a:gd name="GluePoint60X" fmla="*/ 2071663 w 4271120"/>
              <a:gd name="GluePoint60Y" fmla="*/ 706960 h 4702819"/>
              <a:gd name="GluePoint61X" fmla="*/ 2063573 w 4271120"/>
              <a:gd name="GluePoint61Y" fmla="*/ 718085 h 4702819"/>
              <a:gd name="GluePoint62X" fmla="*/ 1981662 w 4271120"/>
              <a:gd name="GluePoint62Y" fmla="*/ 1090223 h 4702819"/>
              <a:gd name="GluePoint63X" fmla="*/ 2015034 w 4271120"/>
              <a:gd name="GluePoint63Y" fmla="*/ 1068987 h 4702819"/>
              <a:gd name="GluePoint64X" fmla="*/ 2152563 w 4271120"/>
              <a:gd name="GluePoint64Y" fmla="*/ 876851 h 4702819"/>
              <a:gd name="GluePoint65X" fmla="*/ 2193013 w 4271120"/>
              <a:gd name="GluePoint65Y" fmla="*/ 935503 h 4702819"/>
              <a:gd name="GluePoint66X" fmla="*/ 2042337 w 4271120"/>
              <a:gd name="GluePoint66Y" fmla="*/ 1153931 h 4702819"/>
              <a:gd name="GluePoint67X" fmla="*/ 1195925 w 4271120"/>
              <a:gd name="GluePoint67Y" fmla="*/ 1315731 h 4702819"/>
              <a:gd name="GluePoint68X" fmla="*/ 1759188 w 4271120"/>
              <a:gd name="GluePoint68Y" fmla="*/ 1329888 h 4702819"/>
              <a:gd name="GluePoint69X" fmla="*/ 1762222 w 4271120"/>
              <a:gd name="GluePoint69Y" fmla="*/ 1336967 h 4702819"/>
              <a:gd name="GluePoint70X" fmla="*/ 1303117 w 4271120"/>
              <a:gd name="GluePoint70Y" fmla="*/ 1458316 h 4702819"/>
              <a:gd name="GluePoint71X" fmla="*/ 1879527 w 4271120"/>
              <a:gd name="GluePoint71Y" fmla="*/ 1385506 h 4702819"/>
              <a:gd name="GluePoint72X" fmla="*/ 1882560 w 4271120"/>
              <a:gd name="GluePoint72Y" fmla="*/ 1389551 h 4702819"/>
              <a:gd name="GluePoint73X" fmla="*/ 1158509 w 4271120"/>
              <a:gd name="GluePoint73Y" fmla="*/ 1608992 h 4702819"/>
              <a:gd name="GluePoint74X" fmla="*/ 1500309 w 4271120"/>
              <a:gd name="GluePoint74Y" fmla="*/ 1648430 h 4702819"/>
              <a:gd name="GluePoint75X" fmla="*/ 1502332 w 4271120"/>
              <a:gd name="GluePoint75Y" fmla="*/ 1651464 h 4702819"/>
              <a:gd name="GluePoint76X" fmla="*/ 1323342 w 4271120"/>
              <a:gd name="GluePoint76Y" fmla="*/ 1726296 h 4702819"/>
              <a:gd name="GluePoint77X" fmla="*/ 1387050 w 4271120"/>
              <a:gd name="GluePoint77Y" fmla="*/ 1741465 h 4702819"/>
              <a:gd name="GluePoint78X" fmla="*/ 1442669 w 4271120"/>
              <a:gd name="GluePoint78Y" fmla="*/ 1750566 h 4702819"/>
              <a:gd name="GluePoint79X" fmla="*/ 1983684 w 4271120"/>
              <a:gd name="GluePoint79Y" fmla="*/ 1635284 h 4702819"/>
              <a:gd name="GluePoint80X" fmla="*/ 2041326 w 4271120"/>
              <a:gd name="GluePoint80Y" fmla="*/ 1604947 h 4702819"/>
              <a:gd name="GluePoint81X" fmla="*/ 1993797 w 4271120"/>
              <a:gd name="GluePoint81Y" fmla="*/ 1723262 h 4702819"/>
              <a:gd name="GluePoint82X" fmla="*/ 1881549 w 4271120"/>
              <a:gd name="GluePoint82Y" fmla="*/ 1801128 h 4702819"/>
              <a:gd name="GluePoint83X" fmla="*/ 1868403 w 4271120"/>
              <a:gd name="GluePoint83Y" fmla="*/ 1865847 h 4702819"/>
              <a:gd name="GluePoint84X" fmla="*/ 1001766 w 4271120"/>
              <a:gd name="GluePoint84Y" fmla="*/ 1993265 h 4702819"/>
              <a:gd name="GluePoint85X" fmla="*/ 999744 w 4271120"/>
              <a:gd name="GluePoint85Y" fmla="*/ 1993265 h 4702819"/>
              <a:gd name="GluePoint86X" fmla="*/ 1477051 w 4271120"/>
              <a:gd name="GluePoint86Y" fmla="*/ 2115625 h 4702819"/>
              <a:gd name="GluePoint87X" fmla="*/ 1478062 w 4271120"/>
              <a:gd name="GluePoint87Y" fmla="*/ 2118658 h 4702819"/>
              <a:gd name="GluePoint88X" fmla="*/ 1337500 w 4271120"/>
              <a:gd name="GluePoint88Y" fmla="*/ 2160120 h 4702819"/>
              <a:gd name="GluePoint89X" fmla="*/ 1830987 w 4271120"/>
              <a:gd name="GluePoint89Y" fmla="*/ 2044838 h 4702819"/>
              <a:gd name="GluePoint90X" fmla="*/ 1840088 w 4271120"/>
              <a:gd name="GluePoint90Y" fmla="*/ 2054950 h 4702819"/>
              <a:gd name="GluePoint91X" fmla="*/ 1610536 w 4271120"/>
              <a:gd name="GluePoint91Y" fmla="*/ 2209670 h 4702819"/>
              <a:gd name="GluePoint92X" fmla="*/ 970417 w 4271120"/>
              <a:gd name="GluePoint92Y" fmla="*/ 2143940 h 4702819"/>
              <a:gd name="GluePoint93X" fmla="*/ 1531659 w 4271120"/>
              <a:gd name="GluePoint93Y" fmla="*/ 2446302 h 4702819"/>
              <a:gd name="GluePoint94X" fmla="*/ 1040194 w 4271120"/>
              <a:gd name="GluePoint94Y" fmla="*/ 2520123 h 4702819"/>
              <a:gd name="GluePoint95X" fmla="*/ 1012890 w 4271120"/>
              <a:gd name="GluePoint95Y" fmla="*/ 2497875 h 4702819"/>
              <a:gd name="GluePoint96X" fmla="*/ 585134 w 4271120"/>
              <a:gd name="GluePoint96Y" fmla="*/ 2905408 h 4702819"/>
              <a:gd name="GluePoint97X" fmla="*/ 2443801 w 4271120"/>
              <a:gd name="GluePoint97Y" fmla="*/ 4164407 h 4702819"/>
              <a:gd name="GluePoint98X" fmla="*/ 2680749 w 4271120"/>
              <a:gd name="GluePoint98Y" fmla="*/ 4641304 h 4702819"/>
              <a:gd name="GluePoint99X" fmla="*/ 2704586 w 4271120"/>
              <a:gd name="GluePoint99Y" fmla="*/ 4702819 h 4702819"/>
              <a:gd name="GluePoint100X" fmla="*/ 274676 w 4271120"/>
              <a:gd name="GluePoint100Y" fmla="*/ 4702819 h 4702819"/>
              <a:gd name="GluePoint101X" fmla="*/ 115292 w 4271120"/>
              <a:gd name="GluePoint101Y" fmla="*/ 4702819 h 4702819"/>
              <a:gd name="GluePoint102X" fmla="*/ 0 w 4271120"/>
              <a:gd name="GluePoint102Y" fmla="*/ 4702819 h 47028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 hasCustomPrompt="1"/>
          </p:nvPr>
        </p:nvSpPr>
        <p:spPr>
          <a:xfrm>
            <a:off x="3654360" y="2268000"/>
            <a:ext cx="4400640" cy="1069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40" name="Grafik 6"/>
          <p:cNvGrpSpPr/>
          <p:nvPr/>
        </p:nvGrpSpPr>
        <p:grpSpPr>
          <a:xfrm>
            <a:off x="522720" y="385200"/>
            <a:ext cx="1527840" cy="583200"/>
            <a:chOff x="522720" y="385200"/>
            <a:chExt cx="1527840" cy="583200"/>
          </a:xfrm>
        </p:grpSpPr>
        <p:sp>
          <p:nvSpPr>
            <p:cNvPr id="41" name="Freihandform: Form 8"/>
            <p:cNvSpPr/>
            <p:nvPr/>
          </p:nvSpPr>
          <p:spPr>
            <a:xfrm>
              <a:off x="1888920" y="825480"/>
              <a:ext cx="161640" cy="14292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2920"/>
                <a:gd name="textAreaBottom" fmla="*/ 143280 h 1429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Freihandform: Form 9"/>
            <p:cNvSpPr/>
            <p:nvPr/>
          </p:nvSpPr>
          <p:spPr>
            <a:xfrm>
              <a:off x="1432440" y="512640"/>
              <a:ext cx="394200" cy="39708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397080"/>
                <a:gd name="textAreaBottom" fmla="*/ 397440 h 3970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Freihandform: Form 10"/>
            <p:cNvSpPr/>
            <p:nvPr/>
          </p:nvSpPr>
          <p:spPr>
            <a:xfrm>
              <a:off x="52272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Freihandform: Form 11"/>
            <p:cNvSpPr/>
            <p:nvPr/>
          </p:nvSpPr>
          <p:spPr>
            <a:xfrm>
              <a:off x="97920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5" name="PlaceHolder 2"/>
          <p:cNvSpPr>
            <a:spLocks noGrp="1"/>
          </p:cNvSpPr>
          <p:nvPr>
            <p:ph type="dt" idx="1"/>
          </p:nvPr>
        </p:nvSpPr>
        <p:spPr>
          <a:xfrm>
            <a:off x="526680" y="4460400"/>
            <a:ext cx="205704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1204920"/>
            <a:ext cx="8229240" cy="298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Format des Gliederungstextes durch Klicken bearbeiten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Zweite Gliederungsebene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Dritte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Vierte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Fünfte Gliederungsebene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Sechste Gliederungsebene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Siebte Gliederungsebene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7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458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9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0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61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462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463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464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5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6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7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8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9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0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1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2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3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474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5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6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77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478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9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80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1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2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83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484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5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6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7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88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489" name="Gruppieren 2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49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93" name="Freihandform: Form 25"/>
          <p:cNvSpPr/>
          <p:nvPr/>
        </p:nvSpPr>
        <p:spPr>
          <a:xfrm>
            <a:off x="0" y="1422360"/>
            <a:ext cx="3167640" cy="3492000"/>
          </a:xfrm>
          <a:custGeom>
            <a:avLst/>
            <a:gdLst>
              <a:gd name="textAreaLeft" fmla="*/ 0 w 3167640"/>
              <a:gd name="textAreaRight" fmla="*/ 3168000 w 3167640"/>
              <a:gd name="textAreaTop" fmla="*/ 0 h 3492000"/>
              <a:gd name="textAreaBottom" fmla="*/ 3492360 h 3492000"/>
              <a:gd name="GluePoint1X" fmla="*/ 3773588 w 4271120"/>
              <a:gd name="GluePoint1Y" fmla="*/ 3280579 h 4702819"/>
              <a:gd name="GluePoint2X" fmla="*/ 3717970 w 4271120"/>
              <a:gd name="GluePoint2Y" fmla="*/ 3393838 h 4702819"/>
              <a:gd name="GluePoint3X" fmla="*/ 3755385 w 4271120"/>
              <a:gd name="GluePoint3Y" fmla="*/ 3541480 h 4702819"/>
              <a:gd name="GluePoint4X" fmla="*/ 3742240 w 4271120"/>
              <a:gd name="GluePoint4Y" fmla="*/ 3544514 h 4702819"/>
              <a:gd name="GluePoint5X" fmla="*/ 3594598 w 4271120"/>
              <a:gd name="GluePoint5Y" fmla="*/ 3403951 h 4702819"/>
              <a:gd name="GluePoint6X" fmla="*/ 3773588 w 4271120"/>
              <a:gd name="GluePoint6Y" fmla="*/ 3280579 h 4702819"/>
              <a:gd name="GluePoint7X" fmla="*/ 3937409 w 4271120"/>
              <a:gd name="GluePoint7Y" fmla="*/ 2981250 h 4702819"/>
              <a:gd name="GluePoint8X" fmla="*/ 3833252 w 4271120"/>
              <a:gd name="GluePoint8Y" fmla="*/ 3118780 h 4702819"/>
              <a:gd name="GluePoint9X" fmla="*/ 3480327 w 4271120"/>
              <a:gd name="GluePoint9Y" fmla="*/ 3142039 h 4702819"/>
              <a:gd name="GluePoint10X" fmla="*/ 3488417 w 4271120"/>
              <a:gd name="GluePoint10Y" fmla="*/ 3070240 h 4702819"/>
              <a:gd name="GluePoint11X" fmla="*/ 3802914 w 4271120"/>
              <a:gd name="GluePoint11Y" fmla="*/ 3008554 h 4702819"/>
              <a:gd name="GluePoint12X" fmla="*/ 3937409 w 4271120"/>
              <a:gd name="GluePoint12Y" fmla="*/ 2981250 h 4702819"/>
              <a:gd name="GluePoint13X" fmla="*/ 1530647 w 4271120"/>
              <a:gd name="GluePoint13Y" fmla="*/ 2816671 h 4702819"/>
              <a:gd name="GluePoint14X" fmla="*/ 1538737 w 4271120"/>
              <a:gd name="GluePoint14Y" fmla="*/ 2820463 h 4702819"/>
              <a:gd name="GluePoint15X" fmla="*/ 1944246 w 4271120"/>
              <a:gd name="GluePoint15Y" fmla="*/ 3409008 h 4702819"/>
              <a:gd name="GluePoint16X" fmla="*/ 3606733 w 4271120"/>
              <a:gd name="GluePoint16Y" fmla="*/ 3913618 h 4702819"/>
              <a:gd name="GluePoint17X" fmla="*/ 3607744 w 4271120"/>
              <a:gd name="GluePoint17Y" fmla="*/ 3926765 h 4702819"/>
              <a:gd name="GluePoint18X" fmla="*/ 2423576 w 4271120"/>
              <a:gd name="GluePoint18Y" fmla="*/ 3894405 h 4702819"/>
              <a:gd name="GluePoint19X" fmla="*/ 2077731 w 4271120"/>
              <a:gd name="GluePoint19Y" fmla="*/ 3806426 h 4702819"/>
              <a:gd name="GluePoint20X" fmla="*/ 1525591 w 4271120"/>
              <a:gd name="GluePoint20Y" fmla="*/ 2823496 h 4702819"/>
              <a:gd name="GluePoint21X" fmla="*/ 1530647 w 4271120"/>
              <a:gd name="GluePoint21Y" fmla="*/ 2816671 h 4702819"/>
              <a:gd name="GluePoint22X" fmla="*/ 3996062 w 4271120"/>
              <a:gd name="GluePoint22Y" fmla="*/ 2605067 h 4702819"/>
              <a:gd name="GluePoint23X" fmla="*/ 4271120 w 4271120"/>
              <a:gd name="GluePoint23Y" fmla="*/ 2676866 h 4702819"/>
              <a:gd name="GluePoint24X" fmla="*/ 4008197 w 4271120"/>
              <a:gd name="GluePoint24Y" fmla="*/ 2693046 h 4702819"/>
              <a:gd name="GluePoint25X" fmla="*/ 3829207 w 4271120"/>
              <a:gd name="GluePoint25Y" fmla="*/ 2680911 h 4702819"/>
              <a:gd name="GluePoint26X" fmla="*/ 3670441 w 4271120"/>
              <a:gd name="GluePoint26Y" fmla="*/ 2642484 h 4702819"/>
              <a:gd name="GluePoint27X" fmla="*/ 3996062 w 4271120"/>
              <a:gd name="GluePoint27Y" fmla="*/ 2605067 h 4702819"/>
              <a:gd name="GluePoint28X" fmla="*/ 3443991 w 4271120"/>
              <a:gd name="GluePoint28Y" fmla="*/ 1373753 h 4702819"/>
              <a:gd name="GluePoint29X" fmla="*/ 3808982 w 4271120"/>
              <a:gd name="GluePoint29Y" fmla="*/ 1505845 h 4702819"/>
              <a:gd name="GluePoint30X" fmla="*/ 3766510 w 4271120"/>
              <a:gd name="GluePoint30Y" fmla="*/ 1714160 h 4702819"/>
              <a:gd name="GluePoint31X" fmla="*/ 3673475 w 4271120"/>
              <a:gd name="GluePoint31Y" fmla="*/ 1626182 h 4702819"/>
              <a:gd name="GluePoint32X" fmla="*/ 3503586 w 4271120"/>
              <a:gd name="GluePoint32Y" fmla="*/ 1940680 h 4702819"/>
              <a:gd name="GluePoint33X" fmla="*/ 3349877 w 4271120"/>
              <a:gd name="GluePoint33Y" fmla="*/ 1900230 h 4702819"/>
              <a:gd name="GluePoint34X" fmla="*/ 3263920 w 4271120"/>
              <a:gd name="GluePoint34Y" fmla="*/ 1778881 h 4702819"/>
              <a:gd name="GluePoint35X" fmla="*/ 2886727 w 4271120"/>
              <a:gd name="GluePoint35Y" fmla="*/ 1881016 h 4702819"/>
              <a:gd name="GluePoint36X" fmla="*/ 3400439 w 4271120"/>
              <a:gd name="GluePoint36Y" fmla="*/ 1585733 h 4702819"/>
              <a:gd name="GluePoint37X" fmla="*/ 2921109 w 4271120"/>
              <a:gd name="GluePoint37Y" fmla="*/ 1605957 h 4702819"/>
              <a:gd name="GluePoint38X" fmla="*/ 2913019 w 4271120"/>
              <a:gd name="GluePoint38Y" fmla="*/ 1594835 h 4702819"/>
              <a:gd name="GluePoint39X" fmla="*/ 3443991 w 4271120"/>
              <a:gd name="GluePoint39Y" fmla="*/ 1373753 h 4702819"/>
              <a:gd name="GluePoint40X" fmla="*/ 0 w 4271120"/>
              <a:gd name="GluePoint40Y" fmla="*/ 0 h 4702819"/>
              <a:gd name="GluePoint41X" fmla="*/ 115292 w 4271120"/>
              <a:gd name="GluePoint41Y" fmla="*/ 0 h 4702819"/>
              <a:gd name="GluePoint42X" fmla="*/ 274676 w 4271120"/>
              <a:gd name="GluePoint42Y" fmla="*/ 0 h 4702819"/>
              <a:gd name="GluePoint43X" fmla="*/ 3942724 w 4271120"/>
              <a:gd name="GluePoint43Y" fmla="*/ 0 h 4702819"/>
              <a:gd name="GluePoint44X" fmla="*/ 3939432 w 4271120"/>
              <a:gd name="GluePoint44Y" fmla="*/ 53696 h 4702819"/>
              <a:gd name="GluePoint45X" fmla="*/ 3684598 w 4271120"/>
              <a:gd name="GluePoint45Y" fmla="*/ 334822 h 4702819"/>
              <a:gd name="GluePoint46X" fmla="*/ 3981904 w 4271120"/>
              <a:gd name="GluePoint46Y" fmla="*/ 155833 h 4702819"/>
              <a:gd name="GluePoint47X" fmla="*/ 3993028 w 4271120"/>
              <a:gd name="GluePoint47Y" fmla="*/ 404599 h 4702819"/>
              <a:gd name="GluePoint48X" fmla="*/ 3433810 w 4271120"/>
              <a:gd name="GluePoint48Y" fmla="*/ 635163 h 4702819"/>
              <a:gd name="GluePoint49X" fmla="*/ 2283013 w 4271120"/>
              <a:gd name="GluePoint49Y" fmla="*/ 464262 h 4702819"/>
              <a:gd name="GluePoint50X" fmla="*/ 2284025 w 4271120"/>
              <a:gd name="GluePoint50Y" fmla="*/ 455161 h 4702819"/>
              <a:gd name="GluePoint51X" fmla="*/ 2959536 w 4271120"/>
              <a:gd name="GluePoint51Y" fmla="*/ 115383 h 4702819"/>
              <a:gd name="GluePoint52X" fmla="*/ 2949424 w 4271120"/>
              <a:gd name="GluePoint52Y" fmla="*/ 107293 h 4702819"/>
              <a:gd name="GluePoint53X" fmla="*/ 1789525 w 4271120"/>
              <a:gd name="GluePoint53Y" fmla="*/ 314598 h 4702819"/>
              <a:gd name="GluePoint54X" fmla="*/ 1564018 w 4271120"/>
              <a:gd name="GluePoint54Y" fmla="*/ 251900 h 4702819"/>
              <a:gd name="GluePoint55X" fmla="*/ 1554917 w 4271120"/>
              <a:gd name="GluePoint55Y" fmla="*/ 262013 h 4702819"/>
              <a:gd name="GluePoint56X" fmla="*/ 2389194 w 4271120"/>
              <a:gd name="GluePoint56Y" fmla="*/ 907188 h 4702819"/>
              <a:gd name="GluePoint57X" fmla="*/ 2159641 w 4271120"/>
              <a:gd name="GluePoint57Y" fmla="*/ 613927 h 4702819"/>
              <a:gd name="GluePoint58X" fmla="*/ 2255710 w 4271120"/>
              <a:gd name="GluePoint58Y" fmla="*/ 818197 h 4702819"/>
              <a:gd name="GluePoint59X" fmla="*/ 2248631 w 4271120"/>
              <a:gd name="GluePoint59Y" fmla="*/ 897075 h 4702819"/>
              <a:gd name="GluePoint60X" fmla="*/ 2071663 w 4271120"/>
              <a:gd name="GluePoint60Y" fmla="*/ 706960 h 4702819"/>
              <a:gd name="GluePoint61X" fmla="*/ 2063573 w 4271120"/>
              <a:gd name="GluePoint61Y" fmla="*/ 718085 h 4702819"/>
              <a:gd name="GluePoint62X" fmla="*/ 1981662 w 4271120"/>
              <a:gd name="GluePoint62Y" fmla="*/ 1090223 h 4702819"/>
              <a:gd name="GluePoint63X" fmla="*/ 2015034 w 4271120"/>
              <a:gd name="GluePoint63Y" fmla="*/ 1068987 h 4702819"/>
              <a:gd name="GluePoint64X" fmla="*/ 2152563 w 4271120"/>
              <a:gd name="GluePoint64Y" fmla="*/ 876851 h 4702819"/>
              <a:gd name="GluePoint65X" fmla="*/ 2193013 w 4271120"/>
              <a:gd name="GluePoint65Y" fmla="*/ 935503 h 4702819"/>
              <a:gd name="GluePoint66X" fmla="*/ 2042337 w 4271120"/>
              <a:gd name="GluePoint66Y" fmla="*/ 1153931 h 4702819"/>
              <a:gd name="GluePoint67X" fmla="*/ 1195925 w 4271120"/>
              <a:gd name="GluePoint67Y" fmla="*/ 1315731 h 4702819"/>
              <a:gd name="GluePoint68X" fmla="*/ 1759188 w 4271120"/>
              <a:gd name="GluePoint68Y" fmla="*/ 1329888 h 4702819"/>
              <a:gd name="GluePoint69X" fmla="*/ 1762222 w 4271120"/>
              <a:gd name="GluePoint69Y" fmla="*/ 1336967 h 4702819"/>
              <a:gd name="GluePoint70X" fmla="*/ 1303117 w 4271120"/>
              <a:gd name="GluePoint70Y" fmla="*/ 1458316 h 4702819"/>
              <a:gd name="GluePoint71X" fmla="*/ 1879527 w 4271120"/>
              <a:gd name="GluePoint71Y" fmla="*/ 1385506 h 4702819"/>
              <a:gd name="GluePoint72X" fmla="*/ 1882560 w 4271120"/>
              <a:gd name="GluePoint72Y" fmla="*/ 1389551 h 4702819"/>
              <a:gd name="GluePoint73X" fmla="*/ 1158509 w 4271120"/>
              <a:gd name="GluePoint73Y" fmla="*/ 1608992 h 4702819"/>
              <a:gd name="GluePoint74X" fmla="*/ 1500309 w 4271120"/>
              <a:gd name="GluePoint74Y" fmla="*/ 1648430 h 4702819"/>
              <a:gd name="GluePoint75X" fmla="*/ 1502332 w 4271120"/>
              <a:gd name="GluePoint75Y" fmla="*/ 1651464 h 4702819"/>
              <a:gd name="GluePoint76X" fmla="*/ 1323342 w 4271120"/>
              <a:gd name="GluePoint76Y" fmla="*/ 1726296 h 4702819"/>
              <a:gd name="GluePoint77X" fmla="*/ 1387050 w 4271120"/>
              <a:gd name="GluePoint77Y" fmla="*/ 1741465 h 4702819"/>
              <a:gd name="GluePoint78X" fmla="*/ 1442669 w 4271120"/>
              <a:gd name="GluePoint78Y" fmla="*/ 1750566 h 4702819"/>
              <a:gd name="GluePoint79X" fmla="*/ 1983684 w 4271120"/>
              <a:gd name="GluePoint79Y" fmla="*/ 1635284 h 4702819"/>
              <a:gd name="GluePoint80X" fmla="*/ 2041326 w 4271120"/>
              <a:gd name="GluePoint80Y" fmla="*/ 1604947 h 4702819"/>
              <a:gd name="GluePoint81X" fmla="*/ 1993797 w 4271120"/>
              <a:gd name="GluePoint81Y" fmla="*/ 1723262 h 4702819"/>
              <a:gd name="GluePoint82X" fmla="*/ 1881549 w 4271120"/>
              <a:gd name="GluePoint82Y" fmla="*/ 1801128 h 4702819"/>
              <a:gd name="GluePoint83X" fmla="*/ 1868403 w 4271120"/>
              <a:gd name="GluePoint83Y" fmla="*/ 1865847 h 4702819"/>
              <a:gd name="GluePoint84X" fmla="*/ 1001766 w 4271120"/>
              <a:gd name="GluePoint84Y" fmla="*/ 1993265 h 4702819"/>
              <a:gd name="GluePoint85X" fmla="*/ 999744 w 4271120"/>
              <a:gd name="GluePoint85Y" fmla="*/ 1993265 h 4702819"/>
              <a:gd name="GluePoint86X" fmla="*/ 1477051 w 4271120"/>
              <a:gd name="GluePoint86Y" fmla="*/ 2115625 h 4702819"/>
              <a:gd name="GluePoint87X" fmla="*/ 1478062 w 4271120"/>
              <a:gd name="GluePoint87Y" fmla="*/ 2118658 h 4702819"/>
              <a:gd name="GluePoint88X" fmla="*/ 1337500 w 4271120"/>
              <a:gd name="GluePoint88Y" fmla="*/ 2160120 h 4702819"/>
              <a:gd name="GluePoint89X" fmla="*/ 1830987 w 4271120"/>
              <a:gd name="GluePoint89Y" fmla="*/ 2044838 h 4702819"/>
              <a:gd name="GluePoint90X" fmla="*/ 1840088 w 4271120"/>
              <a:gd name="GluePoint90Y" fmla="*/ 2054950 h 4702819"/>
              <a:gd name="GluePoint91X" fmla="*/ 1610536 w 4271120"/>
              <a:gd name="GluePoint91Y" fmla="*/ 2209670 h 4702819"/>
              <a:gd name="GluePoint92X" fmla="*/ 970417 w 4271120"/>
              <a:gd name="GluePoint92Y" fmla="*/ 2143940 h 4702819"/>
              <a:gd name="GluePoint93X" fmla="*/ 1531659 w 4271120"/>
              <a:gd name="GluePoint93Y" fmla="*/ 2446302 h 4702819"/>
              <a:gd name="GluePoint94X" fmla="*/ 1040194 w 4271120"/>
              <a:gd name="GluePoint94Y" fmla="*/ 2520123 h 4702819"/>
              <a:gd name="GluePoint95X" fmla="*/ 1012890 w 4271120"/>
              <a:gd name="GluePoint95Y" fmla="*/ 2497875 h 4702819"/>
              <a:gd name="GluePoint96X" fmla="*/ 585134 w 4271120"/>
              <a:gd name="GluePoint96Y" fmla="*/ 2905408 h 4702819"/>
              <a:gd name="GluePoint97X" fmla="*/ 2443801 w 4271120"/>
              <a:gd name="GluePoint97Y" fmla="*/ 4164407 h 4702819"/>
              <a:gd name="GluePoint98X" fmla="*/ 2680749 w 4271120"/>
              <a:gd name="GluePoint98Y" fmla="*/ 4641304 h 4702819"/>
              <a:gd name="GluePoint99X" fmla="*/ 2704586 w 4271120"/>
              <a:gd name="GluePoint99Y" fmla="*/ 4702819 h 4702819"/>
              <a:gd name="GluePoint100X" fmla="*/ 274676 w 4271120"/>
              <a:gd name="GluePoint100Y" fmla="*/ 4702819 h 4702819"/>
              <a:gd name="GluePoint101X" fmla="*/ 115292 w 4271120"/>
              <a:gd name="GluePoint101Y" fmla="*/ 4702819 h 4702819"/>
              <a:gd name="GluePoint102X" fmla="*/ 0 w 4271120"/>
              <a:gd name="GluePoint102Y" fmla="*/ 4702819 h 470281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  <a:cxn ang="0">
                <a:pos x="GluePoint74X" y="GluePoint74Y"/>
              </a:cxn>
              <a:cxn ang="0">
                <a:pos x="GluePoint75X" y="GluePoint75Y"/>
              </a:cxn>
              <a:cxn ang="0">
                <a:pos x="GluePoint76X" y="GluePoint76Y"/>
              </a:cxn>
              <a:cxn ang="0">
                <a:pos x="GluePoint77X" y="GluePoint77Y"/>
              </a:cxn>
              <a:cxn ang="0">
                <a:pos x="GluePoint78X" y="GluePoint78Y"/>
              </a:cxn>
              <a:cxn ang="0">
                <a:pos x="GluePoint79X" y="GluePoint79Y"/>
              </a:cxn>
              <a:cxn ang="0">
                <a:pos x="GluePoint80X" y="GluePoint80Y"/>
              </a:cxn>
              <a:cxn ang="0">
                <a:pos x="GluePoint81X" y="GluePoint81Y"/>
              </a:cxn>
              <a:cxn ang="0">
                <a:pos x="GluePoint82X" y="GluePoint82Y"/>
              </a:cxn>
              <a:cxn ang="0">
                <a:pos x="GluePoint83X" y="GluePoint83Y"/>
              </a:cxn>
              <a:cxn ang="0">
                <a:pos x="GluePoint84X" y="GluePoint84Y"/>
              </a:cxn>
              <a:cxn ang="0">
                <a:pos x="GluePoint85X" y="GluePoint85Y"/>
              </a:cxn>
              <a:cxn ang="0">
                <a:pos x="GluePoint86X" y="GluePoint86Y"/>
              </a:cxn>
              <a:cxn ang="0">
                <a:pos x="GluePoint87X" y="GluePoint87Y"/>
              </a:cxn>
              <a:cxn ang="0">
                <a:pos x="GluePoint88X" y="GluePoint88Y"/>
              </a:cxn>
              <a:cxn ang="0">
                <a:pos x="GluePoint89X" y="GluePoint89Y"/>
              </a:cxn>
              <a:cxn ang="0">
                <a:pos x="GluePoint90X" y="GluePoint90Y"/>
              </a:cxn>
              <a:cxn ang="0">
                <a:pos x="GluePoint91X" y="GluePoint91Y"/>
              </a:cxn>
              <a:cxn ang="0">
                <a:pos x="GluePoint92X" y="GluePoint92Y"/>
              </a:cxn>
              <a:cxn ang="0">
                <a:pos x="GluePoint93X" y="GluePoint93Y"/>
              </a:cxn>
              <a:cxn ang="0">
                <a:pos x="GluePoint94X" y="GluePoint94Y"/>
              </a:cxn>
              <a:cxn ang="0">
                <a:pos x="GluePoint95X" y="GluePoint95Y"/>
              </a:cxn>
              <a:cxn ang="0">
                <a:pos x="GluePoint96X" y="GluePoint96Y"/>
              </a:cxn>
              <a:cxn ang="0">
                <a:pos x="GluePoint97X" y="GluePoint97Y"/>
              </a:cxn>
              <a:cxn ang="0">
                <a:pos x="GluePoint98X" y="GluePoint98Y"/>
              </a:cxn>
              <a:cxn ang="0">
                <a:pos x="GluePoint99X" y="GluePoint99Y"/>
              </a:cxn>
              <a:cxn ang="0">
                <a:pos x="GluePoint100X" y="GluePoint100Y"/>
              </a:cxn>
              <a:cxn ang="0">
                <a:pos x="GluePoint101X" y="GluePoint101Y"/>
              </a:cxn>
              <a:cxn ang="0">
                <a:pos x="GluePoint102X" y="GluePoint102Y"/>
              </a:cxn>
            </a:cxnLst>
            <a:rect l="textAreaLeft" t="textAreaTop" r="textAreaRight" b="textAreaBottom"/>
            <a:pathLst>
              <a:path w="4271120" h="4702819">
                <a:moveTo>
                  <a:pt x="3773588" y="3280579"/>
                </a:moveTo>
                <a:cubicBezTo>
                  <a:pt x="3773588" y="3280579"/>
                  <a:pt x="3730105" y="3343276"/>
                  <a:pt x="3717970" y="3393838"/>
                </a:cubicBezTo>
                <a:cubicBezTo>
                  <a:pt x="3745273" y="3430243"/>
                  <a:pt x="3753363" y="3442378"/>
                  <a:pt x="3755385" y="3541480"/>
                </a:cubicBezTo>
                <a:cubicBezTo>
                  <a:pt x="3755385" y="3549570"/>
                  <a:pt x="3745273" y="3551593"/>
                  <a:pt x="3742240" y="3544514"/>
                </a:cubicBezTo>
                <a:cubicBezTo>
                  <a:pt x="3714936" y="3479795"/>
                  <a:pt x="3663363" y="3420131"/>
                  <a:pt x="3594598" y="3403951"/>
                </a:cubicBezTo>
                <a:cubicBezTo>
                  <a:pt x="3610778" y="3321029"/>
                  <a:pt x="3667408" y="3281590"/>
                  <a:pt x="3773588" y="3280579"/>
                </a:cubicBezTo>
                <a:close/>
                <a:moveTo>
                  <a:pt x="3937409" y="2981250"/>
                </a:moveTo>
                <a:cubicBezTo>
                  <a:pt x="3924264" y="3035858"/>
                  <a:pt x="3891904" y="3080352"/>
                  <a:pt x="3833252" y="3118780"/>
                </a:cubicBezTo>
                <a:cubicBezTo>
                  <a:pt x="3598643" y="3075297"/>
                  <a:pt x="3669430" y="3152151"/>
                  <a:pt x="3480327" y="3142039"/>
                </a:cubicBezTo>
                <a:cubicBezTo>
                  <a:pt x="3479316" y="3127881"/>
                  <a:pt x="3479316" y="3081364"/>
                  <a:pt x="3488417" y="3070240"/>
                </a:cubicBezTo>
                <a:cubicBezTo>
                  <a:pt x="3640104" y="3123836"/>
                  <a:pt x="3659318" y="3035858"/>
                  <a:pt x="3802914" y="3008554"/>
                </a:cubicBezTo>
                <a:cubicBezTo>
                  <a:pt x="3851454" y="2999453"/>
                  <a:pt x="3909095" y="2995408"/>
                  <a:pt x="3937409" y="2981250"/>
                </a:cubicBezTo>
                <a:close/>
                <a:moveTo>
                  <a:pt x="1530647" y="2816671"/>
                </a:moveTo>
                <a:cubicBezTo>
                  <a:pt x="1533681" y="2815912"/>
                  <a:pt x="1537220" y="2816924"/>
                  <a:pt x="1538737" y="2820463"/>
                </a:cubicBezTo>
                <a:cubicBezTo>
                  <a:pt x="1704581" y="3184511"/>
                  <a:pt x="1838065" y="3351366"/>
                  <a:pt x="1944246" y="3409008"/>
                </a:cubicBezTo>
                <a:cubicBezTo>
                  <a:pt x="2164698" y="3528335"/>
                  <a:pt x="3031334" y="3856989"/>
                  <a:pt x="3606733" y="3913618"/>
                </a:cubicBezTo>
                <a:cubicBezTo>
                  <a:pt x="3614823" y="3913618"/>
                  <a:pt x="3615834" y="3924742"/>
                  <a:pt x="3607744" y="3926765"/>
                </a:cubicBezTo>
                <a:cubicBezTo>
                  <a:pt x="3352910" y="3984405"/>
                  <a:pt x="2663241" y="3916653"/>
                  <a:pt x="2423576" y="3894405"/>
                </a:cubicBezTo>
                <a:cubicBezTo>
                  <a:pt x="2159641" y="3869123"/>
                  <a:pt x="2078741" y="3805416"/>
                  <a:pt x="2077731" y="3806426"/>
                </a:cubicBezTo>
                <a:cubicBezTo>
                  <a:pt x="1903797" y="3672942"/>
                  <a:pt x="1564018" y="3144061"/>
                  <a:pt x="1525591" y="2823496"/>
                </a:cubicBezTo>
                <a:cubicBezTo>
                  <a:pt x="1525085" y="2819957"/>
                  <a:pt x="1527613" y="2817429"/>
                  <a:pt x="1530647" y="2816671"/>
                </a:cubicBezTo>
                <a:close/>
                <a:moveTo>
                  <a:pt x="3996062" y="2605067"/>
                </a:moveTo>
                <a:cubicBezTo>
                  <a:pt x="4069883" y="2597989"/>
                  <a:pt x="4190221" y="2621247"/>
                  <a:pt x="4271120" y="2676866"/>
                </a:cubicBezTo>
                <a:cubicBezTo>
                  <a:pt x="4252918" y="2737541"/>
                  <a:pt x="4086063" y="2706192"/>
                  <a:pt x="4008197" y="2693046"/>
                </a:cubicBezTo>
                <a:cubicBezTo>
                  <a:pt x="3953589" y="2684955"/>
                  <a:pt x="3889881" y="2681922"/>
                  <a:pt x="3829207" y="2680911"/>
                </a:cubicBezTo>
                <a:cubicBezTo>
                  <a:pt x="3777633" y="2679899"/>
                  <a:pt x="3693700" y="2671810"/>
                  <a:pt x="3670441" y="2642484"/>
                </a:cubicBezTo>
                <a:cubicBezTo>
                  <a:pt x="3719992" y="2647540"/>
                  <a:pt x="3843364" y="2620237"/>
                  <a:pt x="3996062" y="2605067"/>
                </a:cubicBezTo>
                <a:close/>
                <a:moveTo>
                  <a:pt x="3443991" y="1373753"/>
                </a:moveTo>
                <a:cubicBezTo>
                  <a:pt x="3569601" y="1369611"/>
                  <a:pt x="3697113" y="1404594"/>
                  <a:pt x="3808982" y="1505845"/>
                </a:cubicBezTo>
                <a:cubicBezTo>
                  <a:pt x="3760442" y="1576632"/>
                  <a:pt x="3761453" y="1685847"/>
                  <a:pt x="3766510" y="1714160"/>
                </a:cubicBezTo>
                <a:cubicBezTo>
                  <a:pt x="3739205" y="1705060"/>
                  <a:pt x="3695722" y="1653485"/>
                  <a:pt x="3673475" y="1626182"/>
                </a:cubicBezTo>
                <a:cubicBezTo>
                  <a:pt x="3582463" y="1677757"/>
                  <a:pt x="3486394" y="1844611"/>
                  <a:pt x="3503586" y="1940680"/>
                </a:cubicBezTo>
                <a:cubicBezTo>
                  <a:pt x="3512687" y="2019557"/>
                  <a:pt x="3455046" y="2031692"/>
                  <a:pt x="3349877" y="1900230"/>
                </a:cubicBezTo>
                <a:cubicBezTo>
                  <a:pt x="3299315" y="1936634"/>
                  <a:pt x="3250775" y="1870904"/>
                  <a:pt x="3263920" y="1778881"/>
                </a:cubicBezTo>
                <a:cubicBezTo>
                  <a:pt x="3182010" y="1864836"/>
                  <a:pt x="2961559" y="1908320"/>
                  <a:pt x="2886727" y="1881016"/>
                </a:cubicBezTo>
                <a:cubicBezTo>
                  <a:pt x="3034368" y="1838544"/>
                  <a:pt x="3254820" y="1604947"/>
                  <a:pt x="3400439" y="1585733"/>
                </a:cubicBezTo>
                <a:cubicBezTo>
                  <a:pt x="3282123" y="1528092"/>
                  <a:pt x="3076841" y="1513935"/>
                  <a:pt x="2921109" y="1605957"/>
                </a:cubicBezTo>
                <a:cubicBezTo>
                  <a:pt x="2914030" y="1610002"/>
                  <a:pt x="2906951" y="1599890"/>
                  <a:pt x="2913019" y="1594835"/>
                </a:cubicBezTo>
                <a:cubicBezTo>
                  <a:pt x="3030576" y="1496238"/>
                  <a:pt x="3234642" y="1380656"/>
                  <a:pt x="3443991" y="1373753"/>
                </a:cubicBezTo>
                <a:close/>
                <a:moveTo>
                  <a:pt x="0" y="0"/>
                </a:moveTo>
                <a:lnTo>
                  <a:pt x="115292" y="0"/>
                </a:lnTo>
                <a:lnTo>
                  <a:pt x="274676" y="0"/>
                </a:lnTo>
                <a:lnTo>
                  <a:pt x="3942724" y="0"/>
                </a:lnTo>
                <a:lnTo>
                  <a:pt x="3939432" y="53696"/>
                </a:lnTo>
                <a:cubicBezTo>
                  <a:pt x="3926286" y="139653"/>
                  <a:pt x="3890892" y="219541"/>
                  <a:pt x="3684598" y="334822"/>
                </a:cubicBezTo>
                <a:cubicBezTo>
                  <a:pt x="3918196" y="331789"/>
                  <a:pt x="3971792" y="185158"/>
                  <a:pt x="3981904" y="155833"/>
                </a:cubicBezTo>
                <a:cubicBezTo>
                  <a:pt x="4027411" y="317632"/>
                  <a:pt x="3993028" y="404599"/>
                  <a:pt x="3993028" y="404599"/>
                </a:cubicBezTo>
                <a:cubicBezTo>
                  <a:pt x="3940444" y="578533"/>
                  <a:pt x="3623924" y="771681"/>
                  <a:pt x="3433810" y="635163"/>
                </a:cubicBezTo>
                <a:cubicBezTo>
                  <a:pt x="2893805" y="156844"/>
                  <a:pt x="3099088" y="642242"/>
                  <a:pt x="2283013" y="464262"/>
                </a:cubicBezTo>
                <a:cubicBezTo>
                  <a:pt x="2277957" y="463251"/>
                  <a:pt x="2278968" y="455161"/>
                  <a:pt x="2284025" y="455161"/>
                </a:cubicBezTo>
                <a:cubicBezTo>
                  <a:pt x="2601556" y="444037"/>
                  <a:pt x="2854367" y="256957"/>
                  <a:pt x="2959536" y="115383"/>
                </a:cubicBezTo>
                <a:cubicBezTo>
                  <a:pt x="2963581" y="109315"/>
                  <a:pt x="2955491" y="101225"/>
                  <a:pt x="2949424" y="107293"/>
                </a:cubicBezTo>
                <a:cubicBezTo>
                  <a:pt x="2789647" y="273137"/>
                  <a:pt x="2362902" y="477408"/>
                  <a:pt x="1789525" y="314598"/>
                </a:cubicBezTo>
                <a:cubicBezTo>
                  <a:pt x="1719750" y="288306"/>
                  <a:pt x="1577164" y="254935"/>
                  <a:pt x="1564018" y="251900"/>
                </a:cubicBezTo>
                <a:cubicBezTo>
                  <a:pt x="1542782" y="245833"/>
                  <a:pt x="1554917" y="262013"/>
                  <a:pt x="1554917" y="262013"/>
                </a:cubicBezTo>
                <a:cubicBezTo>
                  <a:pt x="2567173" y="576510"/>
                  <a:pt x="2389194" y="907188"/>
                  <a:pt x="2389194" y="907188"/>
                </a:cubicBezTo>
                <a:cubicBezTo>
                  <a:pt x="2370992" y="796962"/>
                  <a:pt x="2292115" y="689770"/>
                  <a:pt x="2159641" y="613927"/>
                </a:cubicBezTo>
                <a:cubicBezTo>
                  <a:pt x="2258743" y="732242"/>
                  <a:pt x="2255710" y="818197"/>
                  <a:pt x="2255710" y="818197"/>
                </a:cubicBezTo>
                <a:cubicBezTo>
                  <a:pt x="2256721" y="837412"/>
                  <a:pt x="2256721" y="904154"/>
                  <a:pt x="2248631" y="897075"/>
                </a:cubicBezTo>
                <a:cubicBezTo>
                  <a:pt x="2238518" y="886963"/>
                  <a:pt x="2210203" y="755501"/>
                  <a:pt x="2071663" y="706960"/>
                </a:cubicBezTo>
                <a:cubicBezTo>
                  <a:pt x="2049416" y="701905"/>
                  <a:pt x="2063573" y="718085"/>
                  <a:pt x="2063573" y="718085"/>
                </a:cubicBezTo>
                <a:cubicBezTo>
                  <a:pt x="2150540" y="841456"/>
                  <a:pt x="2086831" y="984043"/>
                  <a:pt x="1981662" y="1090223"/>
                </a:cubicBezTo>
                <a:cubicBezTo>
                  <a:pt x="1992786" y="1084155"/>
                  <a:pt x="2003909" y="1077077"/>
                  <a:pt x="2015034" y="1068987"/>
                </a:cubicBezTo>
                <a:cubicBezTo>
                  <a:pt x="2088854" y="1009323"/>
                  <a:pt x="2150540" y="961794"/>
                  <a:pt x="2152563" y="876851"/>
                </a:cubicBezTo>
                <a:cubicBezTo>
                  <a:pt x="2152563" y="848535"/>
                  <a:pt x="2189978" y="899097"/>
                  <a:pt x="2193013" y="935503"/>
                </a:cubicBezTo>
                <a:cubicBezTo>
                  <a:pt x="2190990" y="1046740"/>
                  <a:pt x="2126271" y="1094268"/>
                  <a:pt x="2042337" y="1153931"/>
                </a:cubicBezTo>
                <a:cubicBezTo>
                  <a:pt x="1941212" y="1225730"/>
                  <a:pt x="1609524" y="1394608"/>
                  <a:pt x="1195925" y="1315731"/>
                </a:cubicBezTo>
                <a:cubicBezTo>
                  <a:pt x="1484130" y="1399664"/>
                  <a:pt x="1645929" y="1362248"/>
                  <a:pt x="1759188" y="1329888"/>
                </a:cubicBezTo>
                <a:cubicBezTo>
                  <a:pt x="1763233" y="1328876"/>
                  <a:pt x="1766267" y="1334944"/>
                  <a:pt x="1762222" y="1336967"/>
                </a:cubicBezTo>
                <a:cubicBezTo>
                  <a:pt x="1691435" y="1385506"/>
                  <a:pt x="1611546" y="1409776"/>
                  <a:pt x="1303117" y="1458316"/>
                </a:cubicBezTo>
                <a:cubicBezTo>
                  <a:pt x="1585254" y="1480563"/>
                  <a:pt x="1740986" y="1459328"/>
                  <a:pt x="1879527" y="1385506"/>
                </a:cubicBezTo>
                <a:cubicBezTo>
                  <a:pt x="1882560" y="1383484"/>
                  <a:pt x="1885594" y="1387529"/>
                  <a:pt x="1882560" y="1389551"/>
                </a:cubicBezTo>
                <a:cubicBezTo>
                  <a:pt x="1799638" y="1452248"/>
                  <a:pt x="1517501" y="1619104"/>
                  <a:pt x="1158509" y="1608992"/>
                </a:cubicBezTo>
                <a:cubicBezTo>
                  <a:pt x="1213116" y="1658542"/>
                  <a:pt x="1464916" y="1649442"/>
                  <a:pt x="1500309" y="1648430"/>
                </a:cubicBezTo>
                <a:cubicBezTo>
                  <a:pt x="1502332" y="1648430"/>
                  <a:pt x="1503344" y="1650453"/>
                  <a:pt x="1502332" y="1651464"/>
                </a:cubicBezTo>
                <a:cubicBezTo>
                  <a:pt x="1450759" y="1717194"/>
                  <a:pt x="1323342" y="1726296"/>
                  <a:pt x="1323342" y="1726296"/>
                </a:cubicBezTo>
                <a:cubicBezTo>
                  <a:pt x="1347612" y="1731352"/>
                  <a:pt x="1368848" y="1736409"/>
                  <a:pt x="1387050" y="1741465"/>
                </a:cubicBezTo>
                <a:cubicBezTo>
                  <a:pt x="1405252" y="1745509"/>
                  <a:pt x="1424467" y="1748544"/>
                  <a:pt x="1442669" y="1750566"/>
                </a:cubicBezTo>
                <a:cubicBezTo>
                  <a:pt x="1624693" y="1761689"/>
                  <a:pt x="1816830" y="1717194"/>
                  <a:pt x="1983684" y="1635284"/>
                </a:cubicBezTo>
                <a:cubicBezTo>
                  <a:pt x="1989752" y="1632250"/>
                  <a:pt x="2041326" y="1604947"/>
                  <a:pt x="2041326" y="1604947"/>
                </a:cubicBezTo>
                <a:cubicBezTo>
                  <a:pt x="2046382" y="1641352"/>
                  <a:pt x="2021101" y="1692925"/>
                  <a:pt x="1993797" y="1723262"/>
                </a:cubicBezTo>
                <a:cubicBezTo>
                  <a:pt x="1962449" y="1757644"/>
                  <a:pt x="1921999" y="1780903"/>
                  <a:pt x="1881549" y="1801128"/>
                </a:cubicBezTo>
                <a:cubicBezTo>
                  <a:pt x="1892672" y="1818319"/>
                  <a:pt x="1875482" y="1856746"/>
                  <a:pt x="1868403" y="1865847"/>
                </a:cubicBezTo>
                <a:cubicBezTo>
                  <a:pt x="1612558" y="2185401"/>
                  <a:pt x="1001766" y="1993265"/>
                  <a:pt x="1001766" y="1993265"/>
                </a:cubicBezTo>
                <a:cubicBezTo>
                  <a:pt x="1001766" y="1993265"/>
                  <a:pt x="1000754" y="1993265"/>
                  <a:pt x="999744" y="1993265"/>
                </a:cubicBezTo>
                <a:cubicBezTo>
                  <a:pt x="1145363" y="2093377"/>
                  <a:pt x="1362780" y="2123715"/>
                  <a:pt x="1477051" y="2115625"/>
                </a:cubicBezTo>
                <a:cubicBezTo>
                  <a:pt x="1479074" y="2115625"/>
                  <a:pt x="1480085" y="2117648"/>
                  <a:pt x="1478062" y="2118658"/>
                </a:cubicBezTo>
                <a:cubicBezTo>
                  <a:pt x="1447725" y="2137873"/>
                  <a:pt x="1347612" y="2158097"/>
                  <a:pt x="1337500" y="2160120"/>
                </a:cubicBezTo>
                <a:cubicBezTo>
                  <a:pt x="1571097" y="2180345"/>
                  <a:pt x="1753121" y="2096412"/>
                  <a:pt x="1830987" y="2044838"/>
                </a:cubicBezTo>
                <a:cubicBezTo>
                  <a:pt x="1837055" y="2040793"/>
                  <a:pt x="1845144" y="2048883"/>
                  <a:pt x="1840088" y="2054950"/>
                </a:cubicBezTo>
                <a:cubicBezTo>
                  <a:pt x="1765256" y="2154052"/>
                  <a:pt x="1717728" y="2182367"/>
                  <a:pt x="1610536" y="2209670"/>
                </a:cubicBezTo>
                <a:cubicBezTo>
                  <a:pt x="1399185" y="2261244"/>
                  <a:pt x="1159521" y="2246076"/>
                  <a:pt x="970417" y="2143940"/>
                </a:cubicBezTo>
                <a:cubicBezTo>
                  <a:pt x="1170644" y="2526190"/>
                  <a:pt x="1447725" y="2465516"/>
                  <a:pt x="1531659" y="2446302"/>
                </a:cubicBezTo>
                <a:cubicBezTo>
                  <a:pt x="1427500" y="2605067"/>
                  <a:pt x="1220195" y="2650574"/>
                  <a:pt x="1040194" y="2520123"/>
                </a:cubicBezTo>
                <a:cubicBezTo>
                  <a:pt x="1030081" y="2513044"/>
                  <a:pt x="1021991" y="2504955"/>
                  <a:pt x="1012890" y="2497875"/>
                </a:cubicBezTo>
                <a:cubicBezTo>
                  <a:pt x="890529" y="2709226"/>
                  <a:pt x="464795" y="2786080"/>
                  <a:pt x="585134" y="2905408"/>
                </a:cubicBezTo>
                <a:cubicBezTo>
                  <a:pt x="1526602" y="3840809"/>
                  <a:pt x="2443801" y="4164407"/>
                  <a:pt x="2443801" y="4164407"/>
                </a:cubicBezTo>
                <a:cubicBezTo>
                  <a:pt x="2521667" y="4282217"/>
                  <a:pt x="2602820" y="4452359"/>
                  <a:pt x="2680749" y="4641304"/>
                </a:cubicBezTo>
                <a:lnTo>
                  <a:pt x="2704586" y="4702819"/>
                </a:lnTo>
                <a:lnTo>
                  <a:pt x="274676" y="4702819"/>
                </a:lnTo>
                <a:lnTo>
                  <a:pt x="115292" y="4702819"/>
                </a:lnTo>
                <a:lnTo>
                  <a:pt x="0" y="4702819"/>
                </a:lnTo>
                <a:close/>
              </a:path>
            </a:pathLst>
          </a:custGeom>
          <a:solidFill>
            <a:srgbClr val="DAE5EA"/>
          </a:solidFill>
          <a:ln w="9176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4" name="PlaceHolder 1"/>
          <p:cNvSpPr>
            <a:spLocks noGrp="1"/>
          </p:cNvSpPr>
          <p:nvPr>
            <p:ph type="dt" idx="22"/>
          </p:nvPr>
        </p:nvSpPr>
        <p:spPr>
          <a:xfrm>
            <a:off x="526680" y="4460400"/>
            <a:ext cx="205704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899440"/>
            <a:ext cx="6399360" cy="54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496" name="Grafik 6"/>
          <p:cNvGrpSpPr/>
          <p:nvPr/>
        </p:nvGrpSpPr>
        <p:grpSpPr>
          <a:xfrm>
            <a:off x="522720" y="385200"/>
            <a:ext cx="1527840" cy="583200"/>
            <a:chOff x="522720" y="385200"/>
            <a:chExt cx="1527840" cy="583200"/>
          </a:xfrm>
        </p:grpSpPr>
        <p:sp>
          <p:nvSpPr>
            <p:cNvPr id="497" name="Freihandform: Form 13"/>
            <p:cNvSpPr/>
            <p:nvPr/>
          </p:nvSpPr>
          <p:spPr>
            <a:xfrm>
              <a:off x="1888920" y="825480"/>
              <a:ext cx="161640" cy="14292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2920"/>
                <a:gd name="textAreaBottom" fmla="*/ 143280 h 1429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8" name="Freihandform: Form 14"/>
            <p:cNvSpPr/>
            <p:nvPr/>
          </p:nvSpPr>
          <p:spPr>
            <a:xfrm>
              <a:off x="1432440" y="512640"/>
              <a:ext cx="394200" cy="39708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397080"/>
                <a:gd name="textAreaBottom" fmla="*/ 397440 h 3970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9" name="Freihandform: Form 15"/>
            <p:cNvSpPr/>
            <p:nvPr/>
          </p:nvSpPr>
          <p:spPr>
            <a:xfrm>
              <a:off x="52272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0" name="Freihandform: Form 16"/>
            <p:cNvSpPr/>
            <p:nvPr/>
          </p:nvSpPr>
          <p:spPr>
            <a:xfrm>
              <a:off x="97920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4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965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6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7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68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969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970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971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2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3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4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5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6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77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8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9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80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981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2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83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84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985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6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87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8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9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90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991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2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3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4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95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996" name="Gruppieren 25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997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8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9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00" name="PlaceHolder 1"/>
          <p:cNvSpPr>
            <a:spLocks noGrp="1"/>
          </p:cNvSpPr>
          <p:nvPr>
            <p:ph type="dt" idx="43"/>
          </p:nvPr>
        </p:nvSpPr>
        <p:spPr>
          <a:xfrm>
            <a:off x="526680" y="4460400"/>
            <a:ext cx="205704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1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331720"/>
            <a:ext cx="6399360" cy="110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002" name="Grafik 6"/>
          <p:cNvGrpSpPr/>
          <p:nvPr/>
        </p:nvGrpSpPr>
        <p:grpSpPr>
          <a:xfrm>
            <a:off x="522720" y="385200"/>
            <a:ext cx="1527840" cy="583200"/>
            <a:chOff x="522720" y="385200"/>
            <a:chExt cx="1527840" cy="583200"/>
          </a:xfrm>
        </p:grpSpPr>
        <p:sp>
          <p:nvSpPr>
            <p:cNvPr id="1003" name="Freihandform: Form 13"/>
            <p:cNvSpPr/>
            <p:nvPr/>
          </p:nvSpPr>
          <p:spPr>
            <a:xfrm>
              <a:off x="1888920" y="825480"/>
              <a:ext cx="161640" cy="14292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2920"/>
                <a:gd name="textAreaBottom" fmla="*/ 143280 h 1429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4" name="Freihandform: Form 14"/>
            <p:cNvSpPr/>
            <p:nvPr/>
          </p:nvSpPr>
          <p:spPr>
            <a:xfrm>
              <a:off x="1432440" y="512640"/>
              <a:ext cx="394200" cy="39708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397080"/>
                <a:gd name="textAreaBottom" fmla="*/ 397440 h 3970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5" name="Freihandform: Form 15"/>
            <p:cNvSpPr/>
            <p:nvPr/>
          </p:nvSpPr>
          <p:spPr>
            <a:xfrm>
              <a:off x="52272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6" name="Freihandform: Form 16"/>
            <p:cNvSpPr/>
            <p:nvPr/>
          </p:nvSpPr>
          <p:spPr>
            <a:xfrm>
              <a:off x="97920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2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07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76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077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078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079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0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1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2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3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4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85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6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7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88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089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0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91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92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093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4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95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6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7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98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099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0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1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2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03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104" name="Gruppieren 28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105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6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7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08" name="PlaceHolder 1"/>
          <p:cNvSpPr>
            <a:spLocks noGrp="1"/>
          </p:cNvSpPr>
          <p:nvPr>
            <p:ph type="dt" idx="46"/>
          </p:nvPr>
        </p:nvSpPr>
        <p:spPr>
          <a:xfrm>
            <a:off x="526680" y="4460400"/>
            <a:ext cx="205704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9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331720"/>
            <a:ext cx="4936320" cy="110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110" name="Grafik 6"/>
          <p:cNvGrpSpPr/>
          <p:nvPr/>
        </p:nvGrpSpPr>
        <p:grpSpPr>
          <a:xfrm>
            <a:off x="522720" y="385200"/>
            <a:ext cx="1527840" cy="583200"/>
            <a:chOff x="522720" y="385200"/>
            <a:chExt cx="1527840" cy="583200"/>
          </a:xfrm>
        </p:grpSpPr>
        <p:sp>
          <p:nvSpPr>
            <p:cNvPr id="1111" name="Freihandform: Form 13"/>
            <p:cNvSpPr/>
            <p:nvPr/>
          </p:nvSpPr>
          <p:spPr>
            <a:xfrm>
              <a:off x="1888920" y="825480"/>
              <a:ext cx="161640" cy="14292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2920"/>
                <a:gd name="textAreaBottom" fmla="*/ 143280 h 1429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2" name="Freihandform: Form 15"/>
            <p:cNvSpPr/>
            <p:nvPr/>
          </p:nvSpPr>
          <p:spPr>
            <a:xfrm>
              <a:off x="1432440" y="512640"/>
              <a:ext cx="394200" cy="39708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397080"/>
                <a:gd name="textAreaBottom" fmla="*/ 397440 h 3970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3" name="Freihandform: Form 18"/>
            <p:cNvSpPr/>
            <p:nvPr/>
          </p:nvSpPr>
          <p:spPr>
            <a:xfrm>
              <a:off x="52272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4" name="Freihandform: Form 19"/>
            <p:cNvSpPr/>
            <p:nvPr/>
          </p:nvSpPr>
          <p:spPr>
            <a:xfrm>
              <a:off x="97920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15" name="PlaceHolder 3"/>
          <p:cNvSpPr>
            <a:spLocks noGrp="1"/>
          </p:cNvSpPr>
          <p:nvPr>
            <p:ph type="body" hasCustomPrompt="1"/>
          </p:nvPr>
        </p:nvSpPr>
        <p:spPr>
          <a:xfrm>
            <a:off x="5621040" y="1088280"/>
            <a:ext cx="3522600" cy="38260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Bild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117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8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9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20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121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122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123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4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5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6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7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8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29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0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1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32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133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4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35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36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137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8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39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0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1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42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143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4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5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6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47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148" name="Gruppieren 28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149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0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1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52" name="PlaceHolder 1"/>
          <p:cNvSpPr>
            <a:spLocks noGrp="1"/>
          </p:cNvSpPr>
          <p:nvPr>
            <p:ph type="dt" idx="47"/>
          </p:nvPr>
        </p:nvSpPr>
        <p:spPr>
          <a:xfrm>
            <a:off x="526680" y="4460400"/>
            <a:ext cx="205704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3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2250360"/>
            <a:ext cx="2829960" cy="1189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154" name="Grafik 6"/>
          <p:cNvGrpSpPr/>
          <p:nvPr/>
        </p:nvGrpSpPr>
        <p:grpSpPr>
          <a:xfrm>
            <a:off x="522720" y="385200"/>
            <a:ext cx="1527840" cy="583200"/>
            <a:chOff x="522720" y="385200"/>
            <a:chExt cx="1527840" cy="583200"/>
          </a:xfrm>
        </p:grpSpPr>
        <p:sp>
          <p:nvSpPr>
            <p:cNvPr id="1155" name="Freihandform: Form 13"/>
            <p:cNvSpPr/>
            <p:nvPr/>
          </p:nvSpPr>
          <p:spPr>
            <a:xfrm>
              <a:off x="1888920" y="825480"/>
              <a:ext cx="161640" cy="14292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2920"/>
                <a:gd name="textAreaBottom" fmla="*/ 143280 h 1429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6" name="Freihandform: Form 17"/>
            <p:cNvSpPr/>
            <p:nvPr/>
          </p:nvSpPr>
          <p:spPr>
            <a:xfrm>
              <a:off x="1432440" y="512640"/>
              <a:ext cx="394200" cy="39708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397080"/>
                <a:gd name="textAreaBottom" fmla="*/ 397440 h 3970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7" name="Freihandform: Form 18"/>
            <p:cNvSpPr/>
            <p:nvPr/>
          </p:nvSpPr>
          <p:spPr>
            <a:xfrm>
              <a:off x="52272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8" name="Freihandform: Form 19"/>
            <p:cNvSpPr/>
            <p:nvPr/>
          </p:nvSpPr>
          <p:spPr>
            <a:xfrm>
              <a:off x="97920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59" name="PlaceHolder 3"/>
          <p:cNvSpPr>
            <a:spLocks noGrp="1"/>
          </p:cNvSpPr>
          <p:nvPr>
            <p:ph type="body" hasCustomPrompt="1"/>
          </p:nvPr>
        </p:nvSpPr>
        <p:spPr>
          <a:xfrm>
            <a:off x="3546000" y="1088280"/>
            <a:ext cx="5597640" cy="38260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mit zwei Bilder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0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161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2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3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164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165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166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167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8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9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0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1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2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73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4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5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76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177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8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79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0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181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2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183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4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5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86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187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8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9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0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91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192" name="Gruppieren 30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19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96" name="PlaceHolder 1"/>
          <p:cNvSpPr>
            <a:spLocks noGrp="1"/>
          </p:cNvSpPr>
          <p:nvPr>
            <p:ph type="dt" idx="48"/>
          </p:nvPr>
        </p:nvSpPr>
        <p:spPr>
          <a:xfrm>
            <a:off x="6564960" y="4460400"/>
            <a:ext cx="2057040" cy="273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PlaceHolder 2"/>
          <p:cNvSpPr>
            <a:spLocks noGrp="1"/>
          </p:cNvSpPr>
          <p:nvPr>
            <p:ph type="title" hasCustomPrompt="1"/>
          </p:nvPr>
        </p:nvSpPr>
        <p:spPr>
          <a:xfrm>
            <a:off x="526680" y="3818520"/>
            <a:ext cx="5773320" cy="56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 bearbeiten</a:t>
            </a:r>
            <a:endParaRPr lang="de-DE" sz="3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1198" name="Grafik 6"/>
          <p:cNvGrpSpPr/>
          <p:nvPr/>
        </p:nvGrpSpPr>
        <p:grpSpPr>
          <a:xfrm>
            <a:off x="522720" y="385200"/>
            <a:ext cx="1527840" cy="583200"/>
            <a:chOff x="522720" y="385200"/>
            <a:chExt cx="1527840" cy="583200"/>
          </a:xfrm>
        </p:grpSpPr>
        <p:sp>
          <p:nvSpPr>
            <p:cNvPr id="1199" name="Freihandform: Form 17"/>
            <p:cNvSpPr/>
            <p:nvPr/>
          </p:nvSpPr>
          <p:spPr>
            <a:xfrm>
              <a:off x="1888920" y="825480"/>
              <a:ext cx="161640" cy="142920"/>
            </a:xfrm>
            <a:custGeom>
              <a:avLst/>
              <a:gdLst>
                <a:gd name="textAreaLeft" fmla="*/ 0 w 161640"/>
                <a:gd name="textAreaRight" fmla="*/ 162000 w 161640"/>
                <a:gd name="textAreaTop" fmla="*/ 0 h 142920"/>
                <a:gd name="textAreaBottom" fmla="*/ 143280 h 142920"/>
                <a:gd name="GluePoint1X" fmla="*/ 0 w 270992"/>
                <a:gd name="GluePoint1Y" fmla="*/ 242086 h 239376"/>
                <a:gd name="GluePoint2X" fmla="*/ 152659 w 270992"/>
                <a:gd name="GluePoint2Y" fmla="*/ 242086 h 239376"/>
                <a:gd name="GluePoint3X" fmla="*/ 274154 w 270992"/>
                <a:gd name="GluePoint3Y" fmla="*/ 121043 h 239376"/>
                <a:gd name="GluePoint4X" fmla="*/ 152659 w 270992"/>
                <a:gd name="GluePoint4Y" fmla="*/ 0 h 239376"/>
                <a:gd name="GluePoint5X" fmla="*/ 0 w 270992"/>
                <a:gd name="GluePoint5Y" fmla="*/ 0 h 239376"/>
                <a:gd name="GluePoint6X" fmla="*/ 0 w 270992"/>
                <a:gd name="GluePoint6Y" fmla="*/ 242086 h 2393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270992" h="239376">
                  <a:moveTo>
                    <a:pt x="0" y="242086"/>
                  </a:moveTo>
                  <a:lnTo>
                    <a:pt x="152659" y="242086"/>
                  </a:lnTo>
                  <a:cubicBezTo>
                    <a:pt x="219955" y="242086"/>
                    <a:pt x="274154" y="187888"/>
                    <a:pt x="274154" y="121043"/>
                  </a:cubicBezTo>
                  <a:cubicBezTo>
                    <a:pt x="274154" y="54198"/>
                    <a:pt x="219955" y="0"/>
                    <a:pt x="152659" y="0"/>
                  </a:cubicBezTo>
                  <a:lnTo>
                    <a:pt x="0" y="0"/>
                  </a:lnTo>
                  <a:lnTo>
                    <a:pt x="0" y="242086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0" name="Freihandform: Form 19"/>
            <p:cNvSpPr/>
            <p:nvPr/>
          </p:nvSpPr>
          <p:spPr>
            <a:xfrm>
              <a:off x="1432440" y="512640"/>
              <a:ext cx="394200" cy="39708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397080"/>
                <a:gd name="textAreaBottom" fmla="*/ 397440 h 397080"/>
                <a:gd name="GluePoint1X" fmla="*/ 662124 w 659414"/>
                <a:gd name="GluePoint1Y" fmla="*/ 0 h 663930"/>
                <a:gd name="GluePoint2X" fmla="*/ 662124 w 659414"/>
                <a:gd name="GluePoint2Y" fmla="*/ 331965 h 663930"/>
                <a:gd name="GluePoint3X" fmla="*/ 331062 w 659414"/>
                <a:gd name="GluePoint3Y" fmla="*/ 663931 h 663930"/>
                <a:gd name="GluePoint4X" fmla="*/ 0 w 659414"/>
                <a:gd name="GluePoint4Y" fmla="*/ 331965 h 663930"/>
                <a:gd name="GluePoint5X" fmla="*/ 0 w 659414"/>
                <a:gd name="GluePoint5Y" fmla="*/ 0 h 663930"/>
                <a:gd name="GluePoint6X" fmla="*/ 168015 w 659414"/>
                <a:gd name="GluePoint6Y" fmla="*/ 0 h 663930"/>
                <a:gd name="GluePoint7X" fmla="*/ 168015 w 659414"/>
                <a:gd name="GluePoint7Y" fmla="*/ 317513 h 663930"/>
                <a:gd name="GluePoint8X" fmla="*/ 331514 w 659414"/>
                <a:gd name="GluePoint8Y" fmla="*/ 490496 h 663930"/>
                <a:gd name="GluePoint9X" fmla="*/ 495012 w 659414"/>
                <a:gd name="GluePoint9Y" fmla="*/ 317513 h 663930"/>
                <a:gd name="GluePoint10X" fmla="*/ 495012 w 659414"/>
                <a:gd name="GluePoint10Y" fmla="*/ 0 h 663930"/>
                <a:gd name="GluePoint11X" fmla="*/ 662124 w 659414"/>
                <a:gd name="GluePoint11Y" fmla="*/ 0 h 6639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659414" h="663930">
                  <a:moveTo>
                    <a:pt x="662124" y="0"/>
                  </a:moveTo>
                  <a:lnTo>
                    <a:pt x="662124" y="331965"/>
                  </a:lnTo>
                  <a:cubicBezTo>
                    <a:pt x="662124" y="529790"/>
                    <a:pt x="513982" y="663931"/>
                    <a:pt x="331062" y="663931"/>
                  </a:cubicBezTo>
                  <a:cubicBezTo>
                    <a:pt x="148142" y="663931"/>
                    <a:pt x="0" y="529790"/>
                    <a:pt x="0" y="331965"/>
                  </a:cubicBezTo>
                  <a:cubicBezTo>
                    <a:pt x="0" y="303511"/>
                    <a:pt x="0" y="0"/>
                    <a:pt x="0" y="0"/>
                  </a:cubicBezTo>
                  <a:lnTo>
                    <a:pt x="168015" y="0"/>
                  </a:lnTo>
                  <a:cubicBezTo>
                    <a:pt x="168015" y="60522"/>
                    <a:pt x="168015" y="305318"/>
                    <a:pt x="168015" y="317513"/>
                  </a:cubicBezTo>
                  <a:cubicBezTo>
                    <a:pt x="168015" y="420038"/>
                    <a:pt x="241183" y="490496"/>
                    <a:pt x="331514" y="490496"/>
                  </a:cubicBezTo>
                  <a:cubicBezTo>
                    <a:pt x="421845" y="490496"/>
                    <a:pt x="495012" y="420490"/>
                    <a:pt x="495012" y="317513"/>
                  </a:cubicBezTo>
                  <a:lnTo>
                    <a:pt x="495012" y="0"/>
                  </a:lnTo>
                  <a:lnTo>
                    <a:pt x="662124" y="0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1" name="Freihandform: Form 20"/>
            <p:cNvSpPr/>
            <p:nvPr/>
          </p:nvSpPr>
          <p:spPr>
            <a:xfrm>
              <a:off x="52272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8015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8015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8015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8015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2" name="Freihandform: Form 23"/>
            <p:cNvSpPr/>
            <p:nvPr/>
          </p:nvSpPr>
          <p:spPr>
            <a:xfrm>
              <a:off x="979200" y="385200"/>
              <a:ext cx="394200" cy="513360"/>
            </a:xfrm>
            <a:custGeom>
              <a:avLst/>
              <a:gdLst>
                <a:gd name="textAreaLeft" fmla="*/ 0 w 394200"/>
                <a:gd name="textAreaRight" fmla="*/ 394560 w 394200"/>
                <a:gd name="textAreaTop" fmla="*/ 0 h 513360"/>
                <a:gd name="textAreaBottom" fmla="*/ 513720 h 513360"/>
                <a:gd name="GluePoint1X" fmla="*/ 167563 w 659414"/>
                <a:gd name="GluePoint1Y" fmla="*/ 859497 h 858142"/>
                <a:gd name="GluePoint2X" fmla="*/ 0 w 659414"/>
                <a:gd name="GluePoint2Y" fmla="*/ 859497 h 858142"/>
                <a:gd name="GluePoint3X" fmla="*/ 0 w 659414"/>
                <a:gd name="GluePoint3Y" fmla="*/ 0 h 858142"/>
                <a:gd name="GluePoint4X" fmla="*/ 168015 w 659414"/>
                <a:gd name="GluePoint4Y" fmla="*/ 0 h 858142"/>
                <a:gd name="GluePoint5X" fmla="*/ 168015 w 659414"/>
                <a:gd name="GluePoint5Y" fmla="*/ 235312 h 858142"/>
                <a:gd name="GluePoint6X" fmla="*/ 331514 w 659414"/>
                <a:gd name="GluePoint6Y" fmla="*/ 195114 h 858142"/>
                <a:gd name="GluePoint7X" fmla="*/ 662576 w 659414"/>
                <a:gd name="GluePoint7Y" fmla="*/ 527080 h 858142"/>
                <a:gd name="GluePoint8X" fmla="*/ 662576 w 659414"/>
                <a:gd name="GluePoint8Y" fmla="*/ 859045 h 858142"/>
                <a:gd name="GluePoint9X" fmla="*/ 494561 w 659414"/>
                <a:gd name="GluePoint9Y" fmla="*/ 859045 h 858142"/>
                <a:gd name="GluePoint10X" fmla="*/ 494561 w 659414"/>
                <a:gd name="GluePoint10Y" fmla="*/ 541533 h 858142"/>
                <a:gd name="GluePoint11X" fmla="*/ 331062 w 659414"/>
                <a:gd name="GluePoint11Y" fmla="*/ 368549 h 858142"/>
                <a:gd name="GluePoint12X" fmla="*/ 167563 w 659414"/>
                <a:gd name="GluePoint12Y" fmla="*/ 541533 h 858142"/>
                <a:gd name="GluePoint13X" fmla="*/ 167563 w 659414"/>
                <a:gd name="GluePoint13Y" fmla="*/ 859497 h 85814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659414" h="858142">
                  <a:moveTo>
                    <a:pt x="167563" y="859497"/>
                  </a:moveTo>
                  <a:lnTo>
                    <a:pt x="0" y="859497"/>
                  </a:lnTo>
                  <a:lnTo>
                    <a:pt x="0" y="0"/>
                  </a:lnTo>
                  <a:lnTo>
                    <a:pt x="168015" y="0"/>
                  </a:lnTo>
                  <a:lnTo>
                    <a:pt x="168015" y="235312"/>
                  </a:lnTo>
                  <a:cubicBezTo>
                    <a:pt x="216342" y="209567"/>
                    <a:pt x="271895" y="195114"/>
                    <a:pt x="331514" y="195114"/>
                  </a:cubicBezTo>
                  <a:cubicBezTo>
                    <a:pt x="514433" y="195114"/>
                    <a:pt x="662576" y="329256"/>
                    <a:pt x="662576" y="527080"/>
                  </a:cubicBezTo>
                  <a:lnTo>
                    <a:pt x="662576" y="859045"/>
                  </a:lnTo>
                  <a:lnTo>
                    <a:pt x="494561" y="859045"/>
                  </a:lnTo>
                  <a:lnTo>
                    <a:pt x="494561" y="541533"/>
                  </a:lnTo>
                  <a:cubicBezTo>
                    <a:pt x="494561" y="439007"/>
                    <a:pt x="421393" y="368549"/>
                    <a:pt x="331062" y="368549"/>
                  </a:cubicBezTo>
                  <a:cubicBezTo>
                    <a:pt x="240731" y="368549"/>
                    <a:pt x="167563" y="438556"/>
                    <a:pt x="167563" y="541533"/>
                  </a:cubicBezTo>
                  <a:lnTo>
                    <a:pt x="167563" y="859497"/>
                  </a:lnTo>
                  <a:close/>
                </a:path>
              </a:pathLst>
            </a:custGeom>
            <a:solidFill>
              <a:schemeClr val="tx2"/>
            </a:solidFill>
            <a:ln w="451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03" name="PlaceHolder 3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6678000" cy="23958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04" name="PlaceHolder 4"/>
          <p:cNvSpPr>
            <a:spLocks noGrp="1"/>
          </p:cNvSpPr>
          <p:nvPr>
            <p:ph type="body" hasCustomPrompt="1"/>
          </p:nvPr>
        </p:nvSpPr>
        <p:spPr>
          <a:xfrm>
            <a:off x="6741000" y="1422360"/>
            <a:ext cx="2402640" cy="23958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, gross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48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1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52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53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54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64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68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74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ftr" idx="2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3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F7E24475-AEA8-4398-A973-831FA4E2B1DC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521640" y="1545840"/>
            <a:ext cx="8100720" cy="331128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85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8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89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90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91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7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0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01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4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05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7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10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11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15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ftr" idx="4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5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18031530-B5ED-4E0C-B510-EEEB27121B90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41280" cy="34239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3080" cy="342396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22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5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26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27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28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4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7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38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0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1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42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4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7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48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52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ftr" idx="6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7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3FD2CDE6-A408-412B-A076-B1803E571D87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394128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3660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94236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7"/>
          <p:cNvSpPr>
            <a:spLocks noGrp="1"/>
          </p:cNvSpPr>
          <p:nvPr>
            <p:ph type="body"/>
          </p:nvPr>
        </p:nvSpPr>
        <p:spPr>
          <a:xfrm>
            <a:off x="4680720" y="1088280"/>
            <a:ext cx="394236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agramnm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61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64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65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66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67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73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76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77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79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0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81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2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83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86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87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8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9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0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91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sldNum" idx="8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C55A0B94-BAD8-43A7-B468-DD2E76B82B41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ftr" idx="9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 type="body" hasCustomPrompt="1"/>
          </p:nvPr>
        </p:nvSpPr>
        <p:spPr>
          <a:xfrm>
            <a:off x="522360" y="1422360"/>
            <a:ext cx="810000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98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01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202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203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204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5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6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8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9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0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13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214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5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16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17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218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9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20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3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224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7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28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sldNum" idx="10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94FE0149-A35A-4126-AEF9-6F5C6B1782C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ftr" idx="11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PlaceHolder 4"/>
          <p:cNvSpPr>
            <a:spLocks noGrp="1"/>
          </p:cNvSpPr>
          <p:nvPr>
            <p:ph type="body"/>
          </p:nvPr>
        </p:nvSpPr>
        <p:spPr>
          <a:xfrm>
            <a:off x="6031080" y="1422360"/>
            <a:ext cx="259056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5"/>
          <p:cNvSpPr>
            <a:spLocks noGrp="1"/>
          </p:cNvSpPr>
          <p:nvPr>
            <p:ph type="body" hasCustomPrompt="1"/>
          </p:nvPr>
        </p:nvSpPr>
        <p:spPr>
          <a:xfrm>
            <a:off x="522360" y="1422360"/>
            <a:ext cx="531000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n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236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39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240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241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242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3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4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5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6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7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48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51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252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3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4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55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256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7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58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61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262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3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4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5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66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sldNum" idx="12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7985DCF6-75B6-446B-B2C9-C85EF47BA6D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ftr" idx="13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259056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5"/>
          <p:cNvSpPr>
            <a:spLocks noGrp="1"/>
          </p:cNvSpPr>
          <p:nvPr>
            <p:ph type="body" hasCustomPrompt="1"/>
          </p:nvPr>
        </p:nvSpPr>
        <p:spPr>
          <a:xfrm>
            <a:off x="3311640" y="1422360"/>
            <a:ext cx="531000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r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274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77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278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279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280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1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2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3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4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5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86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89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290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1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2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3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294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6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7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8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9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300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2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3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04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 type="ftr" idx="14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15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1CC5C38A-312B-489E-A7CA-58E0D6BA3F4A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41280" cy="1638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1280" cy="1638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6"/>
          <p:cNvSpPr>
            <a:spLocks noGrp="1"/>
          </p:cNvSpPr>
          <p:nvPr>
            <p:ph type="body"/>
          </p:nvPr>
        </p:nvSpPr>
        <p:spPr>
          <a:xfrm>
            <a:off x="522360" y="3187800"/>
            <a:ext cx="3941280" cy="1638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7"/>
          <p:cNvSpPr>
            <a:spLocks noGrp="1"/>
          </p:cNvSpPr>
          <p:nvPr>
            <p:ph type="body"/>
          </p:nvPr>
        </p:nvSpPr>
        <p:spPr>
          <a:xfrm>
            <a:off x="4680000" y="3187800"/>
            <a:ext cx="3943080" cy="1638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31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16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317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318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319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0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1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2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3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4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25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6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8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329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0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31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32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333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4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35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6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7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38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339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0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1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2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43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 type="ftr" idx="16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17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66A70B7C-2C58-4589-BD93-0236EDFA0F30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PlaceHolder 4"/>
          <p:cNvSpPr>
            <a:spLocks noGrp="1"/>
          </p:cNvSpPr>
          <p:nvPr>
            <p:ph type="body"/>
          </p:nvPr>
        </p:nvSpPr>
        <p:spPr>
          <a:xfrm>
            <a:off x="522360" y="1422360"/>
            <a:ext cx="394128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5"/>
          <p:cNvSpPr>
            <a:spLocks noGrp="1"/>
          </p:cNvSpPr>
          <p:nvPr>
            <p:ph type="body"/>
          </p:nvPr>
        </p:nvSpPr>
        <p:spPr>
          <a:xfrm>
            <a:off x="4680000" y="1422360"/>
            <a:ext cx="394308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Kopf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351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2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3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354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355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356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357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8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9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0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1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2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63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4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5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66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367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8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69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70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371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2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73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4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5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76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377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8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9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0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81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82" name="Gruppieren 52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38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86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387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388" name="Freihandform: Form 35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9" name="Freihandform: Form 36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0" name="Freihandform: Form 37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1" name="Freihandform: Form 38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2" name="Freihandform: Form 39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3" name="Freihandform: Form 40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4" name="Freihandform: Form 17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5" name="Freihandform: Form 18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6" name="Freihandform: Form 19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7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398" name="Freihandform: Form 33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9" name="Freihandform: Form 34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00" name="Freihandform: Form 21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01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402" name="Freihandform: Form 31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3" name="Freihandform: Form 32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04" name="Freihandform: Form 23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5" name="Freihandform: Form 24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6" name="Freihandform: Form 25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07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408" name="Freihandform: Form 27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9" name="Freihandform: Form 28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0" name="Freihandform: Form 29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1" name="Freihandform: Form 30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12" name="Grafik 11"/>
          <p:cNvSpPr/>
          <p:nvPr/>
        </p:nvSpPr>
        <p:spPr>
          <a:xfrm>
            <a:off x="0" y="0"/>
            <a:ext cx="3731760" cy="4914720"/>
          </a:xfrm>
          <a:custGeom>
            <a:avLst/>
            <a:gdLst>
              <a:gd name="textAreaLeft" fmla="*/ 0 w 3731760"/>
              <a:gd name="textAreaRight" fmla="*/ 3732120 w 3731760"/>
              <a:gd name="textAreaTop" fmla="*/ 0 h 4914720"/>
              <a:gd name="textAreaBottom" fmla="*/ 4915080 h 4914720"/>
              <a:gd name="GluePoint1X" fmla="*/ 0 w 5015880"/>
              <a:gd name="GluePoint1Y" fmla="*/ 0 h 6597650"/>
              <a:gd name="GluePoint2X" fmla="*/ 5015880 w 5015880"/>
              <a:gd name="GluePoint2Y" fmla="*/ 0 h 6597650"/>
              <a:gd name="GluePoint3X" fmla="*/ 5015880 w 5015880"/>
              <a:gd name="GluePoint3Y" fmla="*/ 6597650 h 6597650"/>
              <a:gd name="GluePoint4X" fmla="*/ 0 w 5015880"/>
              <a:gd name="GluePoint4Y" fmla="*/ 6597650 h 6597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PlaceHolder 1"/>
          <p:cNvSpPr>
            <a:spLocks noGrp="1"/>
          </p:cNvSpPr>
          <p:nvPr>
            <p:ph type="ftr" idx="18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 type="sldNum" idx="19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C4CDD355-2E79-4AB6-8165-4C43F443B251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title" hasCustomPrompt="1"/>
          </p:nvPr>
        </p:nvSpPr>
        <p:spPr>
          <a:xfrm>
            <a:off x="4464000" y="330840"/>
            <a:ext cx="288900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416" name="Gerader Verbinder 45"/>
          <p:cNvCxnSpPr/>
          <p:nvPr/>
        </p:nvCxnSpPr>
        <p:spPr>
          <a:xfrm>
            <a:off x="4464000" y="974520"/>
            <a:ext cx="288972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sp>
        <p:nvSpPr>
          <p:cNvPr id="417" name="PlaceHolder 4"/>
          <p:cNvSpPr>
            <a:spLocks noGrp="1"/>
          </p:cNvSpPr>
          <p:nvPr>
            <p:ph type="body"/>
          </p:nvPr>
        </p:nvSpPr>
        <p:spPr>
          <a:xfrm>
            <a:off x="4464000" y="1422360"/>
            <a:ext cx="436860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8" name="PlaceHolder 5"/>
          <p:cNvSpPr>
            <a:spLocks noGrp="1"/>
          </p:cNvSpPr>
          <p:nvPr>
            <p:ph type="body"/>
          </p:nvPr>
        </p:nvSpPr>
        <p:spPr>
          <a:xfrm>
            <a:off x="4464000" y="1088280"/>
            <a:ext cx="415800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42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423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424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425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426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7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8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9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0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1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2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3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4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5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436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7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8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39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440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1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42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3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4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45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446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7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8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9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450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52" name="PlaceHolder 2"/>
          <p:cNvSpPr>
            <a:spLocks noGrp="1"/>
          </p:cNvSpPr>
          <p:nvPr>
            <p:ph type="ftr" idx="20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 idx="21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9970CE44-0343-4181-9968-37B698D1FB53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PlaceHolder 4"/>
          <p:cNvSpPr>
            <a:spLocks noGrp="1"/>
          </p:cNvSpPr>
          <p:nvPr>
            <p:ph type="body" hasCustomPrompt="1"/>
          </p:nvPr>
        </p:nvSpPr>
        <p:spPr>
          <a:xfrm>
            <a:off x="4625640" y="1422360"/>
            <a:ext cx="451800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55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375408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6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408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rech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502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3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4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05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506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507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508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9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0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1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2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3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14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5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6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17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518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9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20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21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522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3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24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5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6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27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528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9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0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1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32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34" name="PlaceHolder 2"/>
          <p:cNvSpPr>
            <a:spLocks noGrp="1"/>
          </p:cNvSpPr>
          <p:nvPr>
            <p:ph type="ftr" idx="23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PlaceHolder 3"/>
          <p:cNvSpPr>
            <a:spLocks noGrp="1"/>
          </p:cNvSpPr>
          <p:nvPr>
            <p:ph type="sldNum" idx="24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10CF831C-6DF4-42FE-A5BD-BD5F58600349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PlaceHolder 4"/>
          <p:cNvSpPr>
            <a:spLocks noGrp="1"/>
          </p:cNvSpPr>
          <p:nvPr>
            <p:ph type="body" hasCustomPrompt="1"/>
          </p:nvPr>
        </p:nvSpPr>
        <p:spPr>
          <a:xfrm>
            <a:off x="4625640" y="1422360"/>
            <a:ext cx="224172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37" name="PlaceHolder 5"/>
          <p:cNvSpPr>
            <a:spLocks noGrp="1"/>
          </p:cNvSpPr>
          <p:nvPr>
            <p:ph type="body" hasCustomPrompt="1"/>
          </p:nvPr>
        </p:nvSpPr>
        <p:spPr>
          <a:xfrm>
            <a:off x="6921000" y="1422360"/>
            <a:ext cx="222264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38" name="PlaceHolder 6"/>
          <p:cNvSpPr>
            <a:spLocks noGrp="1"/>
          </p:cNvSpPr>
          <p:nvPr>
            <p:ph type="body"/>
          </p:nvPr>
        </p:nvSpPr>
        <p:spPr>
          <a:xfrm>
            <a:off x="522360" y="1422360"/>
            <a:ext cx="375408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9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375408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Bild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541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2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3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544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545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546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547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8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9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0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1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2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53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4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5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56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557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8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59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60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561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2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63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4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5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66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567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8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9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0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71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72" name="Gruppieren 53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57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76" name="PlaceHolder 1"/>
          <p:cNvSpPr>
            <a:spLocks noGrp="1"/>
          </p:cNvSpPr>
          <p:nvPr>
            <p:ph type="ftr" idx="25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PlaceHolder 2"/>
          <p:cNvSpPr>
            <a:spLocks noGrp="1"/>
          </p:cNvSpPr>
          <p:nvPr>
            <p:ph type="sldNum" idx="26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9E7D09BD-13D8-4A1F-BC9D-0571E6C4227E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PlaceHolder 3"/>
          <p:cNvSpPr>
            <a:spLocks noGrp="1"/>
          </p:cNvSpPr>
          <p:nvPr>
            <p:ph type="title" hasCustomPrompt="1"/>
          </p:nvPr>
        </p:nvSpPr>
        <p:spPr>
          <a:xfrm>
            <a:off x="4625640" y="330840"/>
            <a:ext cx="272736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579" name="Gerader Verbinder 46"/>
          <p:cNvCxnSpPr/>
          <p:nvPr/>
        </p:nvCxnSpPr>
        <p:spPr>
          <a:xfrm>
            <a:off x="4625640" y="974520"/>
            <a:ext cx="2728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sp>
        <p:nvSpPr>
          <p:cNvPr id="580" name="PlaceHolder 4"/>
          <p:cNvSpPr>
            <a:spLocks noGrp="1"/>
          </p:cNvSpPr>
          <p:nvPr>
            <p:ph type="body" hasCustomPrompt="1"/>
          </p:nvPr>
        </p:nvSpPr>
        <p:spPr>
          <a:xfrm>
            <a:off x="-6120" y="0"/>
            <a:ext cx="4276800" cy="4914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581" name="PlaceHolder 5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7440" cy="34873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2" name="PlaceHolder 6"/>
          <p:cNvSpPr>
            <a:spLocks noGrp="1"/>
          </p:cNvSpPr>
          <p:nvPr>
            <p:ph type="body"/>
          </p:nvPr>
        </p:nvSpPr>
        <p:spPr>
          <a:xfrm>
            <a:off x="4625640" y="1088280"/>
            <a:ext cx="3996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583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584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585" name="Freihandform: Form 68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6" name="Freihandform: Form 69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7" name="Freihandform: Form 70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8" name="Freihandform: Form 71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9" name="Freihandform: Form 72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0" name="Freihandform: Form 73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91" name="Freihandform: Form 45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2" name="Freihandform: Form 4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3" name="Freihandform: Form 4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94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595" name="Freihandform: Form 66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6" name="Freihandform: Form 67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97" name="Freihandform: Form 50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98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599" name="Freihandform: Form 6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0" name="Freihandform: Form 6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1" name="Freihandform: Form 52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2" name="Freihandform: Form 5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3" name="Freihandform: Form 5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04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605" name="Freihandform: Form 6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6" name="Freihandform: Form 6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7" name="Freihandform: Form 6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8" name="Freihandform: Form 6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zwei Bilder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9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61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13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614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615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616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7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8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9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0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1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22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3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4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5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626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7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28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29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630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1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32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3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4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35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636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7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8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9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40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641" name="Gruppieren 54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642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3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4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45" name="PlaceHolder 1"/>
          <p:cNvSpPr>
            <a:spLocks noGrp="1"/>
          </p:cNvSpPr>
          <p:nvPr>
            <p:ph type="ftr" idx="27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PlaceHolder 2"/>
          <p:cNvSpPr>
            <a:spLocks noGrp="1"/>
          </p:cNvSpPr>
          <p:nvPr>
            <p:ph type="sldNum" idx="28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1927DD8F-8C23-4CA0-A573-A35CCB1E3696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PlaceHolder 3"/>
          <p:cNvSpPr>
            <a:spLocks noGrp="1"/>
          </p:cNvSpPr>
          <p:nvPr>
            <p:ph type="title" hasCustomPrompt="1"/>
          </p:nvPr>
        </p:nvSpPr>
        <p:spPr>
          <a:xfrm>
            <a:off x="4625640" y="330840"/>
            <a:ext cx="272736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Titel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cxnSp>
        <p:nvCxnSpPr>
          <p:cNvPr id="648" name="Gerader Verbinder 47"/>
          <p:cNvCxnSpPr/>
          <p:nvPr/>
        </p:nvCxnSpPr>
        <p:spPr>
          <a:xfrm>
            <a:off x="4625640" y="974520"/>
            <a:ext cx="272808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sp>
        <p:nvSpPr>
          <p:cNvPr id="649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0"/>
            <a:ext cx="4275720" cy="24307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50" name="PlaceHolder 5"/>
          <p:cNvSpPr>
            <a:spLocks noGrp="1"/>
          </p:cNvSpPr>
          <p:nvPr>
            <p:ph type="body" hasCustomPrompt="1"/>
          </p:nvPr>
        </p:nvSpPr>
        <p:spPr>
          <a:xfrm>
            <a:off x="0" y="2493720"/>
            <a:ext cx="4275720" cy="2420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651" name="PlaceHolder 6"/>
          <p:cNvSpPr>
            <a:spLocks noGrp="1"/>
          </p:cNvSpPr>
          <p:nvPr>
            <p:ph type="body"/>
          </p:nvPr>
        </p:nvSpPr>
        <p:spPr>
          <a:xfrm>
            <a:off x="4625640" y="1422360"/>
            <a:ext cx="3999960" cy="348732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2" name="PlaceHolder 7"/>
          <p:cNvSpPr>
            <a:spLocks noGrp="1"/>
          </p:cNvSpPr>
          <p:nvPr>
            <p:ph type="body"/>
          </p:nvPr>
        </p:nvSpPr>
        <p:spPr>
          <a:xfrm>
            <a:off x="4622400" y="1088280"/>
            <a:ext cx="399996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653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654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655" name="Freihandform: Form 69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6" name="Freihandform: Form 70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7" name="Freihandform: Form 71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8" name="Freihandform: Form 72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9" name="Freihandform: Form 73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0" name="Freihandform: Form 74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1" name="Freihandform: Form 45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2" name="Freihandform: Form 46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3" name="Freihandform: Form 49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64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665" name="Freihandform: Form 67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6" name="Freihandform: Form 68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67" name="Freihandform: Form 51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68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669" name="Freihandform: Form 65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0" name="Freihandform: Form 66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71" name="Freihandform: Form 53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2" name="Freihandform: Form 58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3" name="Freihandform: Form 59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74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675" name="Freihandform: Form 61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6" name="Freihandform: Form 62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7" name="Freihandform: Form 63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8" name="Freihandform: Form 64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zw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68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683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684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685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686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7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8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9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0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1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92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3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4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95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696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7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98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699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700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1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02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3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4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05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706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7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8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9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10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1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12" name="PlaceHolder 2"/>
          <p:cNvSpPr>
            <a:spLocks noGrp="1"/>
          </p:cNvSpPr>
          <p:nvPr>
            <p:ph type="ftr" idx="29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PlaceHolder 3"/>
          <p:cNvSpPr>
            <a:spLocks noGrp="1"/>
          </p:cNvSpPr>
          <p:nvPr>
            <p:ph type="sldNum" idx="30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892164DA-2FD6-4C3D-8067-8E8B26A12BB4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454428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15" name="PlaceHolder 5"/>
          <p:cNvSpPr>
            <a:spLocks noGrp="1"/>
          </p:cNvSpPr>
          <p:nvPr>
            <p:ph type="body" hasCustomPrompt="1"/>
          </p:nvPr>
        </p:nvSpPr>
        <p:spPr>
          <a:xfrm>
            <a:off x="4599360" y="1422360"/>
            <a:ext cx="454428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16" name="PlaceHolder 6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drei Bil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718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9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0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21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722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723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724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5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6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7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8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9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30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1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2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3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734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5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36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37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738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9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40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1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2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43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744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5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6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7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48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50" name="PlaceHolder 2"/>
          <p:cNvSpPr>
            <a:spLocks noGrp="1"/>
          </p:cNvSpPr>
          <p:nvPr>
            <p:ph type="ftr" idx="31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PlaceHolder 3"/>
          <p:cNvSpPr>
            <a:spLocks noGrp="1"/>
          </p:cNvSpPr>
          <p:nvPr>
            <p:ph type="sldNum" idx="32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4F4DF234-89FE-4A41-802F-2CB79B74E7F2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297864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53" name="PlaceHolder 5"/>
          <p:cNvSpPr>
            <a:spLocks noGrp="1"/>
          </p:cNvSpPr>
          <p:nvPr>
            <p:ph type="body" hasCustomPrompt="1"/>
          </p:nvPr>
        </p:nvSpPr>
        <p:spPr>
          <a:xfrm>
            <a:off x="3032640" y="1422360"/>
            <a:ext cx="307872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54" name="PlaceHolder 6"/>
          <p:cNvSpPr>
            <a:spLocks noGrp="1"/>
          </p:cNvSpPr>
          <p:nvPr>
            <p:ph type="body" hasCustomPrompt="1"/>
          </p:nvPr>
        </p:nvSpPr>
        <p:spPr>
          <a:xfrm>
            <a:off x="6165000" y="1422360"/>
            <a:ext cx="297864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55" name="PlaceHolder 7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Überschrift + Bild groß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6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757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8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9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60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761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762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763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4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5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6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7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8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69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0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1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72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773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4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5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76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777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8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9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0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1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82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783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4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5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6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7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89" name="PlaceHolder 2"/>
          <p:cNvSpPr>
            <a:spLocks noGrp="1"/>
          </p:cNvSpPr>
          <p:nvPr>
            <p:ph type="ftr" idx="33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PlaceHolder 3"/>
          <p:cNvSpPr>
            <a:spLocks noGrp="1"/>
          </p:cNvSpPr>
          <p:nvPr>
            <p:ph type="sldNum" idx="34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93E4E2A8-068B-45D0-B201-D117BC6FDCD1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PlaceHolder 4"/>
          <p:cNvSpPr>
            <a:spLocks noGrp="1"/>
          </p:cNvSpPr>
          <p:nvPr>
            <p:ph type="body" hasCustomPrompt="1"/>
          </p:nvPr>
        </p:nvSpPr>
        <p:spPr>
          <a:xfrm>
            <a:off x="0" y="1422360"/>
            <a:ext cx="914364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92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3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794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5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6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797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798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799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800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1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2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3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4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5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06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7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8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09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810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1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12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13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814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5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16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7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8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19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820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1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2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3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24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26" name="PlaceHolder 2"/>
          <p:cNvSpPr>
            <a:spLocks noGrp="1"/>
          </p:cNvSpPr>
          <p:nvPr>
            <p:ph type="ftr" idx="35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PlaceHolder 3"/>
          <p:cNvSpPr>
            <a:spLocks noGrp="1"/>
          </p:cNvSpPr>
          <p:nvPr>
            <p:ph type="sldNum" idx="36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47A413D4-15DE-4E1C-BB88-0966EF35C48C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PlaceHolder 4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9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83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33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834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835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836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7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8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9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0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1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42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3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4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45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846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7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48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49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850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1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52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3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4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55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856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7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8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9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60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6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862" name="PlaceHolder 2"/>
          <p:cNvSpPr>
            <a:spLocks noGrp="1"/>
          </p:cNvSpPr>
          <p:nvPr>
            <p:ph type="ftr" idx="37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PlaceHolder 3"/>
          <p:cNvSpPr>
            <a:spLocks noGrp="1"/>
          </p:cNvSpPr>
          <p:nvPr>
            <p:ph type="sldNum" idx="38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434ACC84-594B-42D5-BF2D-495ADD0479C2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4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865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6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7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868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869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870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871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2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3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4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5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6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77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8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9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80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881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2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83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84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885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6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887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8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9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890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891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2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3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4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895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96" name="PlaceHolder 1"/>
          <p:cNvSpPr>
            <a:spLocks noGrp="1"/>
          </p:cNvSpPr>
          <p:nvPr>
            <p:ph type="ftr" idx="39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PlaceHolder 2"/>
          <p:cNvSpPr>
            <a:spLocks noGrp="1"/>
          </p:cNvSpPr>
          <p:nvPr>
            <p:ph type="sldNum" idx="40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4EC79A5A-2FD6-451C-9798-C676C58E44A3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8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899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0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1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902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903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904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905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6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7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8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9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0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11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2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3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14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915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6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17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18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919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0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21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2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3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24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925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6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7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8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29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930" name="Gruppieren 49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931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2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3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34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9360" cy="91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35" name="Grafik 11"/>
          <p:cNvSpPr/>
          <p:nvPr/>
        </p:nvSpPr>
        <p:spPr>
          <a:xfrm>
            <a:off x="0" y="0"/>
            <a:ext cx="3731760" cy="4914720"/>
          </a:xfrm>
          <a:custGeom>
            <a:avLst/>
            <a:gdLst>
              <a:gd name="textAreaLeft" fmla="*/ 0 w 3731760"/>
              <a:gd name="textAreaRight" fmla="*/ 3732120 w 3731760"/>
              <a:gd name="textAreaTop" fmla="*/ 0 h 4914720"/>
              <a:gd name="textAreaBottom" fmla="*/ 4915080 h 4914720"/>
              <a:gd name="GluePoint1X" fmla="*/ 0 w 5015880"/>
              <a:gd name="GluePoint1Y" fmla="*/ 0 h 6597650"/>
              <a:gd name="GluePoint2X" fmla="*/ 5015880 w 5015880"/>
              <a:gd name="GluePoint2Y" fmla="*/ 0 h 6597650"/>
              <a:gd name="GluePoint3X" fmla="*/ 5015880 w 5015880"/>
              <a:gd name="GluePoint3Y" fmla="*/ 6597650 h 6597650"/>
              <a:gd name="GluePoint4X" fmla="*/ 0 w 5015880"/>
              <a:gd name="GluePoint4Y" fmla="*/ 6597650 h 65976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5015880" h="6597650">
                <a:moveTo>
                  <a:pt x="0" y="0"/>
                </a:moveTo>
                <a:lnTo>
                  <a:pt x="5015880" y="0"/>
                </a:lnTo>
                <a:lnTo>
                  <a:pt x="5015880" y="6597650"/>
                </a:lnTo>
                <a:lnTo>
                  <a:pt x="0" y="659765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PlaceHolder 2"/>
          <p:cNvSpPr>
            <a:spLocks noGrp="1"/>
          </p:cNvSpPr>
          <p:nvPr>
            <p:ph type="ftr" idx="41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7" name="PlaceHolder 3"/>
          <p:cNvSpPr>
            <a:spLocks noGrp="1"/>
          </p:cNvSpPr>
          <p:nvPr>
            <p:ph type="sldNum" idx="42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6E2C8046-20F4-478D-8068-873708BC784C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938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939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940" name="Freihandform: Form 65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1" name="Freihandform: Form 66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2" name="Freihandform: Form 67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3" name="Freihandform: Form 68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4" name="Freihandform: Form 69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5" name="Freihandform: Form 70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46" name="Freihandform: Form 43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7" name="Freihandform: Form 44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8" name="Freihandform: Form 45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49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950" name="Freihandform: Form 63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1" name="Freihandform: Form 64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52" name="Freihandform: Form 47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53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954" name="Freihandform: Form 61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5" name="Freihandform: Form 62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56" name="Freihandform: Form 53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7" name="Freihandform: Form 54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8" name="Freihandform: Form 55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59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960" name="Freihandform: Form 57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1" name="Freihandform: Form 58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2" name="Freihandform: Form 59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3" name="Freihandform: Form 60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apiteltrenn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7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008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9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0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011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012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013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014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5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6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7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8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9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20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1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2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23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024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5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26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27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028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9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30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1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2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33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034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5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6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7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38" name="Freihandform: Form 44" hidden="1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039" name="Gruppieren 49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040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1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2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43" name="PlaceHolder 1"/>
          <p:cNvSpPr>
            <a:spLocks noGrp="1"/>
          </p:cNvSpPr>
          <p:nvPr>
            <p:ph type="title"/>
          </p:nvPr>
        </p:nvSpPr>
        <p:spPr>
          <a:xfrm>
            <a:off x="3843000" y="3034440"/>
            <a:ext cx="4779360" cy="918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044" name="PlaceHolder 2"/>
          <p:cNvSpPr>
            <a:spLocks noGrp="1"/>
          </p:cNvSpPr>
          <p:nvPr>
            <p:ph type="ftr" idx="44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5" name="PlaceHolder 3"/>
          <p:cNvSpPr>
            <a:spLocks noGrp="1"/>
          </p:cNvSpPr>
          <p:nvPr>
            <p:ph type="sldNum" idx="45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F767150B-9DD4-4382-B0B8-814FA84BEF0D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046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047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048" name="Freihandform: Form 65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9" name="Freihandform: Form 66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0" name="Freihandform: Form 67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1" name="Freihandform: Form 68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2" name="Freihandform: Form 69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3" name="Freihandform: Form 70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54" name="Freihandform: Form 43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5" name="Freihandform: Form 44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6" name="Freihandform: Form 45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57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058" name="Freihandform: Form 63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9" name="Freihandform: Form 64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60" name="Freihandform: Form 47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61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062" name="Freihandform: Form 61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3" name="Freihandform: Form 62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064" name="Freihandform: Form 53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5" name="Freihandform: Form 54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6" name="Freihandform: Form 55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67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068" name="Freihandform: Form 57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9" name="Freihandform: Form 58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0" name="Freihandform: Form 59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1" name="Freihandform: Form 60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sverzeichnis 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5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206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7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8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09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210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211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212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3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4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5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6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7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18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9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0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1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222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3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24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25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226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7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28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9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0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31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232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3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4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5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36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7" name="PlaceHolder 1"/>
          <p:cNvSpPr>
            <a:spLocks noGrp="1"/>
          </p:cNvSpPr>
          <p:nvPr>
            <p:ph type="title" hasCustomPrompt="1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Inhaltsverzeichnis (Text bearbeiten)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38" name="PlaceHolder 2"/>
          <p:cNvSpPr>
            <a:spLocks noGrp="1"/>
          </p:cNvSpPr>
          <p:nvPr>
            <p:ph type="sldNum" idx="49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FB94B646-3578-40C9-BD53-035F687F52C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9" name="PlaceHolder 3"/>
          <p:cNvSpPr>
            <a:spLocks noGrp="1"/>
          </p:cNvSpPr>
          <p:nvPr>
            <p:ph type="ftr" idx="50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0" name="PlaceHolder 4"/>
          <p:cNvSpPr>
            <a:spLocks noGrp="1"/>
          </p:cNvSpPr>
          <p:nvPr>
            <p:ph type="body" hasCustomPrompt="1"/>
          </p:nvPr>
        </p:nvSpPr>
        <p:spPr>
          <a:xfrm>
            <a:off x="5488200" y="1422360"/>
            <a:ext cx="3655440" cy="34920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0" tIns="540000" rIns="0" bIns="0" anchor="t">
            <a:noAutofit/>
          </a:bodyPr>
          <a:lstStyle>
            <a:lvl1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Inhaltsplatzhalter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81080"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41" name="PlaceHolder 5"/>
          <p:cNvSpPr>
            <a:spLocks noGrp="1"/>
          </p:cNvSpPr>
          <p:nvPr>
            <p:ph type="body"/>
          </p:nvPr>
        </p:nvSpPr>
        <p:spPr>
          <a:xfrm>
            <a:off x="521640" y="1422360"/>
            <a:ext cx="458604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95200" indent="-295200" algn="l" defTabSz="914400">
              <a:lnSpc>
                <a:spcPct val="90000"/>
              </a:lnSpc>
              <a:spcBef>
                <a:spcPts val="1199"/>
              </a:spcBef>
              <a:buClr>
                <a:srgbClr val="006AB3"/>
              </a:buClr>
              <a:buFont typeface="Arial"/>
              <a:buAutoNum type="arabicPeriod"/>
              <a:tabLst>
                <a:tab pos="0" algn="l"/>
              </a:tabLst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0" algn="l"/>
              </a:tabLst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+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2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243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4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5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46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247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248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249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0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1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2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3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4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55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6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7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58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259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0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61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62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263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4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65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6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7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68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269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0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1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2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273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75" name="PlaceHolder 2"/>
          <p:cNvSpPr>
            <a:spLocks noGrp="1"/>
          </p:cNvSpPr>
          <p:nvPr>
            <p:ph type="ftr" idx="51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6" name="PlaceHolder 3"/>
          <p:cNvSpPr>
            <a:spLocks noGrp="1"/>
          </p:cNvSpPr>
          <p:nvPr>
            <p:ph type="sldNum" idx="52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1A09787F-3121-4188-87E7-5019472E658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7" name="PlaceHolder 4"/>
          <p:cNvSpPr>
            <a:spLocks noGrp="1"/>
          </p:cNvSpPr>
          <p:nvPr>
            <p:ph type="body"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+ Unter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8" name="Gruppieren 6"/>
          <p:cNvGrpSpPr/>
          <p:nvPr/>
        </p:nvGrpSpPr>
        <p:grpSpPr>
          <a:xfrm>
            <a:off x="-5040" y="4950720"/>
            <a:ext cx="9148680" cy="197640"/>
            <a:chOff x="-5040" y="4950720"/>
            <a:chExt cx="9148680" cy="197640"/>
          </a:xfrm>
        </p:grpSpPr>
        <p:sp>
          <p:nvSpPr>
            <p:cNvPr id="1279" name="bk object 18"/>
            <p:cNvSpPr/>
            <p:nvPr/>
          </p:nvSpPr>
          <p:spPr>
            <a:xfrm>
              <a:off x="-5040" y="4950720"/>
              <a:ext cx="484560" cy="197640"/>
            </a:xfrm>
            <a:custGeom>
              <a:avLst/>
              <a:gdLst>
                <a:gd name="textAreaLeft" fmla="*/ 0 w 484560"/>
                <a:gd name="textAreaRight" fmla="*/ 484920 w 48456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0" name="bk object 18"/>
            <p:cNvSpPr/>
            <p:nvPr/>
          </p:nvSpPr>
          <p:spPr>
            <a:xfrm>
              <a:off x="522360" y="4950720"/>
              <a:ext cx="8621280" cy="197640"/>
            </a:xfrm>
            <a:custGeom>
              <a:avLst/>
              <a:gdLst>
                <a:gd name="textAreaLeft" fmla="*/ 0 w 8621280"/>
                <a:gd name="textAreaRight" fmla="*/ 8621640 w 8621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9144000" h="198120">
                  <a:moveTo>
                    <a:pt x="0" y="197993"/>
                  </a:moveTo>
                  <a:lnTo>
                    <a:pt x="9144000" y="197993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7993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1" name="Holder 3"/>
            <p:cNvSpPr/>
            <p:nvPr/>
          </p:nvSpPr>
          <p:spPr>
            <a:xfrm>
              <a:off x="8194680" y="4966200"/>
              <a:ext cx="449280" cy="1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marL="12600" defTabSz="686160">
                <a:lnSpc>
                  <a:spcPct val="100000"/>
                </a:lnSpc>
                <a:spcBef>
                  <a:spcPts val="6"/>
                </a:spcBef>
              </a:pPr>
              <a:r>
                <a:rPr lang="de-DE" sz="1000" b="1" u="none" spc="11" strike="noStrike">
                  <a:solidFill>
                    <a:schemeClr val="lt1"/>
                  </a:solidFill>
                  <a:effectLst/>
                  <a:uFillTx/>
                  <a:latin typeface="Arial"/>
                </a:rPr>
                <a:t>hhu.de</a:t>
              </a:r>
              <a:endParaRPr lang="de-DE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282" name="Gerader Verbinder 11"/>
          <p:cNvCxnSpPr/>
          <p:nvPr/>
        </p:nvCxnSpPr>
        <p:spPr>
          <a:xfrm>
            <a:off x="521280" y="974520"/>
            <a:ext cx="6832440" cy="360"/>
          </a:xfrm>
          <a:prstGeom prst="straightConnector1">
            <a:avLst/>
          </a:prstGeom>
          <a:ln w="19050">
            <a:solidFill>
              <a:srgbClr val="CCDDE7"/>
            </a:solidFill>
          </a:ln>
        </p:spPr>
      </p:cxnSp>
      <p:grpSp>
        <p:nvGrpSpPr>
          <p:cNvPr id="1283" name="Grafik 9"/>
          <p:cNvGrpSpPr/>
          <p:nvPr/>
        </p:nvGrpSpPr>
        <p:grpSpPr>
          <a:xfrm>
            <a:off x="7741440" y="394200"/>
            <a:ext cx="1049760" cy="620640"/>
            <a:chOff x="7741440" y="394200"/>
            <a:chExt cx="1049760" cy="620640"/>
          </a:xfrm>
        </p:grpSpPr>
        <p:grpSp>
          <p:nvGrpSpPr>
            <p:cNvPr id="1284" name="Grafik 9"/>
            <p:cNvGrpSpPr/>
            <p:nvPr/>
          </p:nvGrpSpPr>
          <p:grpSpPr>
            <a:xfrm>
              <a:off x="7741440" y="394200"/>
              <a:ext cx="884520" cy="432000"/>
              <a:chOff x="7741440" y="394200"/>
              <a:chExt cx="884520" cy="432000"/>
            </a:xfrm>
          </p:grpSpPr>
          <p:sp>
            <p:nvSpPr>
              <p:cNvPr id="1285" name="Freihandform: Form 20"/>
              <p:cNvSpPr/>
              <p:nvPr/>
            </p:nvSpPr>
            <p:spPr>
              <a:xfrm>
                <a:off x="8358120" y="480600"/>
                <a:ext cx="267840" cy="26820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268200"/>
                  <a:gd name="textAreaBottom" fmla="*/ 268560 h 268200"/>
                  <a:gd name="GluePoint1X" fmla="*/ 358113 w 357629"/>
                  <a:gd name="GluePoint1Y" fmla="*/ 0 h 357629"/>
                  <a:gd name="GluePoint2X" fmla="*/ 358113 w 357629"/>
                  <a:gd name="GluePoint2Y" fmla="*/ 179540 h 357629"/>
                  <a:gd name="GluePoint3X" fmla="*/ 179057 w 357629"/>
                  <a:gd name="GluePoint3Y" fmla="*/ 359080 h 357629"/>
                  <a:gd name="GluePoint4X" fmla="*/ 0 w 357629"/>
                  <a:gd name="GluePoint4Y" fmla="*/ 179540 h 357629"/>
                  <a:gd name="GluePoint5X" fmla="*/ 0 w 357629"/>
                  <a:gd name="GluePoint5Y" fmla="*/ 0 h 357629"/>
                  <a:gd name="GluePoint6X" fmla="*/ 90857 w 357629"/>
                  <a:gd name="GluePoint6Y" fmla="*/ 0 h 357629"/>
                  <a:gd name="GluePoint7X" fmla="*/ 90857 w 357629"/>
                  <a:gd name="GluePoint7Y" fmla="*/ 171807 h 357629"/>
                  <a:gd name="GluePoint8X" fmla="*/ 179057 w 357629"/>
                  <a:gd name="GluePoint8Y" fmla="*/ 265323 h 357629"/>
                  <a:gd name="GluePoint9X" fmla="*/ 267256 w 357629"/>
                  <a:gd name="GluePoint9Y" fmla="*/ 171807 h 357629"/>
                  <a:gd name="GluePoint10X" fmla="*/ 267256 w 357629"/>
                  <a:gd name="GluePoint10Y" fmla="*/ 0 h 357629"/>
                  <a:gd name="GluePoint11X" fmla="*/ 358113 w 357629"/>
                  <a:gd name="GluePoint11Y" fmla="*/ 0 h 35762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357629" h="357629">
                    <a:moveTo>
                      <a:pt x="358113" y="0"/>
                    </a:moveTo>
                    <a:lnTo>
                      <a:pt x="358113" y="179540"/>
                    </a:lnTo>
                    <a:cubicBezTo>
                      <a:pt x="358113" y="286587"/>
                      <a:pt x="277888" y="359080"/>
                      <a:pt x="179057" y="359080"/>
                    </a:cubicBezTo>
                    <a:cubicBezTo>
                      <a:pt x="80225" y="359080"/>
                      <a:pt x="0" y="286587"/>
                      <a:pt x="0" y="179540"/>
                    </a:cubicBezTo>
                    <a:cubicBezTo>
                      <a:pt x="0" y="164075"/>
                      <a:pt x="0" y="0"/>
                      <a:pt x="0" y="0"/>
                    </a:cubicBezTo>
                    <a:lnTo>
                      <a:pt x="90857" y="0"/>
                    </a:lnTo>
                    <a:cubicBezTo>
                      <a:pt x="90857" y="32622"/>
                      <a:pt x="90857" y="165041"/>
                      <a:pt x="90857" y="171807"/>
                    </a:cubicBezTo>
                    <a:cubicBezTo>
                      <a:pt x="90857" y="227385"/>
                      <a:pt x="130487" y="265323"/>
                      <a:pt x="179057" y="265323"/>
                    </a:cubicBezTo>
                    <a:cubicBezTo>
                      <a:pt x="227868" y="265323"/>
                      <a:pt x="267256" y="227385"/>
                      <a:pt x="267256" y="171807"/>
                    </a:cubicBezTo>
                    <a:lnTo>
                      <a:pt x="267256" y="0"/>
                    </a:lnTo>
                    <a:lnTo>
                      <a:pt x="358113" y="0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6" name="Freihandform: Form 21"/>
              <p:cNvSpPr/>
              <p:nvPr/>
            </p:nvSpPr>
            <p:spPr>
              <a:xfrm>
                <a:off x="774144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7" name="Freihandform: Form 22"/>
              <p:cNvSpPr/>
              <p:nvPr/>
            </p:nvSpPr>
            <p:spPr>
              <a:xfrm>
                <a:off x="8050680" y="394200"/>
                <a:ext cx="267840" cy="348120"/>
              </a:xfrm>
              <a:custGeom>
                <a:avLst/>
                <a:gdLst>
                  <a:gd name="textAreaLeft" fmla="*/ 0 w 267840"/>
                  <a:gd name="textAreaRight" fmla="*/ 268200 w 267840"/>
                  <a:gd name="textAreaTop" fmla="*/ 0 h 348120"/>
                  <a:gd name="textAreaBottom" fmla="*/ 348480 h 348120"/>
                  <a:gd name="GluePoint1X" fmla="*/ 90857 w 357629"/>
                  <a:gd name="GluePoint1Y" fmla="*/ 464435 h 463952"/>
                  <a:gd name="GluePoint2X" fmla="*/ 0 w 357629"/>
                  <a:gd name="GluePoint2Y" fmla="*/ 464435 h 463952"/>
                  <a:gd name="GluePoint3X" fmla="*/ 0 w 357629"/>
                  <a:gd name="GluePoint3Y" fmla="*/ 0 h 463952"/>
                  <a:gd name="GluePoint4X" fmla="*/ 90857 w 357629"/>
                  <a:gd name="GluePoint4Y" fmla="*/ 0 h 463952"/>
                  <a:gd name="GluePoint5X" fmla="*/ 90857 w 357629"/>
                  <a:gd name="GluePoint5Y" fmla="*/ 127345 h 463952"/>
                  <a:gd name="GluePoint6X" fmla="*/ 179298 w 357629"/>
                  <a:gd name="GluePoint6Y" fmla="*/ 105597 h 463952"/>
                  <a:gd name="GluePoint7X" fmla="*/ 358355 w 357629"/>
                  <a:gd name="GluePoint7Y" fmla="*/ 285137 h 463952"/>
                  <a:gd name="GluePoint8X" fmla="*/ 358355 w 357629"/>
                  <a:gd name="GluePoint8Y" fmla="*/ 464677 h 463952"/>
                  <a:gd name="GluePoint9X" fmla="*/ 267497 w 357629"/>
                  <a:gd name="GluePoint9Y" fmla="*/ 464677 h 463952"/>
                  <a:gd name="GluePoint10X" fmla="*/ 267497 w 357629"/>
                  <a:gd name="GluePoint10Y" fmla="*/ 292870 h 463952"/>
                  <a:gd name="GluePoint11X" fmla="*/ 179298 w 357629"/>
                  <a:gd name="GluePoint11Y" fmla="*/ 199354 h 463952"/>
                  <a:gd name="GluePoint12X" fmla="*/ 91099 w 357629"/>
                  <a:gd name="GluePoint12Y" fmla="*/ 292870 h 463952"/>
                  <a:gd name="GluePoint13X" fmla="*/ 91099 w 357629"/>
                  <a:gd name="GluePoint13Y" fmla="*/ 464435 h 46395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</a:cxnLst>
                <a:rect l="textAreaLeft" t="textAreaTop" r="textAreaRight" b="textAreaBottom"/>
                <a:pathLst>
                  <a:path w="357629" h="463952">
                    <a:moveTo>
                      <a:pt x="90857" y="464435"/>
                    </a:moveTo>
                    <a:lnTo>
                      <a:pt x="0" y="464435"/>
                    </a:lnTo>
                    <a:lnTo>
                      <a:pt x="0" y="0"/>
                    </a:lnTo>
                    <a:lnTo>
                      <a:pt x="90857" y="0"/>
                    </a:lnTo>
                    <a:lnTo>
                      <a:pt x="90857" y="127345"/>
                    </a:lnTo>
                    <a:cubicBezTo>
                      <a:pt x="116955" y="113330"/>
                      <a:pt x="146918" y="105597"/>
                      <a:pt x="179298" y="105597"/>
                    </a:cubicBezTo>
                    <a:cubicBezTo>
                      <a:pt x="278130" y="105597"/>
                      <a:pt x="358355" y="178090"/>
                      <a:pt x="358355" y="285137"/>
                    </a:cubicBezTo>
                    <a:lnTo>
                      <a:pt x="358355" y="464677"/>
                    </a:lnTo>
                    <a:lnTo>
                      <a:pt x="267497" y="464677"/>
                    </a:lnTo>
                    <a:lnTo>
                      <a:pt x="267497" y="292870"/>
                    </a:lnTo>
                    <a:cubicBezTo>
                      <a:pt x="267497" y="237292"/>
                      <a:pt x="227868" y="199354"/>
                      <a:pt x="179298" y="199354"/>
                    </a:cubicBezTo>
                    <a:cubicBezTo>
                      <a:pt x="130728" y="199354"/>
                      <a:pt x="91099" y="237292"/>
                      <a:pt x="91099" y="292870"/>
                    </a:cubicBezTo>
                    <a:lnTo>
                      <a:pt x="91099" y="464435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8" name="Freihandform: Form 23"/>
              <p:cNvSpPr/>
              <p:nvPr/>
            </p:nvSpPr>
            <p:spPr>
              <a:xfrm>
                <a:off x="784800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9" name="Freihandform: Form 24"/>
              <p:cNvSpPr/>
              <p:nvPr/>
            </p:nvSpPr>
            <p:spPr>
              <a:xfrm>
                <a:off x="795816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082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0" name="Freihandform: Form 25"/>
              <p:cNvSpPr/>
              <p:nvPr/>
            </p:nvSpPr>
            <p:spPr>
              <a:xfrm>
                <a:off x="8212320" y="817560"/>
                <a:ext cx="8640" cy="8640"/>
              </a:xfrm>
              <a:custGeom>
                <a:avLst/>
                <a:gdLst>
                  <a:gd name="textAreaLeft" fmla="*/ 0 w 8640"/>
                  <a:gd name="textAreaRight" fmla="*/ 9000 w 8640"/>
                  <a:gd name="textAreaTop" fmla="*/ 0 h 8640"/>
                  <a:gd name="textAreaBottom" fmla="*/ 9000 h 8640"/>
                  <a:gd name="GluePoint1X" fmla="*/ 10874 w 12082"/>
                  <a:gd name="GluePoint1Y" fmla="*/ 1933 h 12082"/>
                  <a:gd name="GluePoint2X" fmla="*/ 6524 w 12082"/>
                  <a:gd name="GluePoint2Y" fmla="*/ 0 h 12082"/>
                  <a:gd name="GluePoint3X" fmla="*/ 1933 w 12082"/>
                  <a:gd name="GluePoint3Y" fmla="*/ 1933 h 12082"/>
                  <a:gd name="GluePoint4X" fmla="*/ 0 w 12082"/>
                  <a:gd name="GluePoint4Y" fmla="*/ 6283 h 12082"/>
                  <a:gd name="GluePoint5X" fmla="*/ 1933 w 12082"/>
                  <a:gd name="GluePoint5Y" fmla="*/ 10632 h 12082"/>
                  <a:gd name="GluePoint6X" fmla="*/ 6524 w 12082"/>
                  <a:gd name="GluePoint6Y" fmla="*/ 12565 h 12082"/>
                  <a:gd name="GluePoint7X" fmla="*/ 10874 w 12082"/>
                  <a:gd name="GluePoint7Y" fmla="*/ 10632 h 12082"/>
                  <a:gd name="GluePoint8X" fmla="*/ 12807 w 12082"/>
                  <a:gd name="GluePoint8Y" fmla="*/ 6283 h 12082"/>
                  <a:gd name="GluePoint9X" fmla="*/ 10874 w 12082"/>
                  <a:gd name="GluePoint9Y" fmla="*/ 1933 h 1208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</a:cxnLst>
                <a:rect l="textAreaLeft" t="textAreaTop" r="textAreaRight" b="textAreaBottom"/>
                <a:pathLst>
                  <a:path w="12082" h="12082">
                    <a:moveTo>
                      <a:pt x="10874" y="1933"/>
                    </a:moveTo>
                    <a:cubicBezTo>
                      <a:pt x="9666" y="725"/>
                      <a:pt x="8216" y="0"/>
                      <a:pt x="6524" y="0"/>
                    </a:cubicBezTo>
                    <a:cubicBezTo>
                      <a:pt x="4833" y="0"/>
                      <a:pt x="3141" y="725"/>
                      <a:pt x="1933" y="1933"/>
                    </a:cubicBezTo>
                    <a:cubicBezTo>
                      <a:pt x="725" y="3141"/>
                      <a:pt x="0" y="4833"/>
                      <a:pt x="0" y="6283"/>
                    </a:cubicBezTo>
                    <a:cubicBezTo>
                      <a:pt x="0" y="7733"/>
                      <a:pt x="725" y="9424"/>
                      <a:pt x="1933" y="10632"/>
                    </a:cubicBezTo>
                    <a:cubicBezTo>
                      <a:pt x="3141" y="11840"/>
                      <a:pt x="4591" y="12565"/>
                      <a:pt x="6524" y="12565"/>
                    </a:cubicBezTo>
                    <a:cubicBezTo>
                      <a:pt x="8216" y="12565"/>
                      <a:pt x="9666" y="11840"/>
                      <a:pt x="10874" y="10632"/>
                    </a:cubicBezTo>
                    <a:cubicBezTo>
                      <a:pt x="12082" y="9424"/>
                      <a:pt x="12807" y="7974"/>
                      <a:pt x="12807" y="6283"/>
                    </a:cubicBezTo>
                    <a:cubicBezTo>
                      <a:pt x="12807" y="4591"/>
                      <a:pt x="12324" y="3383"/>
                      <a:pt x="10874" y="1933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6000" rIns="90000" bIns="-36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1" name="Freihandform: Form 26"/>
            <p:cNvSpPr/>
            <p:nvPr/>
          </p:nvSpPr>
          <p:spPr>
            <a:xfrm>
              <a:off x="774144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49053 w 57994"/>
                <a:gd name="GluePoint1Y" fmla="*/ 0 h 77325"/>
                <a:gd name="GluePoint2X" fmla="*/ 49053 w 57994"/>
                <a:gd name="GluePoint2Y" fmla="*/ 34071 h 77325"/>
                <a:gd name="GluePoint3X" fmla="*/ 10149 w 57994"/>
                <a:gd name="GluePoint3Y" fmla="*/ 34071 h 77325"/>
                <a:gd name="GluePoint4X" fmla="*/ 10149 w 57994"/>
                <a:gd name="GluePoint4Y" fmla="*/ 0 h 77325"/>
                <a:gd name="GluePoint5X" fmla="*/ 0 w 57994"/>
                <a:gd name="GluePoint5Y" fmla="*/ 0 h 77325"/>
                <a:gd name="GluePoint6X" fmla="*/ 0 w 57994"/>
                <a:gd name="GluePoint6Y" fmla="*/ 78292 h 77325"/>
                <a:gd name="GluePoint7X" fmla="*/ 10149 w 57994"/>
                <a:gd name="GluePoint7Y" fmla="*/ 78292 h 77325"/>
                <a:gd name="GluePoint8X" fmla="*/ 10149 w 57994"/>
                <a:gd name="GluePoint8Y" fmla="*/ 40837 h 77325"/>
                <a:gd name="GluePoint9X" fmla="*/ 49053 w 57994"/>
                <a:gd name="GluePoint9Y" fmla="*/ 40837 h 77325"/>
                <a:gd name="GluePoint10X" fmla="*/ 49053 w 57994"/>
                <a:gd name="GluePoint10Y" fmla="*/ 78292 h 77325"/>
                <a:gd name="GluePoint11X" fmla="*/ 58961 w 57994"/>
                <a:gd name="GluePoint11Y" fmla="*/ 78292 h 77325"/>
                <a:gd name="GluePoint12X" fmla="*/ 58961 w 57994"/>
                <a:gd name="GluePoint12Y" fmla="*/ 0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49053" y="0"/>
                  </a:moveTo>
                  <a:lnTo>
                    <a:pt x="49053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lnTo>
                    <a:pt x="10149" y="78292"/>
                  </a:lnTo>
                  <a:lnTo>
                    <a:pt x="10149" y="40837"/>
                  </a:lnTo>
                  <a:lnTo>
                    <a:pt x="49053" y="40837"/>
                  </a:lnTo>
                  <a:lnTo>
                    <a:pt x="49053" y="78292"/>
                  </a:lnTo>
                  <a:lnTo>
                    <a:pt x="58961" y="78292"/>
                  </a:lnTo>
                  <a:lnTo>
                    <a:pt x="58961" y="0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2" name="Freihandform: Form 27"/>
            <p:cNvSpPr/>
            <p:nvPr/>
          </p:nvSpPr>
          <p:spPr>
            <a:xfrm>
              <a:off x="779976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6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9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6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10149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3" name="Freihandform: Form 28"/>
            <p:cNvSpPr/>
            <p:nvPr/>
          </p:nvSpPr>
          <p:spPr>
            <a:xfrm>
              <a:off x="784908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4" name="Grafik 9"/>
            <p:cNvGrpSpPr/>
            <p:nvPr/>
          </p:nvGrpSpPr>
          <p:grpSpPr>
            <a:xfrm>
              <a:off x="7872120" y="834120"/>
              <a:ext cx="74880" cy="41400"/>
              <a:chOff x="7872120" y="834120"/>
              <a:chExt cx="74880" cy="41400"/>
            </a:xfrm>
          </p:grpSpPr>
          <p:sp>
            <p:nvSpPr>
              <p:cNvPr id="1295" name="Freihandform: Form 30"/>
              <p:cNvSpPr/>
              <p:nvPr/>
            </p:nvSpPr>
            <p:spPr>
              <a:xfrm>
                <a:off x="787212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6" name="Freihandform: Form 31"/>
              <p:cNvSpPr/>
              <p:nvPr/>
            </p:nvSpPr>
            <p:spPr>
              <a:xfrm>
                <a:off x="7922160" y="834120"/>
                <a:ext cx="24840" cy="41400"/>
              </a:xfrm>
              <a:custGeom>
                <a:avLst/>
                <a:gdLst>
                  <a:gd name="textAreaLeft" fmla="*/ 0 w 24840"/>
                  <a:gd name="textAreaRight" fmla="*/ 25200 w 24840"/>
                  <a:gd name="textAreaTop" fmla="*/ 0 h 41400"/>
                  <a:gd name="textAreaBottom" fmla="*/ 41760 h 41400"/>
                  <a:gd name="GluePoint1X" fmla="*/ 1208 w 33829"/>
                  <a:gd name="GluePoint1Y" fmla="*/ 56544 h 55577"/>
                  <a:gd name="GluePoint2X" fmla="*/ 10632 w 33829"/>
                  <a:gd name="GluePoint2Y" fmla="*/ 56544 h 55577"/>
                  <a:gd name="GluePoint3X" fmla="*/ 10632 w 33829"/>
                  <a:gd name="GluePoint3Y" fmla="*/ 29964 h 55577"/>
                  <a:gd name="GluePoint4X" fmla="*/ 10874 w 33829"/>
                  <a:gd name="GluePoint4Y" fmla="*/ 24406 h 55577"/>
                  <a:gd name="GluePoint5X" fmla="*/ 11599 w 33829"/>
                  <a:gd name="GluePoint5Y" fmla="*/ 19090 h 55577"/>
                  <a:gd name="GluePoint6X" fmla="*/ 15707 w 33829"/>
                  <a:gd name="GluePoint6Y" fmla="*/ 10391 h 55577"/>
                  <a:gd name="GluePoint7X" fmla="*/ 21748 w 33829"/>
                  <a:gd name="GluePoint7Y" fmla="*/ 7008 h 55577"/>
                  <a:gd name="GluePoint8X" fmla="*/ 27789 w 33829"/>
                  <a:gd name="GluePoint8Y" fmla="*/ 13049 h 55577"/>
                  <a:gd name="GluePoint9X" fmla="*/ 36005 w 33829"/>
                  <a:gd name="GluePoint9Y" fmla="*/ 10149 h 55577"/>
                  <a:gd name="GluePoint10X" fmla="*/ 34796 w 33829"/>
                  <a:gd name="GluePoint10Y" fmla="*/ 5316 h 55577"/>
                  <a:gd name="GluePoint11X" fmla="*/ 32380 w 33829"/>
                  <a:gd name="GluePoint11Y" fmla="*/ 2175 h 55577"/>
                  <a:gd name="GluePoint12X" fmla="*/ 28997 w 33829"/>
                  <a:gd name="GluePoint12Y" fmla="*/ 483 h 55577"/>
                  <a:gd name="GluePoint13X" fmla="*/ 25614 w 33829"/>
                  <a:gd name="GluePoint13Y" fmla="*/ 0 h 55577"/>
                  <a:gd name="GluePoint14X" fmla="*/ 16915 w 33829"/>
                  <a:gd name="GluePoint14Y" fmla="*/ 2658 h 55577"/>
                  <a:gd name="GluePoint15X" fmla="*/ 10632 w 33829"/>
                  <a:gd name="GluePoint15Y" fmla="*/ 10149 h 55577"/>
                  <a:gd name="GluePoint16X" fmla="*/ 9424 w 33829"/>
                  <a:gd name="GluePoint16Y" fmla="*/ 483 h 55577"/>
                  <a:gd name="GluePoint17X" fmla="*/ 0 w 33829"/>
                  <a:gd name="GluePoint17Y" fmla="*/ 1450 h 55577"/>
                  <a:gd name="GluePoint18X" fmla="*/ 242 w 33829"/>
                  <a:gd name="GluePoint18Y" fmla="*/ 3625 h 55577"/>
                  <a:gd name="GluePoint19X" fmla="*/ 725 w 33829"/>
                  <a:gd name="GluePoint19Y" fmla="*/ 7249 h 55577"/>
                  <a:gd name="GluePoint20X" fmla="*/ 967 w 33829"/>
                  <a:gd name="GluePoint20Y" fmla="*/ 11357 h 55577"/>
                  <a:gd name="GluePoint21X" fmla="*/ 1208 w 33829"/>
                  <a:gd name="GluePoint21Y" fmla="*/ 15465 h 55577"/>
                  <a:gd name="GluePoint22X" fmla="*/ 1208 w 33829"/>
                  <a:gd name="GluePoint22Y" fmla="*/ 56544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3829" h="55577">
                    <a:moveTo>
                      <a:pt x="1208" y="56544"/>
                    </a:moveTo>
                    <a:lnTo>
                      <a:pt x="10632" y="56544"/>
                    </a:lnTo>
                    <a:lnTo>
                      <a:pt x="10632" y="29964"/>
                    </a:lnTo>
                    <a:cubicBezTo>
                      <a:pt x="10632" y="28030"/>
                      <a:pt x="10632" y="26339"/>
                      <a:pt x="10874" y="24406"/>
                    </a:cubicBezTo>
                    <a:cubicBezTo>
                      <a:pt x="11116" y="22473"/>
                      <a:pt x="11357" y="20781"/>
                      <a:pt x="11599" y="19090"/>
                    </a:cubicBezTo>
                    <a:cubicBezTo>
                      <a:pt x="12565" y="15707"/>
                      <a:pt x="13774" y="12807"/>
                      <a:pt x="15707" y="10391"/>
                    </a:cubicBezTo>
                    <a:cubicBezTo>
                      <a:pt x="17398" y="7974"/>
                      <a:pt x="19573" y="7008"/>
                      <a:pt x="21748" y="7008"/>
                    </a:cubicBezTo>
                    <a:cubicBezTo>
                      <a:pt x="25614" y="7008"/>
                      <a:pt x="27547" y="8941"/>
                      <a:pt x="27789" y="13049"/>
                    </a:cubicBezTo>
                    <a:lnTo>
                      <a:pt x="36005" y="10149"/>
                    </a:lnTo>
                    <a:cubicBezTo>
                      <a:pt x="36005" y="8216"/>
                      <a:pt x="35521" y="6766"/>
                      <a:pt x="34796" y="5316"/>
                    </a:cubicBezTo>
                    <a:cubicBezTo>
                      <a:pt x="34072" y="3866"/>
                      <a:pt x="33347" y="2900"/>
                      <a:pt x="32380" y="2175"/>
                    </a:cubicBezTo>
                    <a:cubicBezTo>
                      <a:pt x="31413" y="1450"/>
                      <a:pt x="30205" y="725"/>
                      <a:pt x="28997" y="483"/>
                    </a:cubicBezTo>
                    <a:cubicBezTo>
                      <a:pt x="27789" y="0"/>
                      <a:pt x="26581" y="0"/>
                      <a:pt x="25614" y="0"/>
                    </a:cubicBezTo>
                    <a:cubicBezTo>
                      <a:pt x="22231" y="0"/>
                      <a:pt x="19573" y="967"/>
                      <a:pt x="16915" y="2658"/>
                    </a:cubicBezTo>
                    <a:cubicBezTo>
                      <a:pt x="14499" y="4591"/>
                      <a:pt x="12324" y="7008"/>
                      <a:pt x="10632" y="10149"/>
                    </a:cubicBezTo>
                    <a:lnTo>
                      <a:pt x="9424" y="483"/>
                    </a:lnTo>
                    <a:lnTo>
                      <a:pt x="0" y="1450"/>
                    </a:lnTo>
                    <a:cubicBezTo>
                      <a:pt x="0" y="1933"/>
                      <a:pt x="242" y="2658"/>
                      <a:pt x="242" y="3625"/>
                    </a:cubicBezTo>
                    <a:cubicBezTo>
                      <a:pt x="483" y="4591"/>
                      <a:pt x="483" y="5799"/>
                      <a:pt x="725" y="7249"/>
                    </a:cubicBezTo>
                    <a:cubicBezTo>
                      <a:pt x="967" y="8699"/>
                      <a:pt x="967" y="9907"/>
                      <a:pt x="967" y="11357"/>
                    </a:cubicBezTo>
                    <a:cubicBezTo>
                      <a:pt x="967" y="12807"/>
                      <a:pt x="1208" y="14015"/>
                      <a:pt x="1208" y="15465"/>
                    </a:cubicBezTo>
                    <a:lnTo>
                      <a:pt x="1208" y="56544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297" name="Freihandform: Form 32"/>
            <p:cNvSpPr/>
            <p:nvPr/>
          </p:nvSpPr>
          <p:spPr>
            <a:xfrm>
              <a:off x="795924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298" name="Grafik 9"/>
            <p:cNvGrpSpPr/>
            <p:nvPr/>
          </p:nvGrpSpPr>
          <p:grpSpPr>
            <a:xfrm>
              <a:off x="7979760" y="812160"/>
              <a:ext cx="78840" cy="65160"/>
              <a:chOff x="7979760" y="812160"/>
              <a:chExt cx="78840" cy="65160"/>
            </a:xfrm>
          </p:grpSpPr>
          <p:sp>
            <p:nvSpPr>
              <p:cNvPr id="1299" name="Freihandform: Form 34"/>
              <p:cNvSpPr/>
              <p:nvPr/>
            </p:nvSpPr>
            <p:spPr>
              <a:xfrm>
                <a:off x="7979760" y="834120"/>
                <a:ext cx="34200" cy="432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3200"/>
                  <a:gd name="textAreaBottom" fmla="*/ 43560 h 43200"/>
                  <a:gd name="GluePoint1X" fmla="*/ 41804 w 45911"/>
                  <a:gd name="GluePoint1Y" fmla="*/ 44462 h 57994"/>
                  <a:gd name="GluePoint2X" fmla="*/ 33830 w 45911"/>
                  <a:gd name="GluePoint2Y" fmla="*/ 50261 h 57994"/>
                  <a:gd name="GluePoint3X" fmla="*/ 26581 w 45911"/>
                  <a:gd name="GluePoint3Y" fmla="*/ 51711 h 57994"/>
                  <a:gd name="GluePoint4X" fmla="*/ 18848 w 45911"/>
                  <a:gd name="GluePoint4Y" fmla="*/ 50020 h 57994"/>
                  <a:gd name="GluePoint5X" fmla="*/ 13774 w 45911"/>
                  <a:gd name="GluePoint5Y" fmla="*/ 45187 h 57994"/>
                  <a:gd name="GluePoint6X" fmla="*/ 11116 w 45911"/>
                  <a:gd name="GluePoint6Y" fmla="*/ 38179 h 57994"/>
                  <a:gd name="GluePoint7X" fmla="*/ 10391 w 45911"/>
                  <a:gd name="GluePoint7Y" fmla="*/ 30205 h 57994"/>
                  <a:gd name="GluePoint8X" fmla="*/ 11357 w 45911"/>
                  <a:gd name="GluePoint8Y" fmla="*/ 21748 h 57994"/>
                  <a:gd name="GluePoint9X" fmla="*/ 14257 w 45911"/>
                  <a:gd name="GluePoint9Y" fmla="*/ 14015 h 57994"/>
                  <a:gd name="GluePoint10X" fmla="*/ 19331 w 45911"/>
                  <a:gd name="GluePoint10Y" fmla="*/ 8457 h 57994"/>
                  <a:gd name="GluePoint11X" fmla="*/ 26822 w 45911"/>
                  <a:gd name="GluePoint11Y" fmla="*/ 6283 h 57994"/>
                  <a:gd name="GluePoint12X" fmla="*/ 34555 w 45911"/>
                  <a:gd name="GluePoint12Y" fmla="*/ 7733 h 57994"/>
                  <a:gd name="GluePoint13X" fmla="*/ 39629 w 45911"/>
                  <a:gd name="GluePoint13Y" fmla="*/ 11599 h 57994"/>
                  <a:gd name="GluePoint14X" fmla="*/ 44462 w 45911"/>
                  <a:gd name="GluePoint14Y" fmla="*/ 4350 h 57994"/>
                  <a:gd name="GluePoint15X" fmla="*/ 36488 w 45911"/>
                  <a:gd name="GluePoint15Y" fmla="*/ 967 h 57994"/>
                  <a:gd name="GluePoint16X" fmla="*/ 28030 w 45911"/>
                  <a:gd name="GluePoint16Y" fmla="*/ 0 h 57994"/>
                  <a:gd name="GluePoint17X" fmla="*/ 16432 w 45911"/>
                  <a:gd name="GluePoint17Y" fmla="*/ 2175 h 57994"/>
                  <a:gd name="GluePoint18X" fmla="*/ 7491 w 45911"/>
                  <a:gd name="GluePoint18Y" fmla="*/ 8216 h 57994"/>
                  <a:gd name="GluePoint19X" fmla="*/ 1933 w 45911"/>
                  <a:gd name="GluePoint19Y" fmla="*/ 17640 h 57994"/>
                  <a:gd name="GluePoint20X" fmla="*/ 0 w 45911"/>
                  <a:gd name="GluePoint20Y" fmla="*/ 29722 h 57994"/>
                  <a:gd name="GluePoint21X" fmla="*/ 7008 w 45911"/>
                  <a:gd name="GluePoint21Y" fmla="*/ 50986 h 57994"/>
                  <a:gd name="GluePoint22X" fmla="*/ 26581 w 45911"/>
                  <a:gd name="GluePoint22Y" fmla="*/ 58236 h 57994"/>
                  <a:gd name="GluePoint23X" fmla="*/ 31172 w 45911"/>
                  <a:gd name="GluePoint23Y" fmla="*/ 57752 h 57994"/>
                  <a:gd name="GluePoint24X" fmla="*/ 36246 w 45911"/>
                  <a:gd name="GluePoint24Y" fmla="*/ 56303 h 57994"/>
                  <a:gd name="GluePoint25X" fmla="*/ 41321 w 45911"/>
                  <a:gd name="GluePoint25Y" fmla="*/ 53403 h 57994"/>
                  <a:gd name="GluePoint26X" fmla="*/ 46154 w 45911"/>
                  <a:gd name="GluePoint26Y" fmla="*/ 48328 h 57994"/>
                  <a:gd name="GluePoint27X" fmla="*/ 41804 w 45911"/>
                  <a:gd name="GluePoint27Y" fmla="*/ 44462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</a:cxnLst>
                <a:rect l="textAreaLeft" t="textAreaTop" r="textAreaRight" b="textAreaBottom"/>
                <a:pathLst>
                  <a:path w="45911" h="57994">
                    <a:moveTo>
                      <a:pt x="41804" y="44462"/>
                    </a:moveTo>
                    <a:cubicBezTo>
                      <a:pt x="38663" y="47362"/>
                      <a:pt x="36005" y="49295"/>
                      <a:pt x="33830" y="50261"/>
                    </a:cubicBezTo>
                    <a:cubicBezTo>
                      <a:pt x="31655" y="51228"/>
                      <a:pt x="28997" y="51711"/>
                      <a:pt x="26581" y="51711"/>
                    </a:cubicBezTo>
                    <a:cubicBezTo>
                      <a:pt x="23439" y="51711"/>
                      <a:pt x="21023" y="51228"/>
                      <a:pt x="18848" y="50020"/>
                    </a:cubicBezTo>
                    <a:cubicBezTo>
                      <a:pt x="16673" y="48812"/>
                      <a:pt x="15223" y="47362"/>
                      <a:pt x="13774" y="45187"/>
                    </a:cubicBezTo>
                    <a:cubicBezTo>
                      <a:pt x="12565" y="43254"/>
                      <a:pt x="11599" y="40837"/>
                      <a:pt x="11116" y="38179"/>
                    </a:cubicBezTo>
                    <a:cubicBezTo>
                      <a:pt x="10632" y="35521"/>
                      <a:pt x="10391" y="32863"/>
                      <a:pt x="10391" y="30205"/>
                    </a:cubicBezTo>
                    <a:cubicBezTo>
                      <a:pt x="10391" y="27547"/>
                      <a:pt x="10632" y="24647"/>
                      <a:pt x="11357" y="21748"/>
                    </a:cubicBezTo>
                    <a:cubicBezTo>
                      <a:pt x="12082" y="18848"/>
                      <a:pt x="13049" y="16432"/>
                      <a:pt x="14257" y="14015"/>
                    </a:cubicBezTo>
                    <a:cubicBezTo>
                      <a:pt x="15707" y="11599"/>
                      <a:pt x="17398" y="9907"/>
                      <a:pt x="19331" y="8457"/>
                    </a:cubicBezTo>
                    <a:cubicBezTo>
                      <a:pt x="21506" y="7008"/>
                      <a:pt x="23923" y="6283"/>
                      <a:pt x="26822" y="6283"/>
                    </a:cubicBezTo>
                    <a:cubicBezTo>
                      <a:pt x="29964" y="6283"/>
                      <a:pt x="32622" y="6766"/>
                      <a:pt x="34555" y="7733"/>
                    </a:cubicBezTo>
                    <a:cubicBezTo>
                      <a:pt x="36488" y="8699"/>
                      <a:pt x="38179" y="9907"/>
                      <a:pt x="39629" y="11599"/>
                    </a:cubicBezTo>
                    <a:lnTo>
                      <a:pt x="44462" y="4350"/>
                    </a:lnTo>
                    <a:cubicBezTo>
                      <a:pt x="42046" y="2658"/>
                      <a:pt x="39388" y="1450"/>
                      <a:pt x="36488" y="967"/>
                    </a:cubicBezTo>
                    <a:cubicBezTo>
                      <a:pt x="33588" y="483"/>
                      <a:pt x="30689" y="0"/>
                      <a:pt x="28030" y="0"/>
                    </a:cubicBezTo>
                    <a:cubicBezTo>
                      <a:pt x="23681" y="0"/>
                      <a:pt x="19815" y="725"/>
                      <a:pt x="16432" y="2175"/>
                    </a:cubicBezTo>
                    <a:cubicBezTo>
                      <a:pt x="13049" y="3625"/>
                      <a:pt x="9907" y="5799"/>
                      <a:pt x="7491" y="8216"/>
                    </a:cubicBezTo>
                    <a:cubicBezTo>
                      <a:pt x="5074" y="10874"/>
                      <a:pt x="3141" y="14015"/>
                      <a:pt x="1933" y="17640"/>
                    </a:cubicBezTo>
                    <a:cubicBezTo>
                      <a:pt x="725" y="21264"/>
                      <a:pt x="0" y="25372"/>
                      <a:pt x="0" y="29722"/>
                    </a:cubicBezTo>
                    <a:cubicBezTo>
                      <a:pt x="0" y="39146"/>
                      <a:pt x="2416" y="46154"/>
                      <a:pt x="7008" y="50986"/>
                    </a:cubicBezTo>
                    <a:cubicBezTo>
                      <a:pt x="11599" y="55819"/>
                      <a:pt x="18123" y="58236"/>
                      <a:pt x="26581" y="58236"/>
                    </a:cubicBezTo>
                    <a:cubicBezTo>
                      <a:pt x="28030" y="58236"/>
                      <a:pt x="29480" y="57994"/>
                      <a:pt x="31172" y="57752"/>
                    </a:cubicBezTo>
                    <a:cubicBezTo>
                      <a:pt x="32863" y="57511"/>
                      <a:pt x="34555" y="57027"/>
                      <a:pt x="36246" y="56303"/>
                    </a:cubicBezTo>
                    <a:cubicBezTo>
                      <a:pt x="37938" y="55578"/>
                      <a:pt x="39629" y="54611"/>
                      <a:pt x="41321" y="53403"/>
                    </a:cubicBezTo>
                    <a:cubicBezTo>
                      <a:pt x="43012" y="52195"/>
                      <a:pt x="44462" y="50503"/>
                      <a:pt x="46154" y="48328"/>
                    </a:cubicBezTo>
                    <a:lnTo>
                      <a:pt x="41804" y="44462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0" name="Freihandform: Form 35"/>
              <p:cNvSpPr/>
              <p:nvPr/>
            </p:nvSpPr>
            <p:spPr>
              <a:xfrm>
                <a:off x="8024400" y="812160"/>
                <a:ext cx="34200" cy="630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63000"/>
                  <a:gd name="textAreaBottom" fmla="*/ 63360 h 63000"/>
                  <a:gd name="GluePoint1X" fmla="*/ 9907 w 45911"/>
                  <a:gd name="GluePoint1Y" fmla="*/ 0 h 84574"/>
                  <a:gd name="GluePoint2X" fmla="*/ 0 w 45911"/>
                  <a:gd name="GluePoint2Y" fmla="*/ 0 h 84574"/>
                  <a:gd name="GluePoint3X" fmla="*/ 0 w 45911"/>
                  <a:gd name="GluePoint3Y" fmla="*/ 86266 h 84574"/>
                  <a:gd name="GluePoint4X" fmla="*/ 9907 w 45911"/>
                  <a:gd name="GluePoint4Y" fmla="*/ 86266 h 84574"/>
                  <a:gd name="GluePoint5X" fmla="*/ 9907 w 45911"/>
                  <a:gd name="GluePoint5Y" fmla="*/ 55094 h 84574"/>
                  <a:gd name="GluePoint6X" fmla="*/ 11116 w 45911"/>
                  <a:gd name="GluePoint6Y" fmla="*/ 47845 h 84574"/>
                  <a:gd name="GluePoint7X" fmla="*/ 14499 w 45911"/>
                  <a:gd name="GluePoint7Y" fmla="*/ 42046 h 84574"/>
                  <a:gd name="GluePoint8X" fmla="*/ 19331 w 45911"/>
                  <a:gd name="GluePoint8Y" fmla="*/ 38179 h 84574"/>
                  <a:gd name="GluePoint9X" fmla="*/ 25614 w 45911"/>
                  <a:gd name="GluePoint9Y" fmla="*/ 36730 h 84574"/>
                  <a:gd name="GluePoint10X" fmla="*/ 31655 w 45911"/>
                  <a:gd name="GluePoint10Y" fmla="*/ 37696 h 84574"/>
                  <a:gd name="GluePoint11X" fmla="*/ 35280 w 45911"/>
                  <a:gd name="GluePoint11Y" fmla="*/ 40596 h 84574"/>
                  <a:gd name="GluePoint12X" fmla="*/ 36971 w 45911"/>
                  <a:gd name="GluePoint12Y" fmla="*/ 45187 h 84574"/>
                  <a:gd name="GluePoint13X" fmla="*/ 37454 w 45911"/>
                  <a:gd name="GluePoint13Y" fmla="*/ 51470 h 84574"/>
                  <a:gd name="GluePoint14X" fmla="*/ 37454 w 45911"/>
                  <a:gd name="GluePoint14Y" fmla="*/ 86024 h 84574"/>
                  <a:gd name="GluePoint15X" fmla="*/ 47362 w 45911"/>
                  <a:gd name="GluePoint15Y" fmla="*/ 86024 h 84574"/>
                  <a:gd name="GluePoint16X" fmla="*/ 47362 w 45911"/>
                  <a:gd name="GluePoint16Y" fmla="*/ 51470 h 84574"/>
                  <a:gd name="GluePoint17X" fmla="*/ 46879 w 45911"/>
                  <a:gd name="GluePoint17Y" fmla="*/ 43012 h 84574"/>
                  <a:gd name="GluePoint18X" fmla="*/ 44704 w 45911"/>
                  <a:gd name="GluePoint18Y" fmla="*/ 36005 h 84574"/>
                  <a:gd name="GluePoint19X" fmla="*/ 38904 w 45911"/>
                  <a:gd name="GluePoint19Y" fmla="*/ 31172 h 84574"/>
                  <a:gd name="GluePoint20X" fmla="*/ 28272 w 45911"/>
                  <a:gd name="GluePoint20Y" fmla="*/ 29239 h 84574"/>
                  <a:gd name="GluePoint21X" fmla="*/ 20781 w 45911"/>
                  <a:gd name="GluePoint21Y" fmla="*/ 30447 h 84574"/>
                  <a:gd name="GluePoint22X" fmla="*/ 15465 w 45911"/>
                  <a:gd name="GluePoint22Y" fmla="*/ 33347 h 84574"/>
                  <a:gd name="GluePoint23X" fmla="*/ 12082 w 45911"/>
                  <a:gd name="GluePoint23Y" fmla="*/ 36730 h 84574"/>
                  <a:gd name="GluePoint24X" fmla="*/ 10149 w 45911"/>
                  <a:gd name="GluePoint24Y" fmla="*/ 39388 h 84574"/>
                  <a:gd name="GluePoint25X" fmla="*/ 10149 w 45911"/>
                  <a:gd name="GluePoint25Y" fmla="*/ 0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</a:cxnLst>
                <a:rect l="textAreaLeft" t="textAreaTop" r="textAreaRight" b="textAreaBottom"/>
                <a:pathLst>
                  <a:path w="45911" h="84574">
                    <a:moveTo>
                      <a:pt x="9907" y="0"/>
                    </a:moveTo>
                    <a:lnTo>
                      <a:pt x="0" y="0"/>
                    </a:lnTo>
                    <a:lnTo>
                      <a:pt x="0" y="86266"/>
                    </a:lnTo>
                    <a:lnTo>
                      <a:pt x="9907" y="86266"/>
                    </a:lnTo>
                    <a:lnTo>
                      <a:pt x="9907" y="55094"/>
                    </a:lnTo>
                    <a:cubicBezTo>
                      <a:pt x="9907" y="52678"/>
                      <a:pt x="10391" y="50261"/>
                      <a:pt x="11116" y="47845"/>
                    </a:cubicBezTo>
                    <a:cubicBezTo>
                      <a:pt x="11840" y="45670"/>
                      <a:pt x="13049" y="43737"/>
                      <a:pt x="14499" y="42046"/>
                    </a:cubicBezTo>
                    <a:cubicBezTo>
                      <a:pt x="15948" y="40354"/>
                      <a:pt x="17640" y="39146"/>
                      <a:pt x="19331" y="38179"/>
                    </a:cubicBezTo>
                    <a:cubicBezTo>
                      <a:pt x="21264" y="37213"/>
                      <a:pt x="23198" y="36730"/>
                      <a:pt x="25614" y="36730"/>
                    </a:cubicBezTo>
                    <a:cubicBezTo>
                      <a:pt x="28030" y="36730"/>
                      <a:pt x="30205" y="36971"/>
                      <a:pt x="31655" y="37696"/>
                    </a:cubicBezTo>
                    <a:cubicBezTo>
                      <a:pt x="33105" y="38421"/>
                      <a:pt x="34313" y="39146"/>
                      <a:pt x="35280" y="40596"/>
                    </a:cubicBezTo>
                    <a:cubicBezTo>
                      <a:pt x="36246" y="42046"/>
                      <a:pt x="36488" y="43496"/>
                      <a:pt x="36971" y="45187"/>
                    </a:cubicBezTo>
                    <a:cubicBezTo>
                      <a:pt x="37213" y="47120"/>
                      <a:pt x="37454" y="49053"/>
                      <a:pt x="37454" y="51470"/>
                    </a:cubicBezTo>
                    <a:lnTo>
                      <a:pt x="37454" y="86024"/>
                    </a:lnTo>
                    <a:lnTo>
                      <a:pt x="47362" y="86024"/>
                    </a:lnTo>
                    <a:lnTo>
                      <a:pt x="47362" y="51470"/>
                    </a:lnTo>
                    <a:cubicBezTo>
                      <a:pt x="47362" y="48570"/>
                      <a:pt x="47120" y="45670"/>
                      <a:pt x="46879" y="43012"/>
                    </a:cubicBezTo>
                    <a:cubicBezTo>
                      <a:pt x="46637" y="40354"/>
                      <a:pt x="45912" y="37938"/>
                      <a:pt x="44704" y="36005"/>
                    </a:cubicBezTo>
                    <a:cubicBezTo>
                      <a:pt x="43496" y="34071"/>
                      <a:pt x="41562" y="32380"/>
                      <a:pt x="38904" y="31172"/>
                    </a:cubicBezTo>
                    <a:cubicBezTo>
                      <a:pt x="36246" y="29964"/>
                      <a:pt x="32863" y="29239"/>
                      <a:pt x="28272" y="29239"/>
                    </a:cubicBezTo>
                    <a:cubicBezTo>
                      <a:pt x="25372" y="29239"/>
                      <a:pt x="22956" y="29722"/>
                      <a:pt x="20781" y="30447"/>
                    </a:cubicBezTo>
                    <a:cubicBezTo>
                      <a:pt x="18606" y="31172"/>
                      <a:pt x="16915" y="32380"/>
                      <a:pt x="15465" y="33347"/>
                    </a:cubicBezTo>
                    <a:cubicBezTo>
                      <a:pt x="14015" y="34555"/>
                      <a:pt x="12807" y="35521"/>
                      <a:pt x="12082" y="36730"/>
                    </a:cubicBezTo>
                    <a:cubicBezTo>
                      <a:pt x="11116" y="37938"/>
                      <a:pt x="10632" y="38663"/>
                      <a:pt x="10149" y="39388"/>
                    </a:cubicBezTo>
                    <a:lnTo>
                      <a:pt x="101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301" name="Freihandform: Form 36"/>
            <p:cNvSpPr/>
            <p:nvPr/>
          </p:nvSpPr>
          <p:spPr>
            <a:xfrm>
              <a:off x="8106480" y="817920"/>
              <a:ext cx="43200" cy="57600"/>
            </a:xfrm>
            <a:custGeom>
              <a:avLst/>
              <a:gdLst>
                <a:gd name="textAreaLeft" fmla="*/ 0 w 43200"/>
                <a:gd name="textAreaRight" fmla="*/ 43560 w 43200"/>
                <a:gd name="textAreaTop" fmla="*/ 0 h 57600"/>
                <a:gd name="textAreaBottom" fmla="*/ 57960 h 57600"/>
                <a:gd name="GluePoint1X" fmla="*/ 10149 w 57994"/>
                <a:gd name="GluePoint1Y" fmla="*/ 78292 h 77325"/>
                <a:gd name="GluePoint2X" fmla="*/ 10149 w 57994"/>
                <a:gd name="GluePoint2Y" fmla="*/ 40837 h 77325"/>
                <a:gd name="GluePoint3X" fmla="*/ 48812 w 57994"/>
                <a:gd name="GluePoint3Y" fmla="*/ 40837 h 77325"/>
                <a:gd name="GluePoint4X" fmla="*/ 48812 w 57994"/>
                <a:gd name="GluePoint4Y" fmla="*/ 78292 h 77325"/>
                <a:gd name="GluePoint5X" fmla="*/ 58961 w 57994"/>
                <a:gd name="GluePoint5Y" fmla="*/ 78292 h 77325"/>
                <a:gd name="GluePoint6X" fmla="*/ 58961 w 57994"/>
                <a:gd name="GluePoint6Y" fmla="*/ 0 h 77325"/>
                <a:gd name="GluePoint7X" fmla="*/ 48812 w 57994"/>
                <a:gd name="GluePoint7Y" fmla="*/ 0 h 77325"/>
                <a:gd name="GluePoint8X" fmla="*/ 48812 w 57994"/>
                <a:gd name="GluePoint8Y" fmla="*/ 34071 h 77325"/>
                <a:gd name="GluePoint9X" fmla="*/ 10149 w 57994"/>
                <a:gd name="GluePoint9Y" fmla="*/ 34071 h 77325"/>
                <a:gd name="GluePoint10X" fmla="*/ 10149 w 57994"/>
                <a:gd name="GluePoint10Y" fmla="*/ 0 h 77325"/>
                <a:gd name="GluePoint11X" fmla="*/ 0 w 57994"/>
                <a:gd name="GluePoint11Y" fmla="*/ 0 h 77325"/>
                <a:gd name="GluePoint12X" fmla="*/ 0 w 57994"/>
                <a:gd name="GluePoint12Y" fmla="*/ 78292 h 7732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57994" h="77325">
                  <a:moveTo>
                    <a:pt x="10149" y="78292"/>
                  </a:moveTo>
                  <a:lnTo>
                    <a:pt x="10149" y="40837"/>
                  </a:lnTo>
                  <a:lnTo>
                    <a:pt x="48812" y="40837"/>
                  </a:lnTo>
                  <a:lnTo>
                    <a:pt x="48812" y="78292"/>
                  </a:lnTo>
                  <a:lnTo>
                    <a:pt x="58961" y="78292"/>
                  </a:lnTo>
                  <a:lnTo>
                    <a:pt x="58961" y="0"/>
                  </a:lnTo>
                  <a:lnTo>
                    <a:pt x="48812" y="0"/>
                  </a:lnTo>
                  <a:lnTo>
                    <a:pt x="48812" y="34071"/>
                  </a:lnTo>
                  <a:lnTo>
                    <a:pt x="10149" y="34071"/>
                  </a:lnTo>
                  <a:lnTo>
                    <a:pt x="10149" y="0"/>
                  </a:lnTo>
                  <a:lnTo>
                    <a:pt x="0" y="0"/>
                  </a:lnTo>
                  <a:lnTo>
                    <a:pt x="0" y="78292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12960" rIns="90000" bIns="1296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2" name="Freihandform: Form 37"/>
            <p:cNvSpPr/>
            <p:nvPr/>
          </p:nvSpPr>
          <p:spPr>
            <a:xfrm>
              <a:off x="8164800" y="834120"/>
              <a:ext cx="36000" cy="43200"/>
            </a:xfrm>
            <a:custGeom>
              <a:avLst/>
              <a:gdLst>
                <a:gd name="textAreaLeft" fmla="*/ 0 w 36000"/>
                <a:gd name="textAreaRight" fmla="*/ 36360 w 36000"/>
                <a:gd name="textAreaTop" fmla="*/ 0 h 43200"/>
                <a:gd name="textAreaBottom" fmla="*/ 43560 h 43200"/>
                <a:gd name="GluePoint1X" fmla="*/ 9907 w 48328"/>
                <a:gd name="GluePoint1Y" fmla="*/ 24647 h 57994"/>
                <a:gd name="GluePoint2X" fmla="*/ 11599 w 48328"/>
                <a:gd name="GluePoint2Y" fmla="*/ 17640 h 57994"/>
                <a:gd name="GluePoint3X" fmla="*/ 14740 w 48328"/>
                <a:gd name="GluePoint3Y" fmla="*/ 11840 h 57994"/>
                <a:gd name="GluePoint4X" fmla="*/ 19331 w 48328"/>
                <a:gd name="GluePoint4Y" fmla="*/ 7733 h 57994"/>
                <a:gd name="GluePoint5X" fmla="*/ 25372 w 48328"/>
                <a:gd name="GluePoint5Y" fmla="*/ 6283 h 57994"/>
                <a:gd name="GluePoint6X" fmla="*/ 33830 w 48328"/>
                <a:gd name="GluePoint6Y" fmla="*/ 10874 h 57994"/>
                <a:gd name="GluePoint7X" fmla="*/ 36971 w 48328"/>
                <a:gd name="GluePoint7Y" fmla="*/ 22956 h 57994"/>
                <a:gd name="GluePoint8X" fmla="*/ 36971 w 48328"/>
                <a:gd name="GluePoint8Y" fmla="*/ 24889 h 57994"/>
                <a:gd name="GluePoint9X" fmla="*/ 9907 w 48328"/>
                <a:gd name="GluePoint9Y" fmla="*/ 24889 h 57994"/>
                <a:gd name="GluePoint10X" fmla="*/ 9666 w 48328"/>
                <a:gd name="GluePoint10Y" fmla="*/ 30930 h 57994"/>
                <a:gd name="GluePoint11X" fmla="*/ 47120 w 48328"/>
                <a:gd name="GluePoint11Y" fmla="*/ 30930 h 57994"/>
                <a:gd name="GluePoint12X" fmla="*/ 47120 w 48328"/>
                <a:gd name="GluePoint12Y" fmla="*/ 25372 h 57994"/>
                <a:gd name="GluePoint13X" fmla="*/ 46154 w 48328"/>
                <a:gd name="GluePoint13Y" fmla="*/ 16190 h 57994"/>
                <a:gd name="GluePoint14X" fmla="*/ 42529 w 48328"/>
                <a:gd name="GluePoint14Y" fmla="*/ 7974 h 57994"/>
                <a:gd name="GluePoint15X" fmla="*/ 35763 w 48328"/>
                <a:gd name="GluePoint15Y" fmla="*/ 2175 h 57994"/>
                <a:gd name="GluePoint16X" fmla="*/ 25131 w 48328"/>
                <a:gd name="GluePoint16Y" fmla="*/ 0 h 57994"/>
                <a:gd name="GluePoint17X" fmla="*/ 15223 w 48328"/>
                <a:gd name="GluePoint17Y" fmla="*/ 2175 h 57994"/>
                <a:gd name="GluePoint18X" fmla="*/ 7249 w 48328"/>
                <a:gd name="GluePoint18Y" fmla="*/ 8216 h 57994"/>
                <a:gd name="GluePoint19X" fmla="*/ 1933 w 48328"/>
                <a:gd name="GluePoint19Y" fmla="*/ 17398 h 57994"/>
                <a:gd name="GluePoint20X" fmla="*/ 0 w 48328"/>
                <a:gd name="GluePoint20Y" fmla="*/ 29239 h 57994"/>
                <a:gd name="GluePoint21X" fmla="*/ 6766 w 48328"/>
                <a:gd name="GluePoint21Y" fmla="*/ 50986 h 57994"/>
                <a:gd name="GluePoint22X" fmla="*/ 26581 w 48328"/>
                <a:gd name="GluePoint22Y" fmla="*/ 58477 h 57994"/>
                <a:gd name="GluePoint23X" fmla="*/ 38663 w 48328"/>
                <a:gd name="GluePoint23Y" fmla="*/ 55819 h 57994"/>
                <a:gd name="GluePoint24X" fmla="*/ 48328 w 48328"/>
                <a:gd name="GluePoint24Y" fmla="*/ 47845 h 57994"/>
                <a:gd name="GluePoint25X" fmla="*/ 44462 w 48328"/>
                <a:gd name="GluePoint25Y" fmla="*/ 43737 h 57994"/>
                <a:gd name="GluePoint26X" fmla="*/ 35038 w 48328"/>
                <a:gd name="GluePoint26Y" fmla="*/ 50261 h 57994"/>
                <a:gd name="GluePoint27X" fmla="*/ 27305 w 48328"/>
                <a:gd name="GluePoint27Y" fmla="*/ 51711 h 57994"/>
                <a:gd name="GluePoint28X" fmla="*/ 14740 w 48328"/>
                <a:gd name="GluePoint28Y" fmla="*/ 46395 h 57994"/>
                <a:gd name="GluePoint29X" fmla="*/ 9666 w 48328"/>
                <a:gd name="GluePoint29Y" fmla="*/ 30930 h 5799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48328" h="57994">
                  <a:moveTo>
                    <a:pt x="9907" y="24647"/>
                  </a:moveTo>
                  <a:cubicBezTo>
                    <a:pt x="10149" y="22231"/>
                    <a:pt x="10874" y="19815"/>
                    <a:pt x="11599" y="17640"/>
                  </a:cubicBezTo>
                  <a:cubicBezTo>
                    <a:pt x="12324" y="15465"/>
                    <a:pt x="13532" y="13532"/>
                    <a:pt x="14740" y="11840"/>
                  </a:cubicBezTo>
                  <a:cubicBezTo>
                    <a:pt x="15948" y="10149"/>
                    <a:pt x="17640" y="8699"/>
                    <a:pt x="19331" y="7733"/>
                  </a:cubicBezTo>
                  <a:cubicBezTo>
                    <a:pt x="21023" y="6766"/>
                    <a:pt x="23198" y="6283"/>
                    <a:pt x="25372" y="6283"/>
                  </a:cubicBezTo>
                  <a:cubicBezTo>
                    <a:pt x="28755" y="6283"/>
                    <a:pt x="31655" y="7733"/>
                    <a:pt x="33830" y="10874"/>
                  </a:cubicBezTo>
                  <a:cubicBezTo>
                    <a:pt x="36005" y="13774"/>
                    <a:pt x="36971" y="17881"/>
                    <a:pt x="36971" y="22956"/>
                  </a:cubicBezTo>
                  <a:lnTo>
                    <a:pt x="36971" y="24889"/>
                  </a:lnTo>
                  <a:lnTo>
                    <a:pt x="9907" y="24889"/>
                  </a:lnTo>
                  <a:close/>
                  <a:moveTo>
                    <a:pt x="9666" y="30930"/>
                  </a:moveTo>
                  <a:lnTo>
                    <a:pt x="47120" y="30930"/>
                  </a:lnTo>
                  <a:lnTo>
                    <a:pt x="47120" y="25372"/>
                  </a:lnTo>
                  <a:cubicBezTo>
                    <a:pt x="47120" y="22231"/>
                    <a:pt x="46878" y="19090"/>
                    <a:pt x="46154" y="16190"/>
                  </a:cubicBezTo>
                  <a:cubicBezTo>
                    <a:pt x="45429" y="13049"/>
                    <a:pt x="44220" y="10391"/>
                    <a:pt x="42529" y="7974"/>
                  </a:cubicBezTo>
                  <a:cubicBezTo>
                    <a:pt x="40837" y="5558"/>
                    <a:pt x="38663" y="3625"/>
                    <a:pt x="35763" y="2175"/>
                  </a:cubicBezTo>
                  <a:cubicBezTo>
                    <a:pt x="32863" y="725"/>
                    <a:pt x="29480" y="0"/>
                    <a:pt x="25131" y="0"/>
                  </a:cubicBezTo>
                  <a:cubicBezTo>
                    <a:pt x="21506" y="0"/>
                    <a:pt x="18365" y="725"/>
                    <a:pt x="15223" y="2175"/>
                  </a:cubicBezTo>
                  <a:cubicBezTo>
                    <a:pt x="12082" y="3625"/>
                    <a:pt x="9424" y="5558"/>
                    <a:pt x="7249" y="8216"/>
                  </a:cubicBezTo>
                  <a:cubicBezTo>
                    <a:pt x="5074" y="10874"/>
                    <a:pt x="3141" y="13774"/>
                    <a:pt x="1933" y="17398"/>
                  </a:cubicBezTo>
                  <a:cubicBezTo>
                    <a:pt x="725" y="21023"/>
                    <a:pt x="0" y="24889"/>
                    <a:pt x="0" y="29239"/>
                  </a:cubicBezTo>
                  <a:cubicBezTo>
                    <a:pt x="0" y="38904"/>
                    <a:pt x="2175" y="46154"/>
                    <a:pt x="6766" y="50986"/>
                  </a:cubicBezTo>
                  <a:cubicBezTo>
                    <a:pt x="11116" y="55819"/>
                    <a:pt x="17881" y="58477"/>
                    <a:pt x="26581" y="58477"/>
                  </a:cubicBezTo>
                  <a:cubicBezTo>
                    <a:pt x="31172" y="58477"/>
                    <a:pt x="35038" y="57511"/>
                    <a:pt x="38663" y="55819"/>
                  </a:cubicBezTo>
                  <a:cubicBezTo>
                    <a:pt x="42046" y="53886"/>
                    <a:pt x="45429" y="51228"/>
                    <a:pt x="48328" y="47845"/>
                  </a:cubicBezTo>
                  <a:lnTo>
                    <a:pt x="44462" y="43737"/>
                  </a:lnTo>
                  <a:cubicBezTo>
                    <a:pt x="40837" y="47120"/>
                    <a:pt x="37696" y="49053"/>
                    <a:pt x="35038" y="50261"/>
                  </a:cubicBezTo>
                  <a:cubicBezTo>
                    <a:pt x="32380" y="51228"/>
                    <a:pt x="29722" y="51711"/>
                    <a:pt x="27305" y="51711"/>
                  </a:cubicBezTo>
                  <a:cubicBezTo>
                    <a:pt x="21748" y="51711"/>
                    <a:pt x="17640" y="50020"/>
                    <a:pt x="14740" y="46395"/>
                  </a:cubicBezTo>
                  <a:cubicBezTo>
                    <a:pt x="11599" y="42529"/>
                    <a:pt x="9907" y="37454"/>
                    <a:pt x="9666" y="30930"/>
                  </a:cubicBezTo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440" rIns="90000" bIns="-14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3" name="Freihandform: Form 38"/>
            <p:cNvSpPr/>
            <p:nvPr/>
          </p:nvSpPr>
          <p:spPr>
            <a:xfrm>
              <a:off x="8213400" y="835200"/>
              <a:ext cx="6840" cy="39600"/>
            </a:xfrm>
            <a:custGeom>
              <a:avLst/>
              <a:gdLst>
                <a:gd name="textAreaLeft" fmla="*/ 0 w 6840"/>
                <a:gd name="textAreaRight" fmla="*/ 7200 w 6840"/>
                <a:gd name="textAreaTop" fmla="*/ 0 h 39600"/>
                <a:gd name="textAreaBottom" fmla="*/ 39960 h 39600"/>
                <a:gd name="GluePoint1X" fmla="*/ 0 w 9665"/>
                <a:gd name="GluePoint1Y" fmla="*/ 0 h 53161"/>
                <a:gd name="GluePoint2X" fmla="*/ 10149 w 9665"/>
                <a:gd name="GluePoint2Y" fmla="*/ 0 h 53161"/>
                <a:gd name="GluePoint3X" fmla="*/ 10149 w 9665"/>
                <a:gd name="GluePoint3Y" fmla="*/ 55094 h 53161"/>
                <a:gd name="GluePoint4X" fmla="*/ 0 w 9665"/>
                <a:gd name="GluePoint4Y" fmla="*/ 55094 h 5316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9665" h="53161">
                  <a:moveTo>
                    <a:pt x="0" y="0"/>
                  </a:moveTo>
                  <a:lnTo>
                    <a:pt x="10149" y="0"/>
                  </a:lnTo>
                  <a:lnTo>
                    <a:pt x="10149" y="55094"/>
                  </a:lnTo>
                  <a:lnTo>
                    <a:pt x="0" y="55094"/>
                  </a:lnTo>
                  <a:close/>
                </a:path>
              </a:pathLst>
            </a:custGeom>
            <a:solidFill>
              <a:srgbClr val="000000"/>
            </a:solidFill>
            <a:ln w="2402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5040" rIns="90000" bIns="-5040" anchor="ctr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04" name="Grafik 9"/>
            <p:cNvGrpSpPr/>
            <p:nvPr/>
          </p:nvGrpSpPr>
          <p:grpSpPr>
            <a:xfrm>
              <a:off x="7741440" y="834120"/>
              <a:ext cx="1049760" cy="180720"/>
              <a:chOff x="7741440" y="834120"/>
              <a:chExt cx="1049760" cy="180720"/>
            </a:xfrm>
          </p:grpSpPr>
          <p:sp>
            <p:nvSpPr>
              <p:cNvPr id="1305" name="Freihandform: Form 40"/>
              <p:cNvSpPr/>
              <p:nvPr/>
            </p:nvSpPr>
            <p:spPr>
              <a:xfrm>
                <a:off x="8236440" y="834120"/>
                <a:ext cx="34200" cy="41400"/>
              </a:xfrm>
              <a:custGeom>
                <a:avLst/>
                <a:gdLst>
                  <a:gd name="textAreaLeft" fmla="*/ 0 w 34200"/>
                  <a:gd name="textAreaRight" fmla="*/ 34560 w 34200"/>
                  <a:gd name="textAreaTop" fmla="*/ 0 h 41400"/>
                  <a:gd name="textAreaBottom" fmla="*/ 41760 h 41400"/>
                  <a:gd name="GluePoint1X" fmla="*/ 48087 w 45911"/>
                  <a:gd name="GluePoint1Y" fmla="*/ 56786 h 55577"/>
                  <a:gd name="GluePoint2X" fmla="*/ 48087 w 45911"/>
                  <a:gd name="GluePoint2Y" fmla="*/ 22231 h 55577"/>
                  <a:gd name="GluePoint3X" fmla="*/ 47603 w 45911"/>
                  <a:gd name="GluePoint3Y" fmla="*/ 13774 h 55577"/>
                  <a:gd name="GluePoint4X" fmla="*/ 45429 w 45911"/>
                  <a:gd name="GluePoint4Y" fmla="*/ 6766 h 55577"/>
                  <a:gd name="GluePoint5X" fmla="*/ 39629 w 45911"/>
                  <a:gd name="GluePoint5Y" fmla="*/ 1933 h 55577"/>
                  <a:gd name="GluePoint6X" fmla="*/ 28997 w 45911"/>
                  <a:gd name="GluePoint6Y" fmla="*/ 0 h 55577"/>
                  <a:gd name="GluePoint7X" fmla="*/ 21506 w 45911"/>
                  <a:gd name="GluePoint7Y" fmla="*/ 1208 h 55577"/>
                  <a:gd name="GluePoint8X" fmla="*/ 16190 w 45911"/>
                  <a:gd name="GluePoint8Y" fmla="*/ 4350 h 55577"/>
                  <a:gd name="GluePoint9X" fmla="*/ 12565 w 45911"/>
                  <a:gd name="GluePoint9Y" fmla="*/ 7974 h 55577"/>
                  <a:gd name="GluePoint10X" fmla="*/ 10632 w 45911"/>
                  <a:gd name="GluePoint10Y" fmla="*/ 10632 h 55577"/>
                  <a:gd name="GluePoint11X" fmla="*/ 9424 w 45911"/>
                  <a:gd name="GluePoint11Y" fmla="*/ 967 h 55577"/>
                  <a:gd name="GluePoint12X" fmla="*/ 0 w 45911"/>
                  <a:gd name="GluePoint12Y" fmla="*/ 1933 h 55577"/>
                  <a:gd name="GluePoint13X" fmla="*/ 242 w 45911"/>
                  <a:gd name="GluePoint13Y" fmla="*/ 4108 h 55577"/>
                  <a:gd name="GluePoint14X" fmla="*/ 725 w 45911"/>
                  <a:gd name="GluePoint14Y" fmla="*/ 7733 h 55577"/>
                  <a:gd name="GluePoint15X" fmla="*/ 967 w 45911"/>
                  <a:gd name="GluePoint15Y" fmla="*/ 11840 h 55577"/>
                  <a:gd name="GluePoint16X" fmla="*/ 1208 w 45911"/>
                  <a:gd name="GluePoint16Y" fmla="*/ 15948 h 55577"/>
                  <a:gd name="GluePoint17X" fmla="*/ 1208 w 45911"/>
                  <a:gd name="GluePoint17Y" fmla="*/ 56786 h 55577"/>
                  <a:gd name="GluePoint18X" fmla="*/ 11116 w 45911"/>
                  <a:gd name="GluePoint18Y" fmla="*/ 56786 h 55577"/>
                  <a:gd name="GluePoint19X" fmla="*/ 11116 w 45911"/>
                  <a:gd name="GluePoint19Y" fmla="*/ 25856 h 55577"/>
                  <a:gd name="GluePoint20X" fmla="*/ 12324 w 45911"/>
                  <a:gd name="GluePoint20Y" fmla="*/ 18606 h 55577"/>
                  <a:gd name="GluePoint21X" fmla="*/ 15707 w 45911"/>
                  <a:gd name="GluePoint21Y" fmla="*/ 12807 h 55577"/>
                  <a:gd name="GluePoint22X" fmla="*/ 20540 w 45911"/>
                  <a:gd name="GluePoint22Y" fmla="*/ 8941 h 55577"/>
                  <a:gd name="GluePoint23X" fmla="*/ 26822 w 45911"/>
                  <a:gd name="GluePoint23Y" fmla="*/ 7491 h 55577"/>
                  <a:gd name="GluePoint24X" fmla="*/ 32863 w 45911"/>
                  <a:gd name="GluePoint24Y" fmla="*/ 8457 h 55577"/>
                  <a:gd name="GluePoint25X" fmla="*/ 36488 w 45911"/>
                  <a:gd name="GluePoint25Y" fmla="*/ 11357 h 55577"/>
                  <a:gd name="GluePoint26X" fmla="*/ 38179 w 45911"/>
                  <a:gd name="GluePoint26Y" fmla="*/ 15948 h 55577"/>
                  <a:gd name="GluePoint27X" fmla="*/ 38663 w 45911"/>
                  <a:gd name="GluePoint27Y" fmla="*/ 22231 h 55577"/>
                  <a:gd name="GluePoint28X" fmla="*/ 38663 w 45911"/>
                  <a:gd name="GluePoint28Y" fmla="*/ 56786 h 55577"/>
                  <a:gd name="GluePoint29X" fmla="*/ 48087 w 45911"/>
                  <a:gd name="GluePoint29Y" fmla="*/ 56786 h 55577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5911" h="55577">
                    <a:moveTo>
                      <a:pt x="48087" y="56786"/>
                    </a:moveTo>
                    <a:lnTo>
                      <a:pt x="48087" y="22231"/>
                    </a:lnTo>
                    <a:cubicBezTo>
                      <a:pt x="48087" y="19331"/>
                      <a:pt x="47845" y="16432"/>
                      <a:pt x="47603" y="13774"/>
                    </a:cubicBezTo>
                    <a:cubicBezTo>
                      <a:pt x="47362" y="11115"/>
                      <a:pt x="46637" y="8699"/>
                      <a:pt x="45429" y="6766"/>
                    </a:cubicBezTo>
                    <a:cubicBezTo>
                      <a:pt x="44220" y="4833"/>
                      <a:pt x="42287" y="3141"/>
                      <a:pt x="39629" y="1933"/>
                    </a:cubicBezTo>
                    <a:cubicBezTo>
                      <a:pt x="36971" y="725"/>
                      <a:pt x="33588" y="0"/>
                      <a:pt x="28997" y="0"/>
                    </a:cubicBezTo>
                    <a:cubicBezTo>
                      <a:pt x="26097" y="0"/>
                      <a:pt x="23681" y="483"/>
                      <a:pt x="21506" y="1208"/>
                    </a:cubicBezTo>
                    <a:cubicBezTo>
                      <a:pt x="19331" y="2175"/>
                      <a:pt x="17640" y="3141"/>
                      <a:pt x="16190" y="4350"/>
                    </a:cubicBezTo>
                    <a:cubicBezTo>
                      <a:pt x="14740" y="5558"/>
                      <a:pt x="13532" y="6766"/>
                      <a:pt x="12565" y="7974"/>
                    </a:cubicBezTo>
                    <a:cubicBezTo>
                      <a:pt x="11599" y="9182"/>
                      <a:pt x="11116" y="10149"/>
                      <a:pt x="10632" y="10632"/>
                    </a:cubicBezTo>
                    <a:lnTo>
                      <a:pt x="9424" y="967"/>
                    </a:lnTo>
                    <a:lnTo>
                      <a:pt x="0" y="1933"/>
                    </a:lnTo>
                    <a:cubicBezTo>
                      <a:pt x="0" y="2416"/>
                      <a:pt x="242" y="3141"/>
                      <a:pt x="242" y="4108"/>
                    </a:cubicBezTo>
                    <a:cubicBezTo>
                      <a:pt x="483" y="5074"/>
                      <a:pt x="483" y="6283"/>
                      <a:pt x="725" y="7733"/>
                    </a:cubicBezTo>
                    <a:cubicBezTo>
                      <a:pt x="967" y="9182"/>
                      <a:pt x="967" y="10391"/>
                      <a:pt x="967" y="11840"/>
                    </a:cubicBezTo>
                    <a:cubicBezTo>
                      <a:pt x="967" y="13290"/>
                      <a:pt x="1208" y="14499"/>
                      <a:pt x="1208" y="15948"/>
                    </a:cubicBezTo>
                    <a:lnTo>
                      <a:pt x="1208" y="56786"/>
                    </a:lnTo>
                    <a:lnTo>
                      <a:pt x="11116" y="56786"/>
                    </a:lnTo>
                    <a:lnTo>
                      <a:pt x="11116" y="25856"/>
                    </a:lnTo>
                    <a:cubicBezTo>
                      <a:pt x="11116" y="23439"/>
                      <a:pt x="11599" y="21023"/>
                      <a:pt x="12324" y="18606"/>
                    </a:cubicBezTo>
                    <a:cubicBezTo>
                      <a:pt x="13049" y="16432"/>
                      <a:pt x="14257" y="14257"/>
                      <a:pt x="15707" y="12807"/>
                    </a:cubicBezTo>
                    <a:cubicBezTo>
                      <a:pt x="17157" y="11115"/>
                      <a:pt x="18848" y="9907"/>
                      <a:pt x="20540" y="8941"/>
                    </a:cubicBezTo>
                    <a:cubicBezTo>
                      <a:pt x="22473" y="7974"/>
                      <a:pt x="24406" y="7491"/>
                      <a:pt x="26822" y="7491"/>
                    </a:cubicBezTo>
                    <a:cubicBezTo>
                      <a:pt x="29239" y="7491"/>
                      <a:pt x="31413" y="7733"/>
                      <a:pt x="32863" y="8457"/>
                    </a:cubicBezTo>
                    <a:cubicBezTo>
                      <a:pt x="34313" y="9182"/>
                      <a:pt x="35521" y="9907"/>
                      <a:pt x="36488" y="11357"/>
                    </a:cubicBezTo>
                    <a:cubicBezTo>
                      <a:pt x="37213" y="12565"/>
                      <a:pt x="37696" y="14257"/>
                      <a:pt x="38179" y="15948"/>
                    </a:cubicBezTo>
                    <a:cubicBezTo>
                      <a:pt x="38421" y="17881"/>
                      <a:pt x="38663" y="19815"/>
                      <a:pt x="38663" y="22231"/>
                    </a:cubicBezTo>
                    <a:lnTo>
                      <a:pt x="38663" y="56786"/>
                    </a:lnTo>
                    <a:lnTo>
                      <a:pt x="48087" y="56786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240" rIns="90000" bIns="-32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6" name="Freihandform: Form 41"/>
              <p:cNvSpPr/>
              <p:nvPr/>
            </p:nvSpPr>
            <p:spPr>
              <a:xfrm>
                <a:off x="8284680" y="834120"/>
                <a:ext cx="36000" cy="43200"/>
              </a:xfrm>
              <a:custGeom>
                <a:avLst/>
                <a:gdLst>
                  <a:gd name="textAreaLeft" fmla="*/ 0 w 36000"/>
                  <a:gd name="textAreaRight" fmla="*/ 36360 w 36000"/>
                  <a:gd name="textAreaTop" fmla="*/ 0 h 43200"/>
                  <a:gd name="textAreaBottom" fmla="*/ 43560 h 43200"/>
                  <a:gd name="GluePoint1X" fmla="*/ 9907 w 48328"/>
                  <a:gd name="GluePoint1Y" fmla="*/ 24647 h 57994"/>
                  <a:gd name="GluePoint2X" fmla="*/ 11599 w 48328"/>
                  <a:gd name="GluePoint2Y" fmla="*/ 17640 h 57994"/>
                  <a:gd name="GluePoint3X" fmla="*/ 14740 w 48328"/>
                  <a:gd name="GluePoint3Y" fmla="*/ 11840 h 57994"/>
                  <a:gd name="GluePoint4X" fmla="*/ 19331 w 48328"/>
                  <a:gd name="GluePoint4Y" fmla="*/ 7733 h 57994"/>
                  <a:gd name="GluePoint5X" fmla="*/ 25372 w 48328"/>
                  <a:gd name="GluePoint5Y" fmla="*/ 6283 h 57994"/>
                  <a:gd name="GluePoint6X" fmla="*/ 33830 w 48328"/>
                  <a:gd name="GluePoint6Y" fmla="*/ 10874 h 57994"/>
                  <a:gd name="GluePoint7X" fmla="*/ 36971 w 48328"/>
                  <a:gd name="GluePoint7Y" fmla="*/ 22956 h 57994"/>
                  <a:gd name="GluePoint8X" fmla="*/ 36971 w 48328"/>
                  <a:gd name="GluePoint8Y" fmla="*/ 24889 h 57994"/>
                  <a:gd name="GluePoint9X" fmla="*/ 9907 w 48328"/>
                  <a:gd name="GluePoint9Y" fmla="*/ 24889 h 57994"/>
                  <a:gd name="GluePoint10X" fmla="*/ 9666 w 48328"/>
                  <a:gd name="GluePoint10Y" fmla="*/ 30930 h 57994"/>
                  <a:gd name="GluePoint11X" fmla="*/ 47120 w 48328"/>
                  <a:gd name="GluePoint11Y" fmla="*/ 30930 h 57994"/>
                  <a:gd name="GluePoint12X" fmla="*/ 47120 w 48328"/>
                  <a:gd name="GluePoint12Y" fmla="*/ 25372 h 57994"/>
                  <a:gd name="GluePoint13X" fmla="*/ 46154 w 48328"/>
                  <a:gd name="GluePoint13Y" fmla="*/ 16190 h 57994"/>
                  <a:gd name="GluePoint14X" fmla="*/ 42529 w 48328"/>
                  <a:gd name="GluePoint14Y" fmla="*/ 7974 h 57994"/>
                  <a:gd name="GluePoint15X" fmla="*/ 35763 w 48328"/>
                  <a:gd name="GluePoint15Y" fmla="*/ 2175 h 57994"/>
                  <a:gd name="GluePoint16X" fmla="*/ 25131 w 48328"/>
                  <a:gd name="GluePoint16Y" fmla="*/ 0 h 57994"/>
                  <a:gd name="GluePoint17X" fmla="*/ 15223 w 48328"/>
                  <a:gd name="GluePoint17Y" fmla="*/ 2175 h 57994"/>
                  <a:gd name="GluePoint18X" fmla="*/ 7249 w 48328"/>
                  <a:gd name="GluePoint18Y" fmla="*/ 8216 h 57994"/>
                  <a:gd name="GluePoint19X" fmla="*/ 1933 w 48328"/>
                  <a:gd name="GluePoint19Y" fmla="*/ 17398 h 57994"/>
                  <a:gd name="GluePoint20X" fmla="*/ 0 w 48328"/>
                  <a:gd name="GluePoint20Y" fmla="*/ 29239 h 57994"/>
                  <a:gd name="GluePoint21X" fmla="*/ 6766 w 48328"/>
                  <a:gd name="GluePoint21Y" fmla="*/ 50986 h 57994"/>
                  <a:gd name="GluePoint22X" fmla="*/ 26581 w 48328"/>
                  <a:gd name="GluePoint22Y" fmla="*/ 58477 h 57994"/>
                  <a:gd name="GluePoint23X" fmla="*/ 38663 w 48328"/>
                  <a:gd name="GluePoint23Y" fmla="*/ 55819 h 57994"/>
                  <a:gd name="GluePoint24X" fmla="*/ 48328 w 48328"/>
                  <a:gd name="GluePoint24Y" fmla="*/ 47845 h 57994"/>
                  <a:gd name="GluePoint25X" fmla="*/ 44462 w 48328"/>
                  <a:gd name="GluePoint25Y" fmla="*/ 43737 h 57994"/>
                  <a:gd name="GluePoint26X" fmla="*/ 35038 w 48328"/>
                  <a:gd name="GluePoint26Y" fmla="*/ 50261 h 57994"/>
                  <a:gd name="GluePoint27X" fmla="*/ 27306 w 48328"/>
                  <a:gd name="GluePoint27Y" fmla="*/ 51711 h 57994"/>
                  <a:gd name="GluePoint28X" fmla="*/ 14740 w 48328"/>
                  <a:gd name="GluePoint28Y" fmla="*/ 46395 h 57994"/>
                  <a:gd name="GluePoint29X" fmla="*/ 9666 w 48328"/>
                  <a:gd name="GluePoint29Y" fmla="*/ 30930 h 5799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</a:cxnLst>
                <a:rect l="textAreaLeft" t="textAreaTop" r="textAreaRight" b="textAreaBottom"/>
                <a:pathLst>
                  <a:path w="48328" h="57994">
                    <a:moveTo>
                      <a:pt x="9907" y="24647"/>
                    </a:moveTo>
                    <a:cubicBezTo>
                      <a:pt x="10149" y="22231"/>
                      <a:pt x="10874" y="19815"/>
                      <a:pt x="11599" y="17640"/>
                    </a:cubicBezTo>
                    <a:cubicBezTo>
                      <a:pt x="12324" y="15465"/>
                      <a:pt x="13532" y="13532"/>
                      <a:pt x="14740" y="11840"/>
                    </a:cubicBezTo>
                    <a:cubicBezTo>
                      <a:pt x="15948" y="10149"/>
                      <a:pt x="17640" y="8699"/>
                      <a:pt x="19331" y="7733"/>
                    </a:cubicBezTo>
                    <a:cubicBezTo>
                      <a:pt x="21023" y="6766"/>
                      <a:pt x="23198" y="6283"/>
                      <a:pt x="25372" y="6283"/>
                    </a:cubicBezTo>
                    <a:cubicBezTo>
                      <a:pt x="28755" y="6283"/>
                      <a:pt x="31655" y="7733"/>
                      <a:pt x="33830" y="10874"/>
                    </a:cubicBezTo>
                    <a:cubicBezTo>
                      <a:pt x="36005" y="13774"/>
                      <a:pt x="36971" y="17881"/>
                      <a:pt x="36971" y="22956"/>
                    </a:cubicBezTo>
                    <a:lnTo>
                      <a:pt x="36971" y="24889"/>
                    </a:lnTo>
                    <a:lnTo>
                      <a:pt x="9907" y="24889"/>
                    </a:lnTo>
                    <a:close/>
                    <a:moveTo>
                      <a:pt x="9666" y="30930"/>
                    </a:moveTo>
                    <a:lnTo>
                      <a:pt x="47120" y="30930"/>
                    </a:lnTo>
                    <a:lnTo>
                      <a:pt x="47120" y="25372"/>
                    </a:lnTo>
                    <a:cubicBezTo>
                      <a:pt x="47120" y="22231"/>
                      <a:pt x="46879" y="19090"/>
                      <a:pt x="46154" y="16190"/>
                    </a:cubicBezTo>
                    <a:cubicBezTo>
                      <a:pt x="45429" y="13049"/>
                      <a:pt x="44220" y="10391"/>
                      <a:pt x="42529" y="7974"/>
                    </a:cubicBezTo>
                    <a:cubicBezTo>
                      <a:pt x="40838" y="5558"/>
                      <a:pt x="38663" y="3625"/>
                      <a:pt x="35763" y="2175"/>
                    </a:cubicBezTo>
                    <a:cubicBezTo>
                      <a:pt x="32863" y="725"/>
                      <a:pt x="29480" y="0"/>
                      <a:pt x="25131" y="0"/>
                    </a:cubicBezTo>
                    <a:cubicBezTo>
                      <a:pt x="21506" y="0"/>
                      <a:pt x="18365" y="725"/>
                      <a:pt x="15223" y="2175"/>
                    </a:cubicBezTo>
                    <a:cubicBezTo>
                      <a:pt x="12082" y="3625"/>
                      <a:pt x="9424" y="5558"/>
                      <a:pt x="7249" y="8216"/>
                    </a:cubicBezTo>
                    <a:cubicBezTo>
                      <a:pt x="5074" y="10874"/>
                      <a:pt x="3141" y="13774"/>
                      <a:pt x="1933" y="17398"/>
                    </a:cubicBezTo>
                    <a:cubicBezTo>
                      <a:pt x="725" y="21023"/>
                      <a:pt x="0" y="24889"/>
                      <a:pt x="0" y="29239"/>
                    </a:cubicBezTo>
                    <a:cubicBezTo>
                      <a:pt x="0" y="38904"/>
                      <a:pt x="2175" y="46154"/>
                      <a:pt x="6766" y="50986"/>
                    </a:cubicBezTo>
                    <a:cubicBezTo>
                      <a:pt x="11116" y="55819"/>
                      <a:pt x="17882" y="58477"/>
                      <a:pt x="26581" y="58477"/>
                    </a:cubicBezTo>
                    <a:cubicBezTo>
                      <a:pt x="31172" y="58477"/>
                      <a:pt x="35038" y="57511"/>
                      <a:pt x="38663" y="55819"/>
                    </a:cubicBezTo>
                    <a:cubicBezTo>
                      <a:pt x="42046" y="53886"/>
                      <a:pt x="45429" y="51228"/>
                      <a:pt x="48328" y="47845"/>
                    </a:cubicBezTo>
                    <a:lnTo>
                      <a:pt x="44462" y="43737"/>
                    </a:lnTo>
                    <a:cubicBezTo>
                      <a:pt x="40838" y="47120"/>
                      <a:pt x="37696" y="49053"/>
                      <a:pt x="35038" y="50261"/>
                    </a:cubicBezTo>
                    <a:cubicBezTo>
                      <a:pt x="32380" y="51228"/>
                      <a:pt x="29722" y="51711"/>
                      <a:pt x="27306" y="51711"/>
                    </a:cubicBezTo>
                    <a:cubicBezTo>
                      <a:pt x="21748" y="51711"/>
                      <a:pt x="17640" y="50020"/>
                      <a:pt x="14740" y="46395"/>
                    </a:cubicBezTo>
                    <a:cubicBezTo>
                      <a:pt x="11357" y="42529"/>
                      <a:pt x="9907" y="37454"/>
                      <a:pt x="9666" y="30930"/>
                    </a:cubicBezTo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1440" rIns="90000" bIns="-144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7" name="Freihandform: Form 42"/>
              <p:cNvSpPr/>
              <p:nvPr/>
            </p:nvSpPr>
            <p:spPr>
              <a:xfrm>
                <a:off x="7741440" y="914040"/>
                <a:ext cx="884160" cy="63000"/>
              </a:xfrm>
              <a:custGeom>
                <a:avLst/>
                <a:gdLst>
                  <a:gd name="textAreaLeft" fmla="*/ 0 w 884160"/>
                  <a:gd name="textAreaRight" fmla="*/ 884520 w 884160"/>
                  <a:gd name="textAreaTop" fmla="*/ 0 h 63000"/>
                  <a:gd name="textAreaBottom" fmla="*/ 63360 h 63000"/>
                  <a:gd name="GluePoint1X" fmla="*/ 1181145 w 1179211"/>
                  <a:gd name="GluePoint1Y" fmla="*/ 2658 h 84574"/>
                  <a:gd name="GluePoint2X" fmla="*/ 1176071 w 1179211"/>
                  <a:gd name="GluePoint2Y" fmla="*/ 725 h 84574"/>
                  <a:gd name="GluePoint3X" fmla="*/ 1168580 w 1179211"/>
                  <a:gd name="GluePoint3Y" fmla="*/ 0 h 84574"/>
                  <a:gd name="GluePoint4X" fmla="*/ 1158672 w 1179211"/>
                  <a:gd name="GluePoint4Y" fmla="*/ 1933 h 84574"/>
                  <a:gd name="GluePoint5X" fmla="*/ 1151182 w 1179211"/>
                  <a:gd name="GluePoint5Y" fmla="*/ 8941 h 84574"/>
                  <a:gd name="GluePoint6X" fmla="*/ 1148282 w 1179211"/>
                  <a:gd name="GluePoint6Y" fmla="*/ 16915 h 84574"/>
                  <a:gd name="GluePoint7X" fmla="*/ 1147799 w 1179211"/>
                  <a:gd name="GluePoint7Y" fmla="*/ 25131 h 84574"/>
                  <a:gd name="GluePoint8X" fmla="*/ 1147799 w 1179211"/>
                  <a:gd name="GluePoint8Y" fmla="*/ 29239 h 84574"/>
                  <a:gd name="GluePoint9X" fmla="*/ 1137891 w 1179211"/>
                  <a:gd name="GluePoint9Y" fmla="*/ 29239 h 84574"/>
                  <a:gd name="GluePoint10X" fmla="*/ 1137891 w 1179211"/>
                  <a:gd name="GluePoint10Y" fmla="*/ 35521 h 84574"/>
                  <a:gd name="GluePoint11X" fmla="*/ 1147799 w 1179211"/>
                  <a:gd name="GluePoint11Y" fmla="*/ 35521 h 84574"/>
                  <a:gd name="GluePoint12X" fmla="*/ 1147799 w 1179211"/>
                  <a:gd name="GluePoint12Y" fmla="*/ 84333 h 84574"/>
                  <a:gd name="GluePoint13X" fmla="*/ 1157223 w 1179211"/>
                  <a:gd name="GluePoint13Y" fmla="*/ 84333 h 84574"/>
                  <a:gd name="GluePoint14X" fmla="*/ 1157223 w 1179211"/>
                  <a:gd name="GluePoint14Y" fmla="*/ 35280 h 84574"/>
                  <a:gd name="GluePoint15X" fmla="*/ 1172446 w 1179211"/>
                  <a:gd name="GluePoint15Y" fmla="*/ 35280 h 84574"/>
                  <a:gd name="GluePoint16X" fmla="*/ 1172446 w 1179211"/>
                  <a:gd name="GluePoint16Y" fmla="*/ 28997 h 84574"/>
                  <a:gd name="GluePoint17X" fmla="*/ 1157223 w 1179211"/>
                  <a:gd name="GluePoint17Y" fmla="*/ 28997 h 84574"/>
                  <a:gd name="GluePoint18X" fmla="*/ 1157223 w 1179211"/>
                  <a:gd name="GluePoint18Y" fmla="*/ 25372 h 84574"/>
                  <a:gd name="GluePoint19X" fmla="*/ 1157464 w 1179211"/>
                  <a:gd name="GluePoint19Y" fmla="*/ 18606 h 84574"/>
                  <a:gd name="GluePoint20X" fmla="*/ 1158672 w 1179211"/>
                  <a:gd name="GluePoint20Y" fmla="*/ 12324 h 84574"/>
                  <a:gd name="GluePoint21X" fmla="*/ 1161572 w 1179211"/>
                  <a:gd name="GluePoint21Y" fmla="*/ 7733 h 84574"/>
                  <a:gd name="GluePoint22X" fmla="*/ 1167130 w 1179211"/>
                  <a:gd name="GluePoint22Y" fmla="*/ 5799 h 84574"/>
                  <a:gd name="GluePoint23X" fmla="*/ 1173413 w 1179211"/>
                  <a:gd name="GluePoint23Y" fmla="*/ 7008 h 84574"/>
                  <a:gd name="GluePoint24X" fmla="*/ 1177762 w 1179211"/>
                  <a:gd name="GluePoint24Y" fmla="*/ 9666 h 84574"/>
                  <a:gd name="GluePoint25X" fmla="*/ 1181145 w 1179211"/>
                  <a:gd name="GluePoint25Y" fmla="*/ 2658 h 84574"/>
                  <a:gd name="GluePoint26X" fmla="*/ 1092946 w 1179211"/>
                  <a:gd name="GluePoint26Y" fmla="*/ 84091 h 84574"/>
                  <a:gd name="GluePoint27X" fmla="*/ 1102370 w 1179211"/>
                  <a:gd name="GluePoint27Y" fmla="*/ 84091 h 84574"/>
                  <a:gd name="GluePoint28X" fmla="*/ 1102370 w 1179211"/>
                  <a:gd name="GluePoint28Y" fmla="*/ 57511 h 84574"/>
                  <a:gd name="GluePoint29X" fmla="*/ 1102612 w 1179211"/>
                  <a:gd name="GluePoint29Y" fmla="*/ 51953 h 84574"/>
                  <a:gd name="GluePoint30X" fmla="*/ 1103337 w 1179211"/>
                  <a:gd name="GluePoint30Y" fmla="*/ 46637 h 84574"/>
                  <a:gd name="GluePoint31X" fmla="*/ 1107444 w 1179211"/>
                  <a:gd name="GluePoint31Y" fmla="*/ 37938 h 84574"/>
                  <a:gd name="GluePoint32X" fmla="*/ 1113485 w 1179211"/>
                  <a:gd name="GluePoint32Y" fmla="*/ 34555 h 84574"/>
                  <a:gd name="GluePoint33X" fmla="*/ 1119526 w 1179211"/>
                  <a:gd name="GluePoint33Y" fmla="*/ 40596 h 84574"/>
                  <a:gd name="GluePoint34X" fmla="*/ 1127742 w 1179211"/>
                  <a:gd name="GluePoint34Y" fmla="*/ 37696 h 84574"/>
                  <a:gd name="GluePoint35X" fmla="*/ 1126534 w 1179211"/>
                  <a:gd name="GluePoint35Y" fmla="*/ 32863 h 84574"/>
                  <a:gd name="GluePoint36X" fmla="*/ 1124118 w 1179211"/>
                  <a:gd name="GluePoint36Y" fmla="*/ 29722 h 84574"/>
                  <a:gd name="GluePoint37X" fmla="*/ 1120735 w 1179211"/>
                  <a:gd name="GluePoint37Y" fmla="*/ 28030 h 84574"/>
                  <a:gd name="GluePoint38X" fmla="*/ 1117352 w 1179211"/>
                  <a:gd name="GluePoint38Y" fmla="*/ 27547 h 84574"/>
                  <a:gd name="GluePoint39X" fmla="*/ 1108653 w 1179211"/>
                  <a:gd name="GluePoint39Y" fmla="*/ 30205 h 84574"/>
                  <a:gd name="GluePoint40X" fmla="*/ 1102370 w 1179211"/>
                  <a:gd name="GluePoint40Y" fmla="*/ 37696 h 84574"/>
                  <a:gd name="GluePoint41X" fmla="*/ 1101162 w 1179211"/>
                  <a:gd name="GluePoint41Y" fmla="*/ 28272 h 84574"/>
                  <a:gd name="GluePoint42X" fmla="*/ 1091738 w 1179211"/>
                  <a:gd name="GluePoint42Y" fmla="*/ 29239 h 84574"/>
                  <a:gd name="GluePoint43X" fmla="*/ 1091979 w 1179211"/>
                  <a:gd name="GluePoint43Y" fmla="*/ 31413 h 84574"/>
                  <a:gd name="GluePoint44X" fmla="*/ 1092463 w 1179211"/>
                  <a:gd name="GluePoint44Y" fmla="*/ 35038 h 84574"/>
                  <a:gd name="GluePoint45X" fmla="*/ 1092704 w 1179211"/>
                  <a:gd name="GluePoint45Y" fmla="*/ 39146 h 84574"/>
                  <a:gd name="GluePoint46X" fmla="*/ 1092946 w 1179211"/>
                  <a:gd name="GluePoint46Y" fmla="*/ 43254 h 84574"/>
                  <a:gd name="GluePoint47X" fmla="*/ 1092946 w 1179211"/>
                  <a:gd name="GluePoint47Y" fmla="*/ 84091 h 84574"/>
                  <a:gd name="GluePoint48X" fmla="*/ 1062016 w 1179211"/>
                  <a:gd name="GluePoint48Y" fmla="*/ 72251 h 84574"/>
                  <a:gd name="GluePoint49X" fmla="*/ 1049934 w 1179211"/>
                  <a:gd name="GluePoint49Y" fmla="*/ 78292 h 84574"/>
                  <a:gd name="GluePoint50X" fmla="*/ 1037852 w 1179211"/>
                  <a:gd name="GluePoint50Y" fmla="*/ 72251 h 84574"/>
                  <a:gd name="GluePoint51X" fmla="*/ 1033502 w 1179211"/>
                  <a:gd name="GluePoint51Y" fmla="*/ 55819 h 84574"/>
                  <a:gd name="GluePoint52X" fmla="*/ 1037852 w 1179211"/>
                  <a:gd name="GluePoint52Y" fmla="*/ 39629 h 84574"/>
                  <a:gd name="GluePoint53X" fmla="*/ 1050175 w 1179211"/>
                  <a:gd name="GluePoint53Y" fmla="*/ 33588 h 84574"/>
                  <a:gd name="GluePoint54X" fmla="*/ 1062499 w 1179211"/>
                  <a:gd name="GluePoint54Y" fmla="*/ 39629 h 84574"/>
                  <a:gd name="GluePoint55X" fmla="*/ 1066849 w 1179211"/>
                  <a:gd name="GluePoint55Y" fmla="*/ 55819 h 84574"/>
                  <a:gd name="GluePoint56X" fmla="*/ 1062016 w 1179211"/>
                  <a:gd name="GluePoint56Y" fmla="*/ 72251 h 84574"/>
                  <a:gd name="GluePoint57X" fmla="*/ 1075306 w 1179211"/>
                  <a:gd name="GluePoint57Y" fmla="*/ 44462 h 84574"/>
                  <a:gd name="GluePoint58X" fmla="*/ 1070232 w 1179211"/>
                  <a:gd name="GluePoint58Y" fmla="*/ 35280 h 84574"/>
                  <a:gd name="GluePoint59X" fmla="*/ 1061774 w 1179211"/>
                  <a:gd name="GluePoint59Y" fmla="*/ 29480 h 84574"/>
                  <a:gd name="GluePoint60X" fmla="*/ 1050175 w 1179211"/>
                  <a:gd name="GluePoint60Y" fmla="*/ 27306 h 84574"/>
                  <a:gd name="GluePoint61X" fmla="*/ 1038576 w 1179211"/>
                  <a:gd name="GluePoint61Y" fmla="*/ 29480 h 84574"/>
                  <a:gd name="GluePoint62X" fmla="*/ 1030119 w 1179211"/>
                  <a:gd name="GluePoint62Y" fmla="*/ 35280 h 84574"/>
                  <a:gd name="GluePoint63X" fmla="*/ 1024803 w 1179211"/>
                  <a:gd name="GluePoint63Y" fmla="*/ 44462 h 84574"/>
                  <a:gd name="GluePoint64X" fmla="*/ 1023111 w 1179211"/>
                  <a:gd name="GluePoint64Y" fmla="*/ 56303 h 84574"/>
                  <a:gd name="GluePoint65X" fmla="*/ 1025286 w 1179211"/>
                  <a:gd name="GluePoint65Y" fmla="*/ 68626 h 84574"/>
                  <a:gd name="GluePoint66X" fmla="*/ 1031086 w 1179211"/>
                  <a:gd name="GluePoint66Y" fmla="*/ 77809 h 84574"/>
                  <a:gd name="GluePoint67X" fmla="*/ 1039785 w 1179211"/>
                  <a:gd name="GluePoint67Y" fmla="*/ 83608 h 84574"/>
                  <a:gd name="GluePoint68X" fmla="*/ 1050417 w 1179211"/>
                  <a:gd name="GluePoint68Y" fmla="*/ 85783 h 84574"/>
                  <a:gd name="GluePoint69X" fmla="*/ 1061049 w 1179211"/>
                  <a:gd name="GluePoint69Y" fmla="*/ 83608 h 84574"/>
                  <a:gd name="GluePoint70X" fmla="*/ 1069748 w 1179211"/>
                  <a:gd name="GluePoint70Y" fmla="*/ 77809 h 84574"/>
                  <a:gd name="GluePoint71X" fmla="*/ 1075548 w 1179211"/>
                  <a:gd name="GluePoint71Y" fmla="*/ 68626 h 84574"/>
                  <a:gd name="GluePoint72X" fmla="*/ 1077722 w 1179211"/>
                  <a:gd name="GluePoint72Y" fmla="*/ 56303 h 84574"/>
                  <a:gd name="GluePoint73X" fmla="*/ 1075306 w 1179211"/>
                  <a:gd name="GluePoint73Y" fmla="*/ 44462 h 84574"/>
                  <a:gd name="GluePoint74X" fmla="*/ 998464 w 1179211"/>
                  <a:gd name="GluePoint74Y" fmla="*/ 84816 h 84574"/>
                  <a:gd name="GluePoint75X" fmla="*/ 1007888 w 1179211"/>
                  <a:gd name="GluePoint75Y" fmla="*/ 83850 h 84574"/>
                  <a:gd name="GluePoint76X" fmla="*/ 1007646 w 1179211"/>
                  <a:gd name="GluePoint76Y" fmla="*/ 81675 h 84574"/>
                  <a:gd name="GluePoint77X" fmla="*/ 1007163 w 1179211"/>
                  <a:gd name="GluePoint77Y" fmla="*/ 78050 h 84574"/>
                  <a:gd name="GluePoint78X" fmla="*/ 1006921 w 1179211"/>
                  <a:gd name="GluePoint78Y" fmla="*/ 73942 h 84574"/>
                  <a:gd name="GluePoint79X" fmla="*/ 1006680 w 1179211"/>
                  <a:gd name="GluePoint79Y" fmla="*/ 69834 h 84574"/>
                  <a:gd name="GluePoint80X" fmla="*/ 1006680 w 1179211"/>
                  <a:gd name="GluePoint80Y" fmla="*/ 483 h 84574"/>
                  <a:gd name="GluePoint81X" fmla="*/ 997497 w 1179211"/>
                  <a:gd name="GluePoint81Y" fmla="*/ 483 h 84574"/>
                  <a:gd name="GluePoint82X" fmla="*/ 997497 w 1179211"/>
                  <a:gd name="GluePoint82Y" fmla="*/ 36730 h 84574"/>
                  <a:gd name="GluePoint83X" fmla="*/ 990973 w 1179211"/>
                  <a:gd name="GluePoint83Y" fmla="*/ 29964 h 84574"/>
                  <a:gd name="GluePoint84X" fmla="*/ 980341 w 1179211"/>
                  <a:gd name="GluePoint84Y" fmla="*/ 27064 h 84574"/>
                  <a:gd name="GluePoint85X" fmla="*/ 970675 w 1179211"/>
                  <a:gd name="GluePoint85Y" fmla="*/ 28997 h 84574"/>
                  <a:gd name="GluePoint86X" fmla="*/ 962701 w 1179211"/>
                  <a:gd name="GluePoint86Y" fmla="*/ 34555 h 84574"/>
                  <a:gd name="GluePoint87X" fmla="*/ 957385 w 1179211"/>
                  <a:gd name="GluePoint87Y" fmla="*/ 43737 h 84574"/>
                  <a:gd name="GluePoint88X" fmla="*/ 955452 w 1179211"/>
                  <a:gd name="GluePoint88Y" fmla="*/ 56544 h 84574"/>
                  <a:gd name="GluePoint89X" fmla="*/ 956902 w 1179211"/>
                  <a:gd name="GluePoint89Y" fmla="*/ 67660 h 84574"/>
                  <a:gd name="GluePoint90X" fmla="*/ 961251 w 1179211"/>
                  <a:gd name="GluePoint90Y" fmla="*/ 76842 h 84574"/>
                  <a:gd name="GluePoint91X" fmla="*/ 968742 w 1179211"/>
                  <a:gd name="GluePoint91Y" fmla="*/ 83125 h 84574"/>
                  <a:gd name="GluePoint92X" fmla="*/ 979616 w 1179211"/>
                  <a:gd name="GluePoint92Y" fmla="*/ 85300 h 84574"/>
                  <a:gd name="GluePoint93X" fmla="*/ 986623 w 1179211"/>
                  <a:gd name="GluePoint93Y" fmla="*/ 84091 h 84574"/>
                  <a:gd name="GluePoint94X" fmla="*/ 991698 w 1179211"/>
                  <a:gd name="GluePoint94Y" fmla="*/ 81433 h 84574"/>
                  <a:gd name="GluePoint95X" fmla="*/ 995081 w 1179211"/>
                  <a:gd name="GluePoint95Y" fmla="*/ 78050 h 84574"/>
                  <a:gd name="GluePoint96X" fmla="*/ 997014 w 1179211"/>
                  <a:gd name="GluePoint96Y" fmla="*/ 74909 h 84574"/>
                  <a:gd name="GluePoint97X" fmla="*/ 998464 w 1179211"/>
                  <a:gd name="GluePoint97Y" fmla="*/ 84816 h 84574"/>
                  <a:gd name="GluePoint98X" fmla="*/ 996048 w 1179211"/>
                  <a:gd name="GluePoint98Y" fmla="*/ 67660 h 84574"/>
                  <a:gd name="GluePoint99X" fmla="*/ 991456 w 1179211"/>
                  <a:gd name="GluePoint99Y" fmla="*/ 74667 h 84574"/>
                  <a:gd name="GluePoint100X" fmla="*/ 985657 w 1179211"/>
                  <a:gd name="GluePoint100Y" fmla="*/ 78050 h 84574"/>
                  <a:gd name="GluePoint101X" fmla="*/ 980582 w 1179211"/>
                  <a:gd name="GluePoint101Y" fmla="*/ 78775 h 84574"/>
                  <a:gd name="GluePoint102X" fmla="*/ 974058 w 1179211"/>
                  <a:gd name="GluePoint102Y" fmla="*/ 77084 h 84574"/>
                  <a:gd name="GluePoint103X" fmla="*/ 969467 w 1179211"/>
                  <a:gd name="GluePoint103Y" fmla="*/ 72493 h 84574"/>
                  <a:gd name="GluePoint104X" fmla="*/ 966809 w 1179211"/>
                  <a:gd name="GluePoint104Y" fmla="*/ 65243 h 84574"/>
                  <a:gd name="GluePoint105X" fmla="*/ 965842 w 1179211"/>
                  <a:gd name="GluePoint105Y" fmla="*/ 56303 h 84574"/>
                  <a:gd name="GluePoint106X" fmla="*/ 967051 w 1179211"/>
                  <a:gd name="GluePoint106Y" fmla="*/ 47362 h 84574"/>
                  <a:gd name="GluePoint107X" fmla="*/ 970192 w 1179211"/>
                  <a:gd name="GluePoint107Y" fmla="*/ 40354 h 84574"/>
                  <a:gd name="GluePoint108X" fmla="*/ 975266 w 1179211"/>
                  <a:gd name="GluePoint108Y" fmla="*/ 36005 h 84574"/>
                  <a:gd name="GluePoint109X" fmla="*/ 981549 w 1179211"/>
                  <a:gd name="GluePoint109Y" fmla="*/ 34555 h 84574"/>
                  <a:gd name="GluePoint110X" fmla="*/ 987832 w 1179211"/>
                  <a:gd name="GluePoint110Y" fmla="*/ 35763 h 84574"/>
                  <a:gd name="GluePoint111X" fmla="*/ 992906 w 1179211"/>
                  <a:gd name="GluePoint111Y" fmla="*/ 39629 h 84574"/>
                  <a:gd name="GluePoint112X" fmla="*/ 996531 w 1179211"/>
                  <a:gd name="GluePoint112Y" fmla="*/ 46395 h 84574"/>
                  <a:gd name="GluePoint113X" fmla="*/ 997739 w 1179211"/>
                  <a:gd name="GluePoint113Y" fmla="*/ 56061 h 84574"/>
                  <a:gd name="GluePoint114X" fmla="*/ 996048 w 1179211"/>
                  <a:gd name="GluePoint114Y" fmla="*/ 67660 h 84574"/>
                  <a:gd name="GluePoint115X" fmla="*/ 938537 w 1179211"/>
                  <a:gd name="GluePoint115Y" fmla="*/ 725 h 84574"/>
                  <a:gd name="GluePoint116X" fmla="*/ 928629 w 1179211"/>
                  <a:gd name="GluePoint116Y" fmla="*/ 725 h 84574"/>
                  <a:gd name="GluePoint117X" fmla="*/ 928629 w 1179211"/>
                  <a:gd name="GluePoint117Y" fmla="*/ 84333 h 84574"/>
                  <a:gd name="GluePoint118X" fmla="*/ 938537 w 1179211"/>
                  <a:gd name="GluePoint118Y" fmla="*/ 84333 h 84574"/>
                  <a:gd name="GluePoint119X" fmla="*/ 938537 w 1179211"/>
                  <a:gd name="GluePoint119Y" fmla="*/ 725 h 84574"/>
                  <a:gd name="GluePoint120X" fmla="*/ 897699 w 1179211"/>
                  <a:gd name="GluePoint120Y" fmla="*/ 38179 h 84574"/>
                  <a:gd name="GluePoint121X" fmla="*/ 900841 w 1179211"/>
                  <a:gd name="GluePoint121Y" fmla="*/ 50262 h 84574"/>
                  <a:gd name="GluePoint122X" fmla="*/ 900841 w 1179211"/>
                  <a:gd name="GluePoint122Y" fmla="*/ 52195 h 84574"/>
                  <a:gd name="GluePoint123X" fmla="*/ 873535 w 1179211"/>
                  <a:gd name="GluePoint123Y" fmla="*/ 52195 h 84574"/>
                  <a:gd name="GluePoint124X" fmla="*/ 875227 w 1179211"/>
                  <a:gd name="GluePoint124Y" fmla="*/ 45187 h 84574"/>
                  <a:gd name="GluePoint125X" fmla="*/ 878368 w 1179211"/>
                  <a:gd name="GluePoint125Y" fmla="*/ 39388 h 84574"/>
                  <a:gd name="GluePoint126X" fmla="*/ 882959 w 1179211"/>
                  <a:gd name="GluePoint126Y" fmla="*/ 35280 h 84574"/>
                  <a:gd name="GluePoint127X" fmla="*/ 889000 w 1179211"/>
                  <a:gd name="GluePoint127Y" fmla="*/ 33830 h 84574"/>
                  <a:gd name="GluePoint128X" fmla="*/ 897699 w 1179211"/>
                  <a:gd name="GluePoint128Y" fmla="*/ 38179 h 84574"/>
                  <a:gd name="GluePoint129X" fmla="*/ 910748 w 1179211"/>
                  <a:gd name="GluePoint129Y" fmla="*/ 58236 h 84574"/>
                  <a:gd name="GluePoint130X" fmla="*/ 910748 w 1179211"/>
                  <a:gd name="GluePoint130Y" fmla="*/ 52678 h 84574"/>
                  <a:gd name="GluePoint131X" fmla="*/ 909781 w 1179211"/>
                  <a:gd name="GluePoint131Y" fmla="*/ 43496 h 84574"/>
                  <a:gd name="GluePoint132X" fmla="*/ 906157 w 1179211"/>
                  <a:gd name="GluePoint132Y" fmla="*/ 35280 h 84574"/>
                  <a:gd name="GluePoint133X" fmla="*/ 899391 w 1179211"/>
                  <a:gd name="GluePoint133Y" fmla="*/ 29480 h 84574"/>
                  <a:gd name="GluePoint134X" fmla="*/ 888759 w 1179211"/>
                  <a:gd name="GluePoint134Y" fmla="*/ 27306 h 84574"/>
                  <a:gd name="GluePoint135X" fmla="*/ 878851 w 1179211"/>
                  <a:gd name="GluePoint135Y" fmla="*/ 29480 h 84574"/>
                  <a:gd name="GluePoint136X" fmla="*/ 870877 w 1179211"/>
                  <a:gd name="GluePoint136Y" fmla="*/ 35521 h 84574"/>
                  <a:gd name="GluePoint137X" fmla="*/ 865561 w 1179211"/>
                  <a:gd name="GluePoint137Y" fmla="*/ 44704 h 84574"/>
                  <a:gd name="GluePoint138X" fmla="*/ 863628 w 1179211"/>
                  <a:gd name="GluePoint138Y" fmla="*/ 56544 h 84574"/>
                  <a:gd name="GluePoint139X" fmla="*/ 870394 w 1179211"/>
                  <a:gd name="GluePoint139Y" fmla="*/ 78292 h 84574"/>
                  <a:gd name="GluePoint140X" fmla="*/ 890208 w 1179211"/>
                  <a:gd name="GluePoint140Y" fmla="*/ 85783 h 84574"/>
                  <a:gd name="GluePoint141X" fmla="*/ 902290 w 1179211"/>
                  <a:gd name="GluePoint141Y" fmla="*/ 83125 h 84574"/>
                  <a:gd name="GluePoint142X" fmla="*/ 911956 w 1179211"/>
                  <a:gd name="GluePoint142Y" fmla="*/ 75151 h 84574"/>
                  <a:gd name="GluePoint143X" fmla="*/ 908090 w 1179211"/>
                  <a:gd name="GluePoint143Y" fmla="*/ 71043 h 84574"/>
                  <a:gd name="GluePoint144X" fmla="*/ 898666 w 1179211"/>
                  <a:gd name="GluePoint144Y" fmla="*/ 77567 h 84574"/>
                  <a:gd name="GluePoint145X" fmla="*/ 890933 w 1179211"/>
                  <a:gd name="GluePoint145Y" fmla="*/ 79017 h 84574"/>
                  <a:gd name="GluePoint146X" fmla="*/ 878368 w 1179211"/>
                  <a:gd name="GluePoint146Y" fmla="*/ 73701 h 84574"/>
                  <a:gd name="GluePoint147X" fmla="*/ 873777 w 1179211"/>
                  <a:gd name="GluePoint147Y" fmla="*/ 58477 h 84574"/>
                  <a:gd name="GluePoint148X" fmla="*/ 910748 w 1179211"/>
                  <a:gd name="GluePoint148Y" fmla="*/ 58477 h 84574"/>
                  <a:gd name="GluePoint149X" fmla="*/ 848404 w 1179211"/>
                  <a:gd name="GluePoint149Y" fmla="*/ 61377 h 84574"/>
                  <a:gd name="GluePoint150X" fmla="*/ 844296 w 1179211"/>
                  <a:gd name="GluePoint150Y" fmla="*/ 56544 h 84574"/>
                  <a:gd name="GluePoint151X" fmla="*/ 838980 w 1179211"/>
                  <a:gd name="GluePoint151Y" fmla="*/ 53403 h 84574"/>
                  <a:gd name="GluePoint152X" fmla="*/ 833181 w 1179211"/>
                  <a:gd name="GluePoint152Y" fmla="*/ 51470 h 84574"/>
                  <a:gd name="GluePoint153X" fmla="*/ 824723 w 1179211"/>
                  <a:gd name="GluePoint153Y" fmla="*/ 47603 h 84574"/>
                  <a:gd name="GluePoint154X" fmla="*/ 821582 w 1179211"/>
                  <a:gd name="GluePoint154Y" fmla="*/ 40837 h 84574"/>
                  <a:gd name="GluePoint155X" fmla="*/ 824482 w 1179211"/>
                  <a:gd name="GluePoint155Y" fmla="*/ 35280 h 84574"/>
                  <a:gd name="GluePoint156X" fmla="*/ 831731 w 1179211"/>
                  <a:gd name="GluePoint156Y" fmla="*/ 33105 h 84574"/>
                  <a:gd name="GluePoint157X" fmla="*/ 838980 w 1179211"/>
                  <a:gd name="GluePoint157Y" fmla="*/ 34796 h 84574"/>
                  <a:gd name="GluePoint158X" fmla="*/ 843572 w 1179211"/>
                  <a:gd name="GluePoint158Y" fmla="*/ 38421 h 84574"/>
                  <a:gd name="GluePoint159X" fmla="*/ 848404 w 1179211"/>
                  <a:gd name="GluePoint159Y" fmla="*/ 32380 h 84574"/>
                  <a:gd name="GluePoint160X" fmla="*/ 842605 w 1179211"/>
                  <a:gd name="GluePoint160Y" fmla="*/ 28997 h 84574"/>
                  <a:gd name="GluePoint161X" fmla="*/ 832214 w 1179211"/>
                  <a:gd name="GluePoint161Y" fmla="*/ 27306 h 84574"/>
                  <a:gd name="GluePoint162X" fmla="*/ 824723 w 1179211"/>
                  <a:gd name="GluePoint162Y" fmla="*/ 28272 h 84574"/>
                  <a:gd name="GluePoint163X" fmla="*/ 818441 w 1179211"/>
                  <a:gd name="GluePoint163Y" fmla="*/ 31172 h 84574"/>
                  <a:gd name="GluePoint164X" fmla="*/ 814091 w 1179211"/>
                  <a:gd name="GluePoint164Y" fmla="*/ 36005 h 84574"/>
                  <a:gd name="GluePoint165X" fmla="*/ 812400 w 1179211"/>
                  <a:gd name="GluePoint165Y" fmla="*/ 42771 h 84574"/>
                  <a:gd name="GluePoint166X" fmla="*/ 813850 w 1179211"/>
                  <a:gd name="GluePoint166Y" fmla="*/ 50020 h 84574"/>
                  <a:gd name="GluePoint167X" fmla="*/ 817716 w 1179211"/>
                  <a:gd name="GluePoint167Y" fmla="*/ 54853 h 84574"/>
                  <a:gd name="GluePoint168X" fmla="*/ 822790 w 1179211"/>
                  <a:gd name="GluePoint168Y" fmla="*/ 57752 h 84574"/>
                  <a:gd name="GluePoint169X" fmla="*/ 828106 w 1179211"/>
                  <a:gd name="GluePoint169Y" fmla="*/ 59686 h 84574"/>
                  <a:gd name="GluePoint170X" fmla="*/ 836564 w 1179211"/>
                  <a:gd name="GluePoint170Y" fmla="*/ 63310 h 84574"/>
                  <a:gd name="GluePoint171X" fmla="*/ 839705 w 1179211"/>
                  <a:gd name="GluePoint171Y" fmla="*/ 70559 h 84574"/>
                  <a:gd name="GluePoint172X" fmla="*/ 837047 w 1179211"/>
                  <a:gd name="GluePoint172Y" fmla="*/ 77325 h 84574"/>
                  <a:gd name="GluePoint173X" fmla="*/ 829556 w 1179211"/>
                  <a:gd name="GluePoint173Y" fmla="*/ 79742 h 84574"/>
                  <a:gd name="GluePoint174X" fmla="*/ 824723 w 1179211"/>
                  <a:gd name="GluePoint174Y" fmla="*/ 79017 h 84574"/>
                  <a:gd name="GluePoint175X" fmla="*/ 820616 w 1179211"/>
                  <a:gd name="GluePoint175Y" fmla="*/ 76842 h 84574"/>
                  <a:gd name="GluePoint176X" fmla="*/ 817233 w 1179211"/>
                  <a:gd name="GluePoint176Y" fmla="*/ 74184 h 84574"/>
                  <a:gd name="GluePoint177X" fmla="*/ 814816 w 1179211"/>
                  <a:gd name="GluePoint177Y" fmla="*/ 71768 h 84574"/>
                  <a:gd name="GluePoint178X" fmla="*/ 809983 w 1179211"/>
                  <a:gd name="GluePoint178Y" fmla="*/ 79500 h 84574"/>
                  <a:gd name="GluePoint179X" fmla="*/ 829073 w 1179211"/>
                  <a:gd name="GluePoint179Y" fmla="*/ 85783 h 84574"/>
                  <a:gd name="GluePoint180X" fmla="*/ 836806 w 1179211"/>
                  <a:gd name="GluePoint180Y" fmla="*/ 84575 h 84574"/>
                  <a:gd name="GluePoint181X" fmla="*/ 843088 w 1179211"/>
                  <a:gd name="GluePoint181Y" fmla="*/ 81192 h 84574"/>
                  <a:gd name="GluePoint182X" fmla="*/ 847438 w 1179211"/>
                  <a:gd name="GluePoint182Y" fmla="*/ 75634 h 84574"/>
                  <a:gd name="GluePoint183X" fmla="*/ 849129 w 1179211"/>
                  <a:gd name="GluePoint183Y" fmla="*/ 68143 h 84574"/>
                  <a:gd name="GluePoint184X" fmla="*/ 848404 w 1179211"/>
                  <a:gd name="GluePoint184Y" fmla="*/ 61377 h 84574"/>
                  <a:gd name="GluePoint185X" fmla="*/ 796693 w 1179211"/>
                  <a:gd name="GluePoint185Y" fmla="*/ 61377 h 84574"/>
                  <a:gd name="GluePoint186X" fmla="*/ 792585 w 1179211"/>
                  <a:gd name="GluePoint186Y" fmla="*/ 56544 h 84574"/>
                  <a:gd name="GluePoint187X" fmla="*/ 787269 w 1179211"/>
                  <a:gd name="GluePoint187Y" fmla="*/ 53403 h 84574"/>
                  <a:gd name="GluePoint188X" fmla="*/ 781470 w 1179211"/>
                  <a:gd name="GluePoint188Y" fmla="*/ 51470 h 84574"/>
                  <a:gd name="GluePoint189X" fmla="*/ 773012 w 1179211"/>
                  <a:gd name="GluePoint189Y" fmla="*/ 47603 h 84574"/>
                  <a:gd name="GluePoint190X" fmla="*/ 769871 w 1179211"/>
                  <a:gd name="GluePoint190Y" fmla="*/ 40837 h 84574"/>
                  <a:gd name="GluePoint191X" fmla="*/ 772770 w 1179211"/>
                  <a:gd name="GluePoint191Y" fmla="*/ 35280 h 84574"/>
                  <a:gd name="GluePoint192X" fmla="*/ 780020 w 1179211"/>
                  <a:gd name="GluePoint192Y" fmla="*/ 33105 h 84574"/>
                  <a:gd name="GluePoint193X" fmla="*/ 787269 w 1179211"/>
                  <a:gd name="GluePoint193Y" fmla="*/ 34796 h 84574"/>
                  <a:gd name="GluePoint194X" fmla="*/ 791860 w 1179211"/>
                  <a:gd name="GluePoint194Y" fmla="*/ 38421 h 84574"/>
                  <a:gd name="GluePoint195X" fmla="*/ 796693 w 1179211"/>
                  <a:gd name="GluePoint195Y" fmla="*/ 32380 h 84574"/>
                  <a:gd name="GluePoint196X" fmla="*/ 790894 w 1179211"/>
                  <a:gd name="GluePoint196Y" fmla="*/ 28997 h 84574"/>
                  <a:gd name="GluePoint197X" fmla="*/ 780503 w 1179211"/>
                  <a:gd name="GluePoint197Y" fmla="*/ 27306 h 84574"/>
                  <a:gd name="GluePoint198X" fmla="*/ 773012 w 1179211"/>
                  <a:gd name="GluePoint198Y" fmla="*/ 28272 h 84574"/>
                  <a:gd name="GluePoint199X" fmla="*/ 766729 w 1179211"/>
                  <a:gd name="GluePoint199Y" fmla="*/ 31172 h 84574"/>
                  <a:gd name="GluePoint200X" fmla="*/ 762380 w 1179211"/>
                  <a:gd name="GluePoint200Y" fmla="*/ 36005 h 84574"/>
                  <a:gd name="GluePoint201X" fmla="*/ 760688 w 1179211"/>
                  <a:gd name="GluePoint201Y" fmla="*/ 42771 h 84574"/>
                  <a:gd name="GluePoint202X" fmla="*/ 762138 w 1179211"/>
                  <a:gd name="GluePoint202Y" fmla="*/ 50020 h 84574"/>
                  <a:gd name="GluePoint203X" fmla="*/ 766005 w 1179211"/>
                  <a:gd name="GluePoint203Y" fmla="*/ 54853 h 84574"/>
                  <a:gd name="GluePoint204X" fmla="*/ 771079 w 1179211"/>
                  <a:gd name="GluePoint204Y" fmla="*/ 57752 h 84574"/>
                  <a:gd name="GluePoint205X" fmla="*/ 776395 w 1179211"/>
                  <a:gd name="GluePoint205Y" fmla="*/ 59686 h 84574"/>
                  <a:gd name="GluePoint206X" fmla="*/ 784853 w 1179211"/>
                  <a:gd name="GluePoint206Y" fmla="*/ 63310 h 84574"/>
                  <a:gd name="GluePoint207X" fmla="*/ 787994 w 1179211"/>
                  <a:gd name="GluePoint207Y" fmla="*/ 70559 h 84574"/>
                  <a:gd name="GluePoint208X" fmla="*/ 785336 w 1179211"/>
                  <a:gd name="GluePoint208Y" fmla="*/ 77325 h 84574"/>
                  <a:gd name="GluePoint209X" fmla="*/ 777845 w 1179211"/>
                  <a:gd name="GluePoint209Y" fmla="*/ 79742 h 84574"/>
                  <a:gd name="GluePoint210X" fmla="*/ 773012 w 1179211"/>
                  <a:gd name="GluePoint210Y" fmla="*/ 79017 h 84574"/>
                  <a:gd name="GluePoint211X" fmla="*/ 768904 w 1179211"/>
                  <a:gd name="GluePoint211Y" fmla="*/ 76842 h 84574"/>
                  <a:gd name="GluePoint212X" fmla="*/ 765521 w 1179211"/>
                  <a:gd name="GluePoint212Y" fmla="*/ 74184 h 84574"/>
                  <a:gd name="GluePoint213X" fmla="*/ 763105 w 1179211"/>
                  <a:gd name="GluePoint213Y" fmla="*/ 71768 h 84574"/>
                  <a:gd name="GluePoint214X" fmla="*/ 758272 w 1179211"/>
                  <a:gd name="GluePoint214Y" fmla="*/ 79500 h 84574"/>
                  <a:gd name="GluePoint215X" fmla="*/ 777362 w 1179211"/>
                  <a:gd name="GluePoint215Y" fmla="*/ 85783 h 84574"/>
                  <a:gd name="GluePoint216X" fmla="*/ 785094 w 1179211"/>
                  <a:gd name="GluePoint216Y" fmla="*/ 84575 h 84574"/>
                  <a:gd name="GluePoint217X" fmla="*/ 791377 w 1179211"/>
                  <a:gd name="GluePoint217Y" fmla="*/ 81192 h 84574"/>
                  <a:gd name="GluePoint218X" fmla="*/ 795726 w 1179211"/>
                  <a:gd name="GluePoint218Y" fmla="*/ 75634 h 84574"/>
                  <a:gd name="GluePoint219X" fmla="*/ 797418 w 1179211"/>
                  <a:gd name="GluePoint219Y" fmla="*/ 68143 h 84574"/>
                  <a:gd name="GluePoint220X" fmla="*/ 796693 w 1179211"/>
                  <a:gd name="GluePoint220Y" fmla="*/ 61377 h 84574"/>
                  <a:gd name="GluePoint221X" fmla="*/ 711393 w 1179211"/>
                  <a:gd name="GluePoint221Y" fmla="*/ 6041 h 84574"/>
                  <a:gd name="GluePoint222X" fmla="*/ 707286 w 1179211"/>
                  <a:gd name="GluePoint222Y" fmla="*/ 4350 h 84574"/>
                  <a:gd name="GluePoint223X" fmla="*/ 703178 w 1179211"/>
                  <a:gd name="GluePoint223Y" fmla="*/ 6041 h 84574"/>
                  <a:gd name="GluePoint224X" fmla="*/ 701486 w 1179211"/>
                  <a:gd name="GluePoint224Y" fmla="*/ 9907 h 84574"/>
                  <a:gd name="GluePoint225X" fmla="*/ 703178 w 1179211"/>
                  <a:gd name="GluePoint225Y" fmla="*/ 13774 h 84574"/>
                  <a:gd name="GluePoint226X" fmla="*/ 707286 w 1179211"/>
                  <a:gd name="GluePoint226Y" fmla="*/ 15465 h 84574"/>
                  <a:gd name="GluePoint227X" fmla="*/ 711393 w 1179211"/>
                  <a:gd name="GluePoint227Y" fmla="*/ 13774 h 84574"/>
                  <a:gd name="GluePoint228X" fmla="*/ 713085 w 1179211"/>
                  <a:gd name="GluePoint228Y" fmla="*/ 9907 h 84574"/>
                  <a:gd name="GluePoint229X" fmla="*/ 711393 w 1179211"/>
                  <a:gd name="GluePoint229Y" fmla="*/ 6041 h 84574"/>
                  <a:gd name="GluePoint230X" fmla="*/ 734833 w 1179211"/>
                  <a:gd name="GluePoint230Y" fmla="*/ 6041 h 84574"/>
                  <a:gd name="GluePoint231X" fmla="*/ 730725 w 1179211"/>
                  <a:gd name="GluePoint231Y" fmla="*/ 4350 h 84574"/>
                  <a:gd name="GluePoint232X" fmla="*/ 726617 w 1179211"/>
                  <a:gd name="GluePoint232Y" fmla="*/ 6041 h 84574"/>
                  <a:gd name="GluePoint233X" fmla="*/ 724925 w 1179211"/>
                  <a:gd name="GluePoint233Y" fmla="*/ 9907 h 84574"/>
                  <a:gd name="GluePoint234X" fmla="*/ 726617 w 1179211"/>
                  <a:gd name="GluePoint234Y" fmla="*/ 13774 h 84574"/>
                  <a:gd name="GluePoint235X" fmla="*/ 730725 w 1179211"/>
                  <a:gd name="GluePoint235Y" fmla="*/ 15465 h 84574"/>
                  <a:gd name="GluePoint236X" fmla="*/ 734833 w 1179211"/>
                  <a:gd name="GluePoint236Y" fmla="*/ 13774 h 84574"/>
                  <a:gd name="GluePoint237X" fmla="*/ 736524 w 1179211"/>
                  <a:gd name="GluePoint237Y" fmla="*/ 9907 h 84574"/>
                  <a:gd name="GluePoint238X" fmla="*/ 734833 w 1179211"/>
                  <a:gd name="GluePoint238Y" fmla="*/ 6041 h 84574"/>
                  <a:gd name="GluePoint239X" fmla="*/ 695445 w 1179211"/>
                  <a:gd name="GluePoint239Y" fmla="*/ 28997 h 84574"/>
                  <a:gd name="GluePoint240X" fmla="*/ 695445 w 1179211"/>
                  <a:gd name="GluePoint240Y" fmla="*/ 63552 h 84574"/>
                  <a:gd name="GluePoint241X" fmla="*/ 695928 w 1179211"/>
                  <a:gd name="GluePoint241Y" fmla="*/ 72009 h 84574"/>
                  <a:gd name="GluePoint242X" fmla="*/ 698103 w 1179211"/>
                  <a:gd name="GluePoint242Y" fmla="*/ 79017 h 84574"/>
                  <a:gd name="GluePoint243X" fmla="*/ 703903 w 1179211"/>
                  <a:gd name="GluePoint243Y" fmla="*/ 83850 h 84574"/>
                  <a:gd name="GluePoint244X" fmla="*/ 714535 w 1179211"/>
                  <a:gd name="GluePoint244Y" fmla="*/ 85783 h 84574"/>
                  <a:gd name="GluePoint245X" fmla="*/ 722026 w 1179211"/>
                  <a:gd name="GluePoint245Y" fmla="*/ 84575 h 84574"/>
                  <a:gd name="GluePoint246X" fmla="*/ 727342 w 1179211"/>
                  <a:gd name="GluePoint246Y" fmla="*/ 81433 h 84574"/>
                  <a:gd name="GluePoint247X" fmla="*/ 730725 w 1179211"/>
                  <a:gd name="GluePoint247Y" fmla="*/ 77809 h 84574"/>
                  <a:gd name="GluePoint248X" fmla="*/ 732658 w 1179211"/>
                  <a:gd name="GluePoint248Y" fmla="*/ 75151 h 84574"/>
                  <a:gd name="GluePoint249X" fmla="*/ 733866 w 1179211"/>
                  <a:gd name="GluePoint249Y" fmla="*/ 84575 h 84574"/>
                  <a:gd name="GluePoint250X" fmla="*/ 743290 w 1179211"/>
                  <a:gd name="GluePoint250Y" fmla="*/ 83608 h 84574"/>
                  <a:gd name="GluePoint251X" fmla="*/ 743049 w 1179211"/>
                  <a:gd name="GluePoint251Y" fmla="*/ 81433 h 84574"/>
                  <a:gd name="GluePoint252X" fmla="*/ 742565 w 1179211"/>
                  <a:gd name="GluePoint252Y" fmla="*/ 77809 h 84574"/>
                  <a:gd name="GluePoint253X" fmla="*/ 742324 w 1179211"/>
                  <a:gd name="GluePoint253Y" fmla="*/ 73701 h 84574"/>
                  <a:gd name="GluePoint254X" fmla="*/ 742082 w 1179211"/>
                  <a:gd name="GluePoint254Y" fmla="*/ 69593 h 84574"/>
                  <a:gd name="GluePoint255X" fmla="*/ 742082 w 1179211"/>
                  <a:gd name="GluePoint255Y" fmla="*/ 28755 h 84574"/>
                  <a:gd name="GluePoint256X" fmla="*/ 732175 w 1179211"/>
                  <a:gd name="GluePoint256Y" fmla="*/ 28755 h 84574"/>
                  <a:gd name="GluePoint257X" fmla="*/ 732175 w 1179211"/>
                  <a:gd name="GluePoint257Y" fmla="*/ 59686 h 84574"/>
                  <a:gd name="GluePoint258X" fmla="*/ 730966 w 1179211"/>
                  <a:gd name="GluePoint258Y" fmla="*/ 66935 h 84574"/>
                  <a:gd name="GluePoint259X" fmla="*/ 727583 w 1179211"/>
                  <a:gd name="GluePoint259Y" fmla="*/ 72734 h 84574"/>
                  <a:gd name="GluePoint260X" fmla="*/ 722751 w 1179211"/>
                  <a:gd name="GluePoint260Y" fmla="*/ 76600 h 84574"/>
                  <a:gd name="GluePoint261X" fmla="*/ 716468 w 1179211"/>
                  <a:gd name="GluePoint261Y" fmla="*/ 78050 h 84574"/>
                  <a:gd name="GluePoint262X" fmla="*/ 710427 w 1179211"/>
                  <a:gd name="GluePoint262Y" fmla="*/ 77084 h 84574"/>
                  <a:gd name="GluePoint263X" fmla="*/ 706802 w 1179211"/>
                  <a:gd name="GluePoint263Y" fmla="*/ 74184 h 84574"/>
                  <a:gd name="GluePoint264X" fmla="*/ 705111 w 1179211"/>
                  <a:gd name="GluePoint264Y" fmla="*/ 69593 h 84574"/>
                  <a:gd name="GluePoint265X" fmla="*/ 704628 w 1179211"/>
                  <a:gd name="GluePoint265Y" fmla="*/ 63310 h 84574"/>
                  <a:gd name="GluePoint266X" fmla="*/ 704628 w 1179211"/>
                  <a:gd name="GluePoint266Y" fmla="*/ 28755 h 84574"/>
                  <a:gd name="GluePoint267X" fmla="*/ 695445 w 1179211"/>
                  <a:gd name="GluePoint267Y" fmla="*/ 28755 h 84574"/>
                  <a:gd name="GluePoint268X" fmla="*/ 664515 w 1179211"/>
                  <a:gd name="GluePoint268Y" fmla="*/ 60894 h 84574"/>
                  <a:gd name="GluePoint269X" fmla="*/ 657991 w 1179211"/>
                  <a:gd name="GluePoint269Y" fmla="*/ 71284 h 84574"/>
                  <a:gd name="GluePoint270X" fmla="*/ 648325 w 1179211"/>
                  <a:gd name="GluePoint270Y" fmla="*/ 76600 h 84574"/>
                  <a:gd name="GluePoint271X" fmla="*/ 636726 w 1179211"/>
                  <a:gd name="GluePoint271Y" fmla="*/ 78050 h 84574"/>
                  <a:gd name="GluePoint272X" fmla="*/ 631893 w 1179211"/>
                  <a:gd name="GluePoint272Y" fmla="*/ 77809 h 84574"/>
                  <a:gd name="GluePoint273X" fmla="*/ 626577 w 1179211"/>
                  <a:gd name="GluePoint273Y" fmla="*/ 77325 h 84574"/>
                  <a:gd name="GluePoint274X" fmla="*/ 626577 w 1179211"/>
                  <a:gd name="GluePoint274Y" fmla="*/ 10874 h 84574"/>
                  <a:gd name="GluePoint275X" fmla="*/ 630927 w 1179211"/>
                  <a:gd name="GluePoint275Y" fmla="*/ 10632 h 84574"/>
                  <a:gd name="GluePoint276X" fmla="*/ 635276 w 1179211"/>
                  <a:gd name="GluePoint276Y" fmla="*/ 10632 h 84574"/>
                  <a:gd name="GluePoint277X" fmla="*/ 659440 w 1179211"/>
                  <a:gd name="GluePoint277Y" fmla="*/ 18848 h 84574"/>
                  <a:gd name="GluePoint278X" fmla="*/ 666931 w 1179211"/>
                  <a:gd name="GluePoint278Y" fmla="*/ 44220 h 84574"/>
                  <a:gd name="GluePoint279X" fmla="*/ 664515 w 1179211"/>
                  <a:gd name="GluePoint279Y" fmla="*/ 60894 h 84574"/>
                  <a:gd name="GluePoint280X" fmla="*/ 675389 w 1179211"/>
                  <a:gd name="GluePoint280Y" fmla="*/ 25856 h 84574"/>
                  <a:gd name="GluePoint281X" fmla="*/ 667173 w 1179211"/>
                  <a:gd name="GluePoint281Y" fmla="*/ 13774 h 84574"/>
                  <a:gd name="GluePoint282X" fmla="*/ 654366 w 1179211"/>
                  <a:gd name="GluePoint282Y" fmla="*/ 6524 h 84574"/>
                  <a:gd name="GluePoint283X" fmla="*/ 637451 w 1179211"/>
                  <a:gd name="GluePoint283Y" fmla="*/ 4108 h 84574"/>
                  <a:gd name="GluePoint284X" fmla="*/ 631168 w 1179211"/>
                  <a:gd name="GluePoint284Y" fmla="*/ 4108 h 84574"/>
                  <a:gd name="GluePoint285X" fmla="*/ 627060 w 1179211"/>
                  <a:gd name="GluePoint285Y" fmla="*/ 4350 h 84574"/>
                  <a:gd name="GluePoint286X" fmla="*/ 622953 w 1179211"/>
                  <a:gd name="GluePoint286Y" fmla="*/ 4350 h 84574"/>
                  <a:gd name="GluePoint287X" fmla="*/ 616670 w 1179211"/>
                  <a:gd name="GluePoint287Y" fmla="*/ 4591 h 84574"/>
                  <a:gd name="GluePoint288X" fmla="*/ 616670 w 1179211"/>
                  <a:gd name="GluePoint288Y" fmla="*/ 84091 h 84574"/>
                  <a:gd name="GluePoint289X" fmla="*/ 625611 w 1179211"/>
                  <a:gd name="GluePoint289Y" fmla="*/ 84333 h 84574"/>
                  <a:gd name="GluePoint290X" fmla="*/ 637209 w 1179211"/>
                  <a:gd name="GluePoint290Y" fmla="*/ 84575 h 84574"/>
                  <a:gd name="GluePoint291X" fmla="*/ 650741 w 1179211"/>
                  <a:gd name="GluePoint291Y" fmla="*/ 82883 h 84574"/>
                  <a:gd name="GluePoint292X" fmla="*/ 664032 w 1179211"/>
                  <a:gd name="GluePoint292Y" fmla="*/ 76842 h 84574"/>
                  <a:gd name="GluePoint293X" fmla="*/ 674181 w 1179211"/>
                  <a:gd name="GluePoint293Y" fmla="*/ 64518 h 84574"/>
                  <a:gd name="GluePoint294X" fmla="*/ 678289 w 1179211"/>
                  <a:gd name="GluePoint294Y" fmla="*/ 43979 h 84574"/>
                  <a:gd name="GluePoint295X" fmla="*/ 675389 w 1179211"/>
                  <a:gd name="GluePoint295Y" fmla="*/ 25856 h 84574"/>
                  <a:gd name="GluePoint296X" fmla="*/ 562059 w 1179211"/>
                  <a:gd name="GluePoint296Y" fmla="*/ 77325 h 84574"/>
                  <a:gd name="GluePoint297X" fmla="*/ 558918 w 1179211"/>
                  <a:gd name="GluePoint297Y" fmla="*/ 78534 h 84574"/>
                  <a:gd name="GluePoint298X" fmla="*/ 555776 w 1179211"/>
                  <a:gd name="GluePoint298Y" fmla="*/ 79017 h 84574"/>
                  <a:gd name="GluePoint299X" fmla="*/ 553360 w 1179211"/>
                  <a:gd name="GluePoint299Y" fmla="*/ 78534 h 84574"/>
                  <a:gd name="GluePoint300X" fmla="*/ 551185 w 1179211"/>
                  <a:gd name="GluePoint300Y" fmla="*/ 77567 h 84574"/>
                  <a:gd name="GluePoint301X" fmla="*/ 549010 w 1179211"/>
                  <a:gd name="GluePoint301Y" fmla="*/ 74184 h 84574"/>
                  <a:gd name="GluePoint302X" fmla="*/ 548769 w 1179211"/>
                  <a:gd name="GluePoint302Y" fmla="*/ 67901 h 84574"/>
                  <a:gd name="GluePoint303X" fmla="*/ 548769 w 1179211"/>
                  <a:gd name="GluePoint303Y" fmla="*/ 35280 h 84574"/>
                  <a:gd name="GluePoint304X" fmla="*/ 561817 w 1179211"/>
                  <a:gd name="GluePoint304Y" fmla="*/ 35280 h 84574"/>
                  <a:gd name="GluePoint305X" fmla="*/ 561817 w 1179211"/>
                  <a:gd name="GluePoint305Y" fmla="*/ 28997 h 84574"/>
                  <a:gd name="GluePoint306X" fmla="*/ 548769 w 1179211"/>
                  <a:gd name="GluePoint306Y" fmla="*/ 28997 h 84574"/>
                  <a:gd name="GluePoint307X" fmla="*/ 548769 w 1179211"/>
                  <a:gd name="GluePoint307Y" fmla="*/ 12807 h 84574"/>
                  <a:gd name="GluePoint308X" fmla="*/ 539103 w 1179211"/>
                  <a:gd name="GluePoint308Y" fmla="*/ 14982 h 84574"/>
                  <a:gd name="GluePoint309X" fmla="*/ 539103 w 1179211"/>
                  <a:gd name="GluePoint309Y" fmla="*/ 28997 h 84574"/>
                  <a:gd name="GluePoint310X" fmla="*/ 529679 w 1179211"/>
                  <a:gd name="GluePoint310Y" fmla="*/ 28997 h 84574"/>
                  <a:gd name="GluePoint311X" fmla="*/ 529679 w 1179211"/>
                  <a:gd name="GluePoint311Y" fmla="*/ 35280 h 84574"/>
                  <a:gd name="GluePoint312X" fmla="*/ 539103 w 1179211"/>
                  <a:gd name="GluePoint312Y" fmla="*/ 35280 h 84574"/>
                  <a:gd name="GluePoint313X" fmla="*/ 539103 w 1179211"/>
                  <a:gd name="GluePoint313Y" fmla="*/ 68868 h 84574"/>
                  <a:gd name="GluePoint314X" fmla="*/ 539345 w 1179211"/>
                  <a:gd name="GluePoint314Y" fmla="*/ 76117 h 84574"/>
                  <a:gd name="GluePoint315X" fmla="*/ 541278 w 1179211"/>
                  <a:gd name="GluePoint315Y" fmla="*/ 81433 h 84574"/>
                  <a:gd name="GluePoint316X" fmla="*/ 545869 w 1179211"/>
                  <a:gd name="GluePoint316Y" fmla="*/ 84816 h 84574"/>
                  <a:gd name="GluePoint317X" fmla="*/ 551910 w 1179211"/>
                  <a:gd name="GluePoint317Y" fmla="*/ 85783 h 84574"/>
                  <a:gd name="GluePoint318X" fmla="*/ 558434 w 1179211"/>
                  <a:gd name="GluePoint318Y" fmla="*/ 84816 h 84574"/>
                  <a:gd name="GluePoint319X" fmla="*/ 563992 w 1179211"/>
                  <a:gd name="GluePoint319Y" fmla="*/ 82158 h 84574"/>
                  <a:gd name="GluePoint320X" fmla="*/ 562059 w 1179211"/>
                  <a:gd name="GluePoint320Y" fmla="*/ 77325 h 84574"/>
                  <a:gd name="GluePoint321X" fmla="*/ 487392 w 1179211"/>
                  <a:gd name="GluePoint321Y" fmla="*/ 6041 h 84574"/>
                  <a:gd name="GluePoint322X" fmla="*/ 483284 w 1179211"/>
                  <a:gd name="GluePoint322Y" fmla="*/ 4350 h 84574"/>
                  <a:gd name="GluePoint323X" fmla="*/ 479176 w 1179211"/>
                  <a:gd name="GluePoint323Y" fmla="*/ 6041 h 84574"/>
                  <a:gd name="GluePoint324X" fmla="*/ 477484 w 1179211"/>
                  <a:gd name="GluePoint324Y" fmla="*/ 9907 h 84574"/>
                  <a:gd name="GluePoint325X" fmla="*/ 479176 w 1179211"/>
                  <a:gd name="GluePoint325Y" fmla="*/ 13774 h 84574"/>
                  <a:gd name="GluePoint326X" fmla="*/ 483284 w 1179211"/>
                  <a:gd name="GluePoint326Y" fmla="*/ 15465 h 84574"/>
                  <a:gd name="GluePoint327X" fmla="*/ 487392 w 1179211"/>
                  <a:gd name="GluePoint327Y" fmla="*/ 13774 h 84574"/>
                  <a:gd name="GluePoint328X" fmla="*/ 489083 w 1179211"/>
                  <a:gd name="GluePoint328Y" fmla="*/ 9907 h 84574"/>
                  <a:gd name="GluePoint329X" fmla="*/ 487392 w 1179211"/>
                  <a:gd name="GluePoint329Y" fmla="*/ 6041 h 84574"/>
                  <a:gd name="GluePoint330X" fmla="*/ 510589 w 1179211"/>
                  <a:gd name="GluePoint330Y" fmla="*/ 6041 h 84574"/>
                  <a:gd name="GluePoint331X" fmla="*/ 506481 w 1179211"/>
                  <a:gd name="GluePoint331Y" fmla="*/ 4350 h 84574"/>
                  <a:gd name="GluePoint332X" fmla="*/ 502373 w 1179211"/>
                  <a:gd name="GluePoint332Y" fmla="*/ 6041 h 84574"/>
                  <a:gd name="GluePoint333X" fmla="*/ 500682 w 1179211"/>
                  <a:gd name="GluePoint333Y" fmla="*/ 9907 h 84574"/>
                  <a:gd name="GluePoint334X" fmla="*/ 502373 w 1179211"/>
                  <a:gd name="GluePoint334Y" fmla="*/ 13774 h 84574"/>
                  <a:gd name="GluePoint335X" fmla="*/ 506481 w 1179211"/>
                  <a:gd name="GluePoint335Y" fmla="*/ 15465 h 84574"/>
                  <a:gd name="GluePoint336X" fmla="*/ 510589 w 1179211"/>
                  <a:gd name="GluePoint336Y" fmla="*/ 13774 h 84574"/>
                  <a:gd name="GluePoint337X" fmla="*/ 512281 w 1179211"/>
                  <a:gd name="GluePoint337Y" fmla="*/ 9907 h 84574"/>
                  <a:gd name="GluePoint338X" fmla="*/ 510589 w 1179211"/>
                  <a:gd name="GluePoint338Y" fmla="*/ 6041 h 84574"/>
                  <a:gd name="GluePoint339X" fmla="*/ 504548 w 1179211"/>
                  <a:gd name="GluePoint339Y" fmla="*/ 62827 h 84574"/>
                  <a:gd name="GluePoint340X" fmla="*/ 504306 w 1179211"/>
                  <a:gd name="GluePoint340Y" fmla="*/ 67660 h 84574"/>
                  <a:gd name="GluePoint341X" fmla="*/ 502373 w 1179211"/>
                  <a:gd name="GluePoint341Y" fmla="*/ 72976 h 84574"/>
                  <a:gd name="GluePoint342X" fmla="*/ 498990 w 1179211"/>
                  <a:gd name="GluePoint342Y" fmla="*/ 76600 h 84574"/>
                  <a:gd name="GluePoint343X" fmla="*/ 495124 w 1179211"/>
                  <a:gd name="GluePoint343Y" fmla="*/ 78534 h 84574"/>
                  <a:gd name="GluePoint344X" fmla="*/ 491741 w 1179211"/>
                  <a:gd name="GluePoint344Y" fmla="*/ 79017 h 84574"/>
                  <a:gd name="GluePoint345X" fmla="*/ 488116 w 1179211"/>
                  <a:gd name="GluePoint345Y" fmla="*/ 78534 h 84574"/>
                  <a:gd name="GluePoint346X" fmla="*/ 484975 w 1179211"/>
                  <a:gd name="GluePoint346Y" fmla="*/ 76842 h 84574"/>
                  <a:gd name="GluePoint347X" fmla="*/ 482800 w 1179211"/>
                  <a:gd name="GluePoint347Y" fmla="*/ 73942 h 84574"/>
                  <a:gd name="GluePoint348X" fmla="*/ 482075 w 1179211"/>
                  <a:gd name="GluePoint348Y" fmla="*/ 69351 h 84574"/>
                  <a:gd name="GluePoint349X" fmla="*/ 483284 w 1179211"/>
                  <a:gd name="GluePoint349Y" fmla="*/ 64760 h 84574"/>
                  <a:gd name="GluePoint350X" fmla="*/ 486183 w 1179211"/>
                  <a:gd name="GluePoint350Y" fmla="*/ 61619 h 84574"/>
                  <a:gd name="GluePoint351X" fmla="*/ 489566 w 1179211"/>
                  <a:gd name="GluePoint351Y" fmla="*/ 59686 h 84574"/>
                  <a:gd name="GluePoint352X" fmla="*/ 492708 w 1179211"/>
                  <a:gd name="GluePoint352Y" fmla="*/ 58719 h 84574"/>
                  <a:gd name="GluePoint353X" fmla="*/ 496091 w 1179211"/>
                  <a:gd name="GluePoint353Y" fmla="*/ 58236 h 84574"/>
                  <a:gd name="GluePoint354X" fmla="*/ 499715 w 1179211"/>
                  <a:gd name="GluePoint354Y" fmla="*/ 57994 h 84574"/>
                  <a:gd name="GluePoint355X" fmla="*/ 502857 w 1179211"/>
                  <a:gd name="GluePoint355Y" fmla="*/ 57752 h 84574"/>
                  <a:gd name="GluePoint356X" fmla="*/ 505031 w 1179211"/>
                  <a:gd name="GluePoint356Y" fmla="*/ 57752 h 84574"/>
                  <a:gd name="GluePoint357X" fmla="*/ 504548 w 1179211"/>
                  <a:gd name="GluePoint357Y" fmla="*/ 62827 h 84574"/>
                  <a:gd name="GluePoint358X" fmla="*/ 522188 w 1179211"/>
                  <a:gd name="GluePoint358Y" fmla="*/ 78292 h 84574"/>
                  <a:gd name="GluePoint359X" fmla="*/ 517838 w 1179211"/>
                  <a:gd name="GluePoint359Y" fmla="*/ 79017 h 84574"/>
                  <a:gd name="GluePoint360X" fmla="*/ 514939 w 1179211"/>
                  <a:gd name="GluePoint360Y" fmla="*/ 77809 h 84574"/>
                  <a:gd name="GluePoint361X" fmla="*/ 513972 w 1179211"/>
                  <a:gd name="GluePoint361Y" fmla="*/ 72734 h 84574"/>
                  <a:gd name="GluePoint362X" fmla="*/ 513972 w 1179211"/>
                  <a:gd name="GluePoint362Y" fmla="*/ 43496 h 84574"/>
                  <a:gd name="GluePoint363X" fmla="*/ 513972 w 1179211"/>
                  <a:gd name="GluePoint363Y" fmla="*/ 40354 h 84574"/>
                  <a:gd name="GluePoint364X" fmla="*/ 513489 w 1179211"/>
                  <a:gd name="GluePoint364Y" fmla="*/ 36971 h 84574"/>
                  <a:gd name="GluePoint365X" fmla="*/ 512281 w 1179211"/>
                  <a:gd name="GluePoint365Y" fmla="*/ 33830 h 84574"/>
                  <a:gd name="GluePoint366X" fmla="*/ 509864 w 1179211"/>
                  <a:gd name="GluePoint366Y" fmla="*/ 31172 h 84574"/>
                  <a:gd name="GluePoint367X" fmla="*/ 502615 w 1179211"/>
                  <a:gd name="GluePoint367Y" fmla="*/ 27789 h 84574"/>
                  <a:gd name="GluePoint368X" fmla="*/ 494882 w 1179211"/>
                  <a:gd name="GluePoint368Y" fmla="*/ 27064 h 84574"/>
                  <a:gd name="GluePoint369X" fmla="*/ 488116 w 1179211"/>
                  <a:gd name="GluePoint369Y" fmla="*/ 27789 h 84574"/>
                  <a:gd name="GluePoint370X" fmla="*/ 482075 w 1179211"/>
                  <a:gd name="GluePoint370Y" fmla="*/ 29964 h 84574"/>
                  <a:gd name="GluePoint371X" fmla="*/ 477243 w 1179211"/>
                  <a:gd name="GluePoint371Y" fmla="*/ 33830 h 84574"/>
                  <a:gd name="GluePoint372X" fmla="*/ 474584 w 1179211"/>
                  <a:gd name="GluePoint372Y" fmla="*/ 40113 h 84574"/>
                  <a:gd name="GluePoint373X" fmla="*/ 482317 w 1179211"/>
                  <a:gd name="GluePoint373Y" fmla="*/ 42529 h 84574"/>
                  <a:gd name="GluePoint374X" fmla="*/ 483284 w 1179211"/>
                  <a:gd name="GluePoint374Y" fmla="*/ 38904 h 84574"/>
                  <a:gd name="GluePoint375X" fmla="*/ 485217 w 1179211"/>
                  <a:gd name="GluePoint375Y" fmla="*/ 36005 h 84574"/>
                  <a:gd name="GluePoint376X" fmla="*/ 488600 w 1179211"/>
                  <a:gd name="GluePoint376Y" fmla="*/ 33830 h 84574"/>
                  <a:gd name="GluePoint377X" fmla="*/ 493916 w 1179211"/>
                  <a:gd name="GluePoint377Y" fmla="*/ 33105 h 84574"/>
                  <a:gd name="GluePoint378X" fmla="*/ 497299 w 1179211"/>
                  <a:gd name="GluePoint378Y" fmla="*/ 33347 h 84574"/>
                  <a:gd name="GluePoint379X" fmla="*/ 500440 w 1179211"/>
                  <a:gd name="GluePoint379Y" fmla="*/ 34313 h 84574"/>
                  <a:gd name="GluePoint380X" fmla="*/ 503582 w 1179211"/>
                  <a:gd name="GluePoint380Y" fmla="*/ 37213 h 84574"/>
                  <a:gd name="GluePoint381X" fmla="*/ 504548 w 1179211"/>
                  <a:gd name="GluePoint381Y" fmla="*/ 42287 h 84574"/>
                  <a:gd name="GluePoint382X" fmla="*/ 504548 w 1179211"/>
                  <a:gd name="GluePoint382Y" fmla="*/ 51711 h 84574"/>
                  <a:gd name="GluePoint383X" fmla="*/ 497057 w 1179211"/>
                  <a:gd name="GluePoint383Y" fmla="*/ 51953 h 84574"/>
                  <a:gd name="GluePoint384X" fmla="*/ 491016 w 1179211"/>
                  <a:gd name="GluePoint384Y" fmla="*/ 52436 h 84574"/>
                  <a:gd name="GluePoint385X" fmla="*/ 483525 w 1179211"/>
                  <a:gd name="GluePoint385Y" fmla="*/ 54369 h 84574"/>
                  <a:gd name="GluePoint386X" fmla="*/ 477484 w 1179211"/>
                  <a:gd name="GluePoint386Y" fmla="*/ 57994 h 84574"/>
                  <a:gd name="GluePoint387X" fmla="*/ 473618 w 1179211"/>
                  <a:gd name="GluePoint387Y" fmla="*/ 63310 h 84574"/>
                  <a:gd name="GluePoint388X" fmla="*/ 472168 w 1179211"/>
                  <a:gd name="GluePoint388Y" fmla="*/ 70076 h 84574"/>
                  <a:gd name="GluePoint389X" fmla="*/ 473618 w 1179211"/>
                  <a:gd name="GluePoint389Y" fmla="*/ 76842 h 84574"/>
                  <a:gd name="GluePoint390X" fmla="*/ 477243 w 1179211"/>
                  <a:gd name="GluePoint390Y" fmla="*/ 81675 h 84574"/>
                  <a:gd name="GluePoint391X" fmla="*/ 482317 w 1179211"/>
                  <a:gd name="GluePoint391Y" fmla="*/ 84575 h 84574"/>
                  <a:gd name="GluePoint392X" fmla="*/ 488116 w 1179211"/>
                  <a:gd name="GluePoint392Y" fmla="*/ 85541 h 84574"/>
                  <a:gd name="GluePoint393X" fmla="*/ 499232 w 1179211"/>
                  <a:gd name="GluePoint393Y" fmla="*/ 82641 h 84574"/>
                  <a:gd name="GluePoint394X" fmla="*/ 505031 w 1179211"/>
                  <a:gd name="GluePoint394Y" fmla="*/ 75634 h 84574"/>
                  <a:gd name="GluePoint395X" fmla="*/ 507689 w 1179211"/>
                  <a:gd name="GluePoint395Y" fmla="*/ 82158 h 84574"/>
                  <a:gd name="GluePoint396X" fmla="*/ 514214 w 1179211"/>
                  <a:gd name="GluePoint396Y" fmla="*/ 84816 h 84574"/>
                  <a:gd name="GluePoint397X" fmla="*/ 519047 w 1179211"/>
                  <a:gd name="GluePoint397Y" fmla="*/ 84333 h 84574"/>
                  <a:gd name="GluePoint398X" fmla="*/ 522430 w 1179211"/>
                  <a:gd name="GluePoint398Y" fmla="*/ 83608 h 84574"/>
                  <a:gd name="GluePoint399X" fmla="*/ 522430 w 1179211"/>
                  <a:gd name="GluePoint399Y" fmla="*/ 78292 h 84574"/>
                  <a:gd name="GluePoint400X" fmla="*/ 458636 w 1179211"/>
                  <a:gd name="GluePoint400Y" fmla="*/ 77325 h 84574"/>
                  <a:gd name="GluePoint401X" fmla="*/ 455495 w 1179211"/>
                  <a:gd name="GluePoint401Y" fmla="*/ 78534 h 84574"/>
                  <a:gd name="GluePoint402X" fmla="*/ 452353 w 1179211"/>
                  <a:gd name="GluePoint402Y" fmla="*/ 79017 h 84574"/>
                  <a:gd name="GluePoint403X" fmla="*/ 449937 w 1179211"/>
                  <a:gd name="GluePoint403Y" fmla="*/ 78534 h 84574"/>
                  <a:gd name="GluePoint404X" fmla="*/ 447762 w 1179211"/>
                  <a:gd name="GluePoint404Y" fmla="*/ 77567 h 84574"/>
                  <a:gd name="GluePoint405X" fmla="*/ 445587 w 1179211"/>
                  <a:gd name="GluePoint405Y" fmla="*/ 74184 h 84574"/>
                  <a:gd name="GluePoint406X" fmla="*/ 445346 w 1179211"/>
                  <a:gd name="GluePoint406Y" fmla="*/ 67901 h 84574"/>
                  <a:gd name="GluePoint407X" fmla="*/ 445346 w 1179211"/>
                  <a:gd name="GluePoint407Y" fmla="*/ 35280 h 84574"/>
                  <a:gd name="GluePoint408X" fmla="*/ 458394 w 1179211"/>
                  <a:gd name="GluePoint408Y" fmla="*/ 35280 h 84574"/>
                  <a:gd name="GluePoint409X" fmla="*/ 458394 w 1179211"/>
                  <a:gd name="GluePoint409Y" fmla="*/ 28997 h 84574"/>
                  <a:gd name="GluePoint410X" fmla="*/ 445346 w 1179211"/>
                  <a:gd name="GluePoint410Y" fmla="*/ 28997 h 84574"/>
                  <a:gd name="GluePoint411X" fmla="*/ 445346 w 1179211"/>
                  <a:gd name="GluePoint411Y" fmla="*/ 12807 h 84574"/>
                  <a:gd name="GluePoint412X" fmla="*/ 435680 w 1179211"/>
                  <a:gd name="GluePoint412Y" fmla="*/ 14982 h 84574"/>
                  <a:gd name="GluePoint413X" fmla="*/ 435680 w 1179211"/>
                  <a:gd name="GluePoint413Y" fmla="*/ 28997 h 84574"/>
                  <a:gd name="GluePoint414X" fmla="*/ 426256 w 1179211"/>
                  <a:gd name="GluePoint414Y" fmla="*/ 28997 h 84574"/>
                  <a:gd name="GluePoint415X" fmla="*/ 426256 w 1179211"/>
                  <a:gd name="GluePoint415Y" fmla="*/ 35280 h 84574"/>
                  <a:gd name="GluePoint416X" fmla="*/ 435680 w 1179211"/>
                  <a:gd name="GluePoint416Y" fmla="*/ 35280 h 84574"/>
                  <a:gd name="GluePoint417X" fmla="*/ 435680 w 1179211"/>
                  <a:gd name="GluePoint417Y" fmla="*/ 68868 h 84574"/>
                  <a:gd name="GluePoint418X" fmla="*/ 435922 w 1179211"/>
                  <a:gd name="GluePoint418Y" fmla="*/ 76117 h 84574"/>
                  <a:gd name="GluePoint419X" fmla="*/ 437855 w 1179211"/>
                  <a:gd name="GluePoint419Y" fmla="*/ 81433 h 84574"/>
                  <a:gd name="GluePoint420X" fmla="*/ 442446 w 1179211"/>
                  <a:gd name="GluePoint420Y" fmla="*/ 84816 h 84574"/>
                  <a:gd name="GluePoint421X" fmla="*/ 448487 w 1179211"/>
                  <a:gd name="GluePoint421Y" fmla="*/ 85783 h 84574"/>
                  <a:gd name="GluePoint422X" fmla="*/ 455012 w 1179211"/>
                  <a:gd name="GluePoint422Y" fmla="*/ 84816 h 84574"/>
                  <a:gd name="GluePoint423X" fmla="*/ 460569 w 1179211"/>
                  <a:gd name="GluePoint423Y" fmla="*/ 82158 h 84574"/>
                  <a:gd name="GluePoint424X" fmla="*/ 458636 w 1179211"/>
                  <a:gd name="GluePoint424Y" fmla="*/ 77325 h 84574"/>
                  <a:gd name="GluePoint425X" fmla="*/ 409825 w 1179211"/>
                  <a:gd name="GluePoint425Y" fmla="*/ 28997 h 84574"/>
                  <a:gd name="GluePoint426X" fmla="*/ 399676 w 1179211"/>
                  <a:gd name="GluePoint426Y" fmla="*/ 28997 h 84574"/>
                  <a:gd name="GluePoint427X" fmla="*/ 399676 w 1179211"/>
                  <a:gd name="GluePoint427Y" fmla="*/ 84091 h 84574"/>
                  <a:gd name="GluePoint428X" fmla="*/ 409825 w 1179211"/>
                  <a:gd name="GluePoint428Y" fmla="*/ 84091 h 84574"/>
                  <a:gd name="GluePoint429X" fmla="*/ 409825 w 1179211"/>
                  <a:gd name="GluePoint429Y" fmla="*/ 28997 h 84574"/>
                  <a:gd name="GluePoint430X" fmla="*/ 409341 w 1179211"/>
                  <a:gd name="GluePoint430Y" fmla="*/ 2416 h 84574"/>
                  <a:gd name="GluePoint431X" fmla="*/ 404992 w 1179211"/>
                  <a:gd name="GluePoint431Y" fmla="*/ 483 h 84574"/>
                  <a:gd name="GluePoint432X" fmla="*/ 400400 w 1179211"/>
                  <a:gd name="GluePoint432Y" fmla="*/ 2416 h 84574"/>
                  <a:gd name="GluePoint433X" fmla="*/ 398467 w 1179211"/>
                  <a:gd name="GluePoint433Y" fmla="*/ 6766 h 84574"/>
                  <a:gd name="GluePoint434X" fmla="*/ 400400 w 1179211"/>
                  <a:gd name="GluePoint434Y" fmla="*/ 11116 h 84574"/>
                  <a:gd name="GluePoint435X" fmla="*/ 404992 w 1179211"/>
                  <a:gd name="GluePoint435Y" fmla="*/ 13049 h 84574"/>
                  <a:gd name="GluePoint436X" fmla="*/ 409341 w 1179211"/>
                  <a:gd name="GluePoint436Y" fmla="*/ 11116 h 84574"/>
                  <a:gd name="GluePoint437X" fmla="*/ 411274 w 1179211"/>
                  <a:gd name="GluePoint437Y" fmla="*/ 6766 h 84574"/>
                  <a:gd name="GluePoint438X" fmla="*/ 409341 w 1179211"/>
                  <a:gd name="GluePoint438Y" fmla="*/ 2416 h 84574"/>
                  <a:gd name="GluePoint439X" fmla="*/ 379619 w 1179211"/>
                  <a:gd name="GluePoint439Y" fmla="*/ 61377 h 84574"/>
                  <a:gd name="GluePoint440X" fmla="*/ 375511 w 1179211"/>
                  <a:gd name="GluePoint440Y" fmla="*/ 56544 h 84574"/>
                  <a:gd name="GluePoint441X" fmla="*/ 370195 w 1179211"/>
                  <a:gd name="GluePoint441Y" fmla="*/ 53403 h 84574"/>
                  <a:gd name="GluePoint442X" fmla="*/ 364396 w 1179211"/>
                  <a:gd name="GluePoint442Y" fmla="*/ 51470 h 84574"/>
                  <a:gd name="GluePoint443X" fmla="*/ 355938 w 1179211"/>
                  <a:gd name="GluePoint443Y" fmla="*/ 47603 h 84574"/>
                  <a:gd name="GluePoint444X" fmla="*/ 352797 w 1179211"/>
                  <a:gd name="GluePoint444Y" fmla="*/ 40837 h 84574"/>
                  <a:gd name="GluePoint445X" fmla="*/ 355697 w 1179211"/>
                  <a:gd name="GluePoint445Y" fmla="*/ 35280 h 84574"/>
                  <a:gd name="GluePoint446X" fmla="*/ 362946 w 1179211"/>
                  <a:gd name="GluePoint446Y" fmla="*/ 33105 h 84574"/>
                  <a:gd name="GluePoint447X" fmla="*/ 370195 w 1179211"/>
                  <a:gd name="GluePoint447Y" fmla="*/ 34796 h 84574"/>
                  <a:gd name="GluePoint448X" fmla="*/ 374786 w 1179211"/>
                  <a:gd name="GluePoint448Y" fmla="*/ 38421 h 84574"/>
                  <a:gd name="GluePoint449X" fmla="*/ 379619 w 1179211"/>
                  <a:gd name="GluePoint449Y" fmla="*/ 32380 h 84574"/>
                  <a:gd name="GluePoint450X" fmla="*/ 373820 w 1179211"/>
                  <a:gd name="GluePoint450Y" fmla="*/ 28997 h 84574"/>
                  <a:gd name="GluePoint451X" fmla="*/ 363429 w 1179211"/>
                  <a:gd name="GluePoint451Y" fmla="*/ 27306 h 84574"/>
                  <a:gd name="GluePoint452X" fmla="*/ 355938 w 1179211"/>
                  <a:gd name="GluePoint452Y" fmla="*/ 28272 h 84574"/>
                  <a:gd name="GluePoint453X" fmla="*/ 349656 w 1179211"/>
                  <a:gd name="GluePoint453Y" fmla="*/ 31172 h 84574"/>
                  <a:gd name="GluePoint454X" fmla="*/ 345306 w 1179211"/>
                  <a:gd name="GluePoint454Y" fmla="*/ 36005 h 84574"/>
                  <a:gd name="GluePoint455X" fmla="*/ 343615 w 1179211"/>
                  <a:gd name="GluePoint455Y" fmla="*/ 42771 h 84574"/>
                  <a:gd name="GluePoint456X" fmla="*/ 345065 w 1179211"/>
                  <a:gd name="GluePoint456Y" fmla="*/ 50020 h 84574"/>
                  <a:gd name="GluePoint457X" fmla="*/ 348931 w 1179211"/>
                  <a:gd name="GluePoint457Y" fmla="*/ 54853 h 84574"/>
                  <a:gd name="GluePoint458X" fmla="*/ 354005 w 1179211"/>
                  <a:gd name="GluePoint458Y" fmla="*/ 57752 h 84574"/>
                  <a:gd name="GluePoint459X" fmla="*/ 359321 w 1179211"/>
                  <a:gd name="GluePoint459Y" fmla="*/ 59686 h 84574"/>
                  <a:gd name="GluePoint460X" fmla="*/ 367779 w 1179211"/>
                  <a:gd name="GluePoint460Y" fmla="*/ 63310 h 84574"/>
                  <a:gd name="GluePoint461X" fmla="*/ 370920 w 1179211"/>
                  <a:gd name="GluePoint461Y" fmla="*/ 70559 h 84574"/>
                  <a:gd name="GluePoint462X" fmla="*/ 368262 w 1179211"/>
                  <a:gd name="GluePoint462Y" fmla="*/ 77325 h 84574"/>
                  <a:gd name="GluePoint463X" fmla="*/ 360771 w 1179211"/>
                  <a:gd name="GluePoint463Y" fmla="*/ 79742 h 84574"/>
                  <a:gd name="GluePoint464X" fmla="*/ 355938 w 1179211"/>
                  <a:gd name="GluePoint464Y" fmla="*/ 79017 h 84574"/>
                  <a:gd name="GluePoint465X" fmla="*/ 351830 w 1179211"/>
                  <a:gd name="GluePoint465Y" fmla="*/ 76842 h 84574"/>
                  <a:gd name="GluePoint466X" fmla="*/ 348447 w 1179211"/>
                  <a:gd name="GluePoint466Y" fmla="*/ 74184 h 84574"/>
                  <a:gd name="GluePoint467X" fmla="*/ 346031 w 1179211"/>
                  <a:gd name="GluePoint467Y" fmla="*/ 71768 h 84574"/>
                  <a:gd name="GluePoint468X" fmla="*/ 341198 w 1179211"/>
                  <a:gd name="GluePoint468Y" fmla="*/ 79500 h 84574"/>
                  <a:gd name="GluePoint469X" fmla="*/ 360288 w 1179211"/>
                  <a:gd name="GluePoint469Y" fmla="*/ 85783 h 84574"/>
                  <a:gd name="GluePoint470X" fmla="*/ 368020 w 1179211"/>
                  <a:gd name="GluePoint470Y" fmla="*/ 84575 h 84574"/>
                  <a:gd name="GluePoint471X" fmla="*/ 374303 w 1179211"/>
                  <a:gd name="GluePoint471Y" fmla="*/ 81192 h 84574"/>
                  <a:gd name="GluePoint472X" fmla="*/ 378411 w 1179211"/>
                  <a:gd name="GluePoint472Y" fmla="*/ 75634 h 84574"/>
                  <a:gd name="GluePoint473X" fmla="*/ 380103 w 1179211"/>
                  <a:gd name="GluePoint473Y" fmla="*/ 68143 h 84574"/>
                  <a:gd name="GluePoint474X" fmla="*/ 379619 w 1179211"/>
                  <a:gd name="GluePoint474Y" fmla="*/ 61377 h 84574"/>
                  <a:gd name="GluePoint475X" fmla="*/ 298428 w 1179211"/>
                  <a:gd name="GluePoint475Y" fmla="*/ 84091 h 84574"/>
                  <a:gd name="GluePoint476X" fmla="*/ 307852 w 1179211"/>
                  <a:gd name="GluePoint476Y" fmla="*/ 84091 h 84574"/>
                  <a:gd name="GluePoint477X" fmla="*/ 307852 w 1179211"/>
                  <a:gd name="GluePoint477Y" fmla="*/ 57511 h 84574"/>
                  <a:gd name="GluePoint478X" fmla="*/ 308093 w 1179211"/>
                  <a:gd name="GluePoint478Y" fmla="*/ 51953 h 84574"/>
                  <a:gd name="GluePoint479X" fmla="*/ 308818 w 1179211"/>
                  <a:gd name="GluePoint479Y" fmla="*/ 46637 h 84574"/>
                  <a:gd name="GluePoint480X" fmla="*/ 312926 w 1179211"/>
                  <a:gd name="GluePoint480Y" fmla="*/ 37938 h 84574"/>
                  <a:gd name="GluePoint481X" fmla="*/ 318967 w 1179211"/>
                  <a:gd name="GluePoint481Y" fmla="*/ 34555 h 84574"/>
                  <a:gd name="GluePoint482X" fmla="*/ 325008 w 1179211"/>
                  <a:gd name="GluePoint482Y" fmla="*/ 40596 h 84574"/>
                  <a:gd name="GluePoint483X" fmla="*/ 333224 w 1179211"/>
                  <a:gd name="GluePoint483Y" fmla="*/ 37696 h 84574"/>
                  <a:gd name="GluePoint484X" fmla="*/ 332016 w 1179211"/>
                  <a:gd name="GluePoint484Y" fmla="*/ 32863 h 84574"/>
                  <a:gd name="GluePoint485X" fmla="*/ 329599 w 1179211"/>
                  <a:gd name="GluePoint485Y" fmla="*/ 29722 h 84574"/>
                  <a:gd name="GluePoint486X" fmla="*/ 326216 w 1179211"/>
                  <a:gd name="GluePoint486Y" fmla="*/ 28030 h 84574"/>
                  <a:gd name="GluePoint487X" fmla="*/ 322833 w 1179211"/>
                  <a:gd name="GluePoint487Y" fmla="*/ 27547 h 84574"/>
                  <a:gd name="GluePoint488X" fmla="*/ 314134 w 1179211"/>
                  <a:gd name="GluePoint488Y" fmla="*/ 30205 h 84574"/>
                  <a:gd name="GluePoint489X" fmla="*/ 307852 w 1179211"/>
                  <a:gd name="GluePoint489Y" fmla="*/ 37696 h 84574"/>
                  <a:gd name="GluePoint490X" fmla="*/ 306643 w 1179211"/>
                  <a:gd name="GluePoint490Y" fmla="*/ 28272 h 84574"/>
                  <a:gd name="GluePoint491X" fmla="*/ 297219 w 1179211"/>
                  <a:gd name="GluePoint491Y" fmla="*/ 29239 h 84574"/>
                  <a:gd name="GluePoint492X" fmla="*/ 297461 w 1179211"/>
                  <a:gd name="GluePoint492Y" fmla="*/ 31413 h 84574"/>
                  <a:gd name="GluePoint493X" fmla="*/ 297944 w 1179211"/>
                  <a:gd name="GluePoint493Y" fmla="*/ 35038 h 84574"/>
                  <a:gd name="GluePoint494X" fmla="*/ 298186 w 1179211"/>
                  <a:gd name="GluePoint494Y" fmla="*/ 39146 h 84574"/>
                  <a:gd name="GluePoint495X" fmla="*/ 298428 w 1179211"/>
                  <a:gd name="GluePoint495Y" fmla="*/ 43254 h 84574"/>
                  <a:gd name="GluePoint496X" fmla="*/ 298428 w 1179211"/>
                  <a:gd name="GluePoint496Y" fmla="*/ 84091 h 84574"/>
                  <a:gd name="GluePoint497X" fmla="*/ 267981 w 1179211"/>
                  <a:gd name="GluePoint497Y" fmla="*/ 38179 h 84574"/>
                  <a:gd name="GluePoint498X" fmla="*/ 271122 w 1179211"/>
                  <a:gd name="GluePoint498Y" fmla="*/ 50262 h 84574"/>
                  <a:gd name="GluePoint499X" fmla="*/ 271122 w 1179211"/>
                  <a:gd name="GluePoint499Y" fmla="*/ 52195 h 84574"/>
                  <a:gd name="GluePoint500X" fmla="*/ 243817 w 1179211"/>
                  <a:gd name="GluePoint500Y" fmla="*/ 52195 h 84574"/>
                  <a:gd name="GluePoint501X" fmla="*/ 245508 w 1179211"/>
                  <a:gd name="GluePoint501Y" fmla="*/ 45187 h 84574"/>
                  <a:gd name="GluePoint502X" fmla="*/ 248649 w 1179211"/>
                  <a:gd name="GluePoint502Y" fmla="*/ 39388 h 84574"/>
                  <a:gd name="GluePoint503X" fmla="*/ 253241 w 1179211"/>
                  <a:gd name="GluePoint503Y" fmla="*/ 35280 h 84574"/>
                  <a:gd name="GluePoint504X" fmla="*/ 259282 w 1179211"/>
                  <a:gd name="GluePoint504Y" fmla="*/ 33830 h 84574"/>
                  <a:gd name="GluePoint505X" fmla="*/ 267981 w 1179211"/>
                  <a:gd name="GluePoint505Y" fmla="*/ 38179 h 84574"/>
                  <a:gd name="GluePoint506X" fmla="*/ 281029 w 1179211"/>
                  <a:gd name="GluePoint506Y" fmla="*/ 58236 h 84574"/>
                  <a:gd name="GluePoint507X" fmla="*/ 281029 w 1179211"/>
                  <a:gd name="GluePoint507Y" fmla="*/ 52678 h 84574"/>
                  <a:gd name="GluePoint508X" fmla="*/ 280063 w 1179211"/>
                  <a:gd name="GluePoint508Y" fmla="*/ 43496 h 84574"/>
                  <a:gd name="GluePoint509X" fmla="*/ 276438 w 1179211"/>
                  <a:gd name="GluePoint509Y" fmla="*/ 35280 h 84574"/>
                  <a:gd name="GluePoint510X" fmla="*/ 269672 w 1179211"/>
                  <a:gd name="GluePoint510Y" fmla="*/ 29480 h 84574"/>
                  <a:gd name="GluePoint511X" fmla="*/ 259040 w 1179211"/>
                  <a:gd name="GluePoint511Y" fmla="*/ 27306 h 84574"/>
                  <a:gd name="GluePoint512X" fmla="*/ 249133 w 1179211"/>
                  <a:gd name="GluePoint512Y" fmla="*/ 29480 h 84574"/>
                  <a:gd name="GluePoint513X" fmla="*/ 241159 w 1179211"/>
                  <a:gd name="GluePoint513Y" fmla="*/ 35521 h 84574"/>
                  <a:gd name="GluePoint514X" fmla="*/ 235842 w 1179211"/>
                  <a:gd name="GluePoint514Y" fmla="*/ 44704 h 84574"/>
                  <a:gd name="GluePoint515X" fmla="*/ 233909 w 1179211"/>
                  <a:gd name="GluePoint515Y" fmla="*/ 56544 h 84574"/>
                  <a:gd name="GluePoint516X" fmla="*/ 240675 w 1179211"/>
                  <a:gd name="GluePoint516Y" fmla="*/ 78292 h 84574"/>
                  <a:gd name="GluePoint517X" fmla="*/ 260490 w 1179211"/>
                  <a:gd name="GluePoint517Y" fmla="*/ 85783 h 84574"/>
                  <a:gd name="GluePoint518X" fmla="*/ 272572 w 1179211"/>
                  <a:gd name="GluePoint518Y" fmla="*/ 83125 h 84574"/>
                  <a:gd name="GluePoint519X" fmla="*/ 282238 w 1179211"/>
                  <a:gd name="GluePoint519Y" fmla="*/ 75151 h 84574"/>
                  <a:gd name="GluePoint520X" fmla="*/ 278371 w 1179211"/>
                  <a:gd name="GluePoint520Y" fmla="*/ 71043 h 84574"/>
                  <a:gd name="GluePoint521X" fmla="*/ 268947 w 1179211"/>
                  <a:gd name="GluePoint521Y" fmla="*/ 77567 h 84574"/>
                  <a:gd name="GluePoint522X" fmla="*/ 261215 w 1179211"/>
                  <a:gd name="GluePoint522Y" fmla="*/ 79017 h 84574"/>
                  <a:gd name="GluePoint523X" fmla="*/ 248649 w 1179211"/>
                  <a:gd name="GluePoint523Y" fmla="*/ 73701 h 84574"/>
                  <a:gd name="GluePoint524X" fmla="*/ 244058 w 1179211"/>
                  <a:gd name="GluePoint524Y" fmla="*/ 58477 h 84574"/>
                  <a:gd name="GluePoint525X" fmla="*/ 281029 w 1179211"/>
                  <a:gd name="GluePoint525Y" fmla="*/ 58477 h 84574"/>
                  <a:gd name="GluePoint526X" fmla="*/ 183648 w 1179211"/>
                  <a:gd name="GluePoint526Y" fmla="*/ 28997 h 84574"/>
                  <a:gd name="GluePoint527X" fmla="*/ 172774 w 1179211"/>
                  <a:gd name="GluePoint527Y" fmla="*/ 28997 h 84574"/>
                  <a:gd name="GluePoint528X" fmla="*/ 195247 w 1179211"/>
                  <a:gd name="GluePoint528Y" fmla="*/ 85300 h 84574"/>
                  <a:gd name="GluePoint529X" fmla="*/ 203221 w 1179211"/>
                  <a:gd name="GluePoint529Y" fmla="*/ 85300 h 84574"/>
                  <a:gd name="GluePoint530X" fmla="*/ 226418 w 1179211"/>
                  <a:gd name="GluePoint530Y" fmla="*/ 28997 h 84574"/>
                  <a:gd name="GluePoint531X" fmla="*/ 217236 w 1179211"/>
                  <a:gd name="GluePoint531Y" fmla="*/ 28997 h 84574"/>
                  <a:gd name="GluePoint532X" fmla="*/ 202496 w 1179211"/>
                  <a:gd name="GluePoint532Y" fmla="*/ 67660 h 84574"/>
                  <a:gd name="GluePoint533X" fmla="*/ 200079 w 1179211"/>
                  <a:gd name="GluePoint533Y" fmla="*/ 76359 h 84574"/>
                  <a:gd name="GluePoint534X" fmla="*/ 199354 w 1179211"/>
                  <a:gd name="GluePoint534Y" fmla="*/ 72734 h 84574"/>
                  <a:gd name="GluePoint535X" fmla="*/ 197663 w 1179211"/>
                  <a:gd name="GluePoint535Y" fmla="*/ 67176 h 84574"/>
                  <a:gd name="GluePoint536X" fmla="*/ 183648 w 1179211"/>
                  <a:gd name="GluePoint536Y" fmla="*/ 28997 h 84574"/>
                  <a:gd name="GluePoint537X" fmla="*/ 159000 w 1179211"/>
                  <a:gd name="GluePoint537Y" fmla="*/ 28997 h 84574"/>
                  <a:gd name="GluePoint538X" fmla="*/ 148851 w 1179211"/>
                  <a:gd name="GluePoint538Y" fmla="*/ 28997 h 84574"/>
                  <a:gd name="GluePoint539X" fmla="*/ 148851 w 1179211"/>
                  <a:gd name="GluePoint539Y" fmla="*/ 84091 h 84574"/>
                  <a:gd name="GluePoint540X" fmla="*/ 159000 w 1179211"/>
                  <a:gd name="GluePoint540Y" fmla="*/ 84091 h 84574"/>
                  <a:gd name="GluePoint541X" fmla="*/ 159000 w 1179211"/>
                  <a:gd name="GluePoint541Y" fmla="*/ 28997 h 84574"/>
                  <a:gd name="GluePoint542X" fmla="*/ 158517 w 1179211"/>
                  <a:gd name="GluePoint542Y" fmla="*/ 2416 h 84574"/>
                  <a:gd name="GluePoint543X" fmla="*/ 154167 w 1179211"/>
                  <a:gd name="GluePoint543Y" fmla="*/ 483 h 84574"/>
                  <a:gd name="GluePoint544X" fmla="*/ 149576 w 1179211"/>
                  <a:gd name="GluePoint544Y" fmla="*/ 2416 h 84574"/>
                  <a:gd name="GluePoint545X" fmla="*/ 147643 w 1179211"/>
                  <a:gd name="GluePoint545Y" fmla="*/ 6766 h 84574"/>
                  <a:gd name="GluePoint546X" fmla="*/ 149576 w 1179211"/>
                  <a:gd name="GluePoint546Y" fmla="*/ 11116 h 84574"/>
                  <a:gd name="GluePoint547X" fmla="*/ 154167 w 1179211"/>
                  <a:gd name="GluePoint547Y" fmla="*/ 13049 h 84574"/>
                  <a:gd name="GluePoint548X" fmla="*/ 158517 w 1179211"/>
                  <a:gd name="GluePoint548Y" fmla="*/ 11116 h 84574"/>
                  <a:gd name="GluePoint549X" fmla="*/ 160450 w 1179211"/>
                  <a:gd name="GluePoint549Y" fmla="*/ 6766 h 84574"/>
                  <a:gd name="GluePoint550X" fmla="*/ 158517 w 1179211"/>
                  <a:gd name="GluePoint550Y" fmla="*/ 2416 h 84574"/>
                  <a:gd name="GluePoint551X" fmla="*/ 128795 w 1179211"/>
                  <a:gd name="GluePoint551Y" fmla="*/ 84091 h 84574"/>
                  <a:gd name="GluePoint552X" fmla="*/ 128795 w 1179211"/>
                  <a:gd name="GluePoint552Y" fmla="*/ 49537 h 84574"/>
                  <a:gd name="GluePoint553X" fmla="*/ 128312 w 1179211"/>
                  <a:gd name="GluePoint553Y" fmla="*/ 41079 h 84574"/>
                  <a:gd name="GluePoint554X" fmla="*/ 126137 w 1179211"/>
                  <a:gd name="GluePoint554Y" fmla="*/ 34071 h 84574"/>
                  <a:gd name="GluePoint555X" fmla="*/ 120338 w 1179211"/>
                  <a:gd name="GluePoint555Y" fmla="*/ 29239 h 84574"/>
                  <a:gd name="GluePoint556X" fmla="*/ 109705 w 1179211"/>
                  <a:gd name="GluePoint556Y" fmla="*/ 27306 h 84574"/>
                  <a:gd name="GluePoint557X" fmla="*/ 102214 w 1179211"/>
                  <a:gd name="GluePoint557Y" fmla="*/ 28514 h 84574"/>
                  <a:gd name="GluePoint558X" fmla="*/ 96898 w 1179211"/>
                  <a:gd name="GluePoint558Y" fmla="*/ 31655 h 84574"/>
                  <a:gd name="GluePoint559X" fmla="*/ 93274 w 1179211"/>
                  <a:gd name="GluePoint559Y" fmla="*/ 35280 h 84574"/>
                  <a:gd name="GluePoint560X" fmla="*/ 91341 w 1179211"/>
                  <a:gd name="GluePoint560Y" fmla="*/ 37938 h 84574"/>
                  <a:gd name="GluePoint561X" fmla="*/ 90132 w 1179211"/>
                  <a:gd name="GluePoint561Y" fmla="*/ 28514 h 84574"/>
                  <a:gd name="GluePoint562X" fmla="*/ 80708 w 1179211"/>
                  <a:gd name="GluePoint562Y" fmla="*/ 29480 h 84574"/>
                  <a:gd name="GluePoint563X" fmla="*/ 80950 w 1179211"/>
                  <a:gd name="GluePoint563Y" fmla="*/ 31655 h 84574"/>
                  <a:gd name="GluePoint564X" fmla="*/ 81433 w 1179211"/>
                  <a:gd name="GluePoint564Y" fmla="*/ 35280 h 84574"/>
                  <a:gd name="GluePoint565X" fmla="*/ 81675 w 1179211"/>
                  <a:gd name="GluePoint565Y" fmla="*/ 39388 h 84574"/>
                  <a:gd name="GluePoint566X" fmla="*/ 81917 w 1179211"/>
                  <a:gd name="GluePoint566Y" fmla="*/ 43496 h 84574"/>
                  <a:gd name="GluePoint567X" fmla="*/ 81917 w 1179211"/>
                  <a:gd name="GluePoint567Y" fmla="*/ 84333 h 84574"/>
                  <a:gd name="GluePoint568X" fmla="*/ 91824 w 1179211"/>
                  <a:gd name="GluePoint568Y" fmla="*/ 84333 h 84574"/>
                  <a:gd name="GluePoint569X" fmla="*/ 91824 w 1179211"/>
                  <a:gd name="GluePoint569Y" fmla="*/ 53403 h 84574"/>
                  <a:gd name="GluePoint570X" fmla="*/ 93032 w 1179211"/>
                  <a:gd name="GluePoint570Y" fmla="*/ 46154 h 84574"/>
                  <a:gd name="GluePoint571X" fmla="*/ 96415 w 1179211"/>
                  <a:gd name="GluePoint571Y" fmla="*/ 40354 h 84574"/>
                  <a:gd name="GluePoint572X" fmla="*/ 101248 w 1179211"/>
                  <a:gd name="GluePoint572Y" fmla="*/ 36488 h 84574"/>
                  <a:gd name="GluePoint573X" fmla="*/ 107531 w 1179211"/>
                  <a:gd name="GluePoint573Y" fmla="*/ 35038 h 84574"/>
                  <a:gd name="GluePoint574X" fmla="*/ 113572 w 1179211"/>
                  <a:gd name="GluePoint574Y" fmla="*/ 36005 h 84574"/>
                  <a:gd name="GluePoint575X" fmla="*/ 117196 w 1179211"/>
                  <a:gd name="GluePoint575Y" fmla="*/ 38904 h 84574"/>
                  <a:gd name="GluePoint576X" fmla="*/ 118888 w 1179211"/>
                  <a:gd name="GluePoint576Y" fmla="*/ 43496 h 84574"/>
                  <a:gd name="GluePoint577X" fmla="*/ 119371 w 1179211"/>
                  <a:gd name="GluePoint577Y" fmla="*/ 49778 h 84574"/>
                  <a:gd name="GluePoint578X" fmla="*/ 119371 w 1179211"/>
                  <a:gd name="GluePoint578Y" fmla="*/ 84333 h 84574"/>
                  <a:gd name="GluePoint579X" fmla="*/ 128795 w 1179211"/>
                  <a:gd name="GluePoint579Y" fmla="*/ 84333 h 84574"/>
                  <a:gd name="GluePoint580X" fmla="*/ 60894 w 1179211"/>
                  <a:gd name="GluePoint580Y" fmla="*/ 5799 h 84574"/>
                  <a:gd name="GluePoint581X" fmla="*/ 50986 w 1179211"/>
                  <a:gd name="GluePoint581Y" fmla="*/ 5799 h 84574"/>
                  <a:gd name="GluePoint582X" fmla="*/ 50986 w 1179211"/>
                  <a:gd name="GluePoint582Y" fmla="*/ 54128 h 84574"/>
                  <a:gd name="GluePoint583X" fmla="*/ 49295 w 1179211"/>
                  <a:gd name="GluePoint583Y" fmla="*/ 66935 h 84574"/>
                  <a:gd name="GluePoint584X" fmla="*/ 44945 w 1179211"/>
                  <a:gd name="GluePoint584Y" fmla="*/ 74667 h 84574"/>
                  <a:gd name="GluePoint585X" fmla="*/ 38421 w 1179211"/>
                  <a:gd name="GluePoint585Y" fmla="*/ 78534 h 84574"/>
                  <a:gd name="GluePoint586X" fmla="*/ 30447 w 1179211"/>
                  <a:gd name="GluePoint586Y" fmla="*/ 79500 h 84574"/>
                  <a:gd name="GluePoint587X" fmla="*/ 22231 w 1179211"/>
                  <a:gd name="GluePoint587Y" fmla="*/ 78534 h 84574"/>
                  <a:gd name="GluePoint588X" fmla="*/ 15707 w 1179211"/>
                  <a:gd name="GluePoint588Y" fmla="*/ 74667 h 84574"/>
                  <a:gd name="GluePoint589X" fmla="*/ 11357 w 1179211"/>
                  <a:gd name="GluePoint589Y" fmla="*/ 66935 h 84574"/>
                  <a:gd name="GluePoint590X" fmla="*/ 9666 w 1179211"/>
                  <a:gd name="GluePoint590Y" fmla="*/ 54128 h 84574"/>
                  <a:gd name="GluePoint591X" fmla="*/ 9666 w 1179211"/>
                  <a:gd name="GluePoint591Y" fmla="*/ 5799 h 84574"/>
                  <a:gd name="GluePoint592X" fmla="*/ 0 w 1179211"/>
                  <a:gd name="GluePoint592Y" fmla="*/ 5799 h 84574"/>
                  <a:gd name="GluePoint593X" fmla="*/ 0 w 1179211"/>
                  <a:gd name="GluePoint593Y" fmla="*/ 54853 h 84574"/>
                  <a:gd name="GluePoint594X" fmla="*/ 7733 w 1179211"/>
                  <a:gd name="GluePoint594Y" fmla="*/ 79500 h 84574"/>
                  <a:gd name="GluePoint595X" fmla="*/ 30689 w 1179211"/>
                  <a:gd name="GluePoint595Y" fmla="*/ 86749 h 84574"/>
                  <a:gd name="GluePoint596X" fmla="*/ 53403 w 1179211"/>
                  <a:gd name="GluePoint596Y" fmla="*/ 79500 h 84574"/>
                  <a:gd name="GluePoint597X" fmla="*/ 60894 w 1179211"/>
                  <a:gd name="GluePoint597Y" fmla="*/ 54853 h 84574"/>
                  <a:gd name="GluePoint598X" fmla="*/ 60894 w 1179211"/>
                  <a:gd name="GluePoint598Y" fmla="*/ 5799 h 8457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  <a:cxn ang="0">
                    <a:pos x="GluePoint46X" y="GluePoint46Y"/>
                  </a:cxn>
                  <a:cxn ang="0">
                    <a:pos x="GluePoint47X" y="GluePoint47Y"/>
                  </a:cxn>
                  <a:cxn ang="0">
                    <a:pos x="GluePoint48X" y="GluePoint48Y"/>
                  </a:cxn>
                  <a:cxn ang="0">
                    <a:pos x="GluePoint49X" y="GluePoint49Y"/>
                  </a:cxn>
                  <a:cxn ang="0">
                    <a:pos x="GluePoint50X" y="GluePoint50Y"/>
                  </a:cxn>
                  <a:cxn ang="0">
                    <a:pos x="GluePoint51X" y="GluePoint51Y"/>
                  </a:cxn>
                  <a:cxn ang="0">
                    <a:pos x="GluePoint52X" y="GluePoint52Y"/>
                  </a:cxn>
                  <a:cxn ang="0">
                    <a:pos x="GluePoint53X" y="GluePoint53Y"/>
                  </a:cxn>
                  <a:cxn ang="0">
                    <a:pos x="GluePoint54X" y="GluePoint54Y"/>
                  </a:cxn>
                  <a:cxn ang="0">
                    <a:pos x="GluePoint55X" y="GluePoint55Y"/>
                  </a:cxn>
                  <a:cxn ang="0">
                    <a:pos x="GluePoint56X" y="GluePoint56Y"/>
                  </a:cxn>
                  <a:cxn ang="0">
                    <a:pos x="GluePoint57X" y="GluePoint57Y"/>
                  </a:cxn>
                  <a:cxn ang="0">
                    <a:pos x="GluePoint58X" y="GluePoint58Y"/>
                  </a:cxn>
                  <a:cxn ang="0">
                    <a:pos x="GluePoint59X" y="GluePoint59Y"/>
                  </a:cxn>
                  <a:cxn ang="0">
                    <a:pos x="GluePoint60X" y="GluePoint60Y"/>
                  </a:cxn>
                  <a:cxn ang="0">
                    <a:pos x="GluePoint61X" y="GluePoint61Y"/>
                  </a:cxn>
                  <a:cxn ang="0">
                    <a:pos x="GluePoint62X" y="GluePoint62Y"/>
                  </a:cxn>
                  <a:cxn ang="0">
                    <a:pos x="GluePoint63X" y="GluePoint63Y"/>
                  </a:cxn>
                  <a:cxn ang="0">
                    <a:pos x="GluePoint64X" y="GluePoint64Y"/>
                  </a:cxn>
                  <a:cxn ang="0">
                    <a:pos x="GluePoint65X" y="GluePoint65Y"/>
                  </a:cxn>
                  <a:cxn ang="0">
                    <a:pos x="GluePoint66X" y="GluePoint66Y"/>
                  </a:cxn>
                  <a:cxn ang="0">
                    <a:pos x="GluePoint67X" y="GluePoint67Y"/>
                  </a:cxn>
                  <a:cxn ang="0">
                    <a:pos x="GluePoint68X" y="GluePoint68Y"/>
                  </a:cxn>
                  <a:cxn ang="0">
                    <a:pos x="GluePoint69X" y="GluePoint69Y"/>
                  </a:cxn>
                  <a:cxn ang="0">
                    <a:pos x="GluePoint70X" y="GluePoint70Y"/>
                  </a:cxn>
                  <a:cxn ang="0">
                    <a:pos x="GluePoint71X" y="GluePoint71Y"/>
                  </a:cxn>
                  <a:cxn ang="0">
                    <a:pos x="GluePoint72X" y="GluePoint72Y"/>
                  </a:cxn>
                  <a:cxn ang="0">
                    <a:pos x="GluePoint73X" y="GluePoint73Y"/>
                  </a:cxn>
                  <a:cxn ang="0">
                    <a:pos x="GluePoint74X" y="GluePoint74Y"/>
                  </a:cxn>
                  <a:cxn ang="0">
                    <a:pos x="GluePoint75X" y="GluePoint75Y"/>
                  </a:cxn>
                  <a:cxn ang="0">
                    <a:pos x="GluePoint76X" y="GluePoint76Y"/>
                  </a:cxn>
                  <a:cxn ang="0">
                    <a:pos x="GluePoint77X" y="GluePoint77Y"/>
                  </a:cxn>
                  <a:cxn ang="0">
                    <a:pos x="GluePoint78X" y="GluePoint78Y"/>
                  </a:cxn>
                  <a:cxn ang="0">
                    <a:pos x="GluePoint79X" y="GluePoint79Y"/>
                  </a:cxn>
                  <a:cxn ang="0">
                    <a:pos x="GluePoint80X" y="GluePoint80Y"/>
                  </a:cxn>
                  <a:cxn ang="0">
                    <a:pos x="GluePoint81X" y="GluePoint81Y"/>
                  </a:cxn>
                  <a:cxn ang="0">
                    <a:pos x="GluePoint82X" y="GluePoint82Y"/>
                  </a:cxn>
                  <a:cxn ang="0">
                    <a:pos x="GluePoint83X" y="GluePoint83Y"/>
                  </a:cxn>
                  <a:cxn ang="0">
                    <a:pos x="GluePoint84X" y="GluePoint84Y"/>
                  </a:cxn>
                  <a:cxn ang="0">
                    <a:pos x="GluePoint85X" y="GluePoint85Y"/>
                  </a:cxn>
                  <a:cxn ang="0">
                    <a:pos x="GluePoint86X" y="GluePoint86Y"/>
                  </a:cxn>
                  <a:cxn ang="0">
                    <a:pos x="GluePoint87X" y="GluePoint87Y"/>
                  </a:cxn>
                  <a:cxn ang="0">
                    <a:pos x="GluePoint88X" y="GluePoint88Y"/>
                  </a:cxn>
                  <a:cxn ang="0">
                    <a:pos x="GluePoint89X" y="GluePoint89Y"/>
                  </a:cxn>
                  <a:cxn ang="0">
                    <a:pos x="GluePoint90X" y="GluePoint90Y"/>
                  </a:cxn>
                  <a:cxn ang="0">
                    <a:pos x="GluePoint91X" y="GluePoint91Y"/>
                  </a:cxn>
                  <a:cxn ang="0">
                    <a:pos x="GluePoint92X" y="GluePoint92Y"/>
                  </a:cxn>
                  <a:cxn ang="0">
                    <a:pos x="GluePoint93X" y="GluePoint93Y"/>
                  </a:cxn>
                  <a:cxn ang="0">
                    <a:pos x="GluePoint94X" y="GluePoint94Y"/>
                  </a:cxn>
                  <a:cxn ang="0">
                    <a:pos x="GluePoint95X" y="GluePoint95Y"/>
                  </a:cxn>
                  <a:cxn ang="0">
                    <a:pos x="GluePoint96X" y="GluePoint96Y"/>
                  </a:cxn>
                  <a:cxn ang="0">
                    <a:pos x="GluePoint97X" y="GluePoint97Y"/>
                  </a:cxn>
                  <a:cxn ang="0">
                    <a:pos x="GluePoint98X" y="GluePoint98Y"/>
                  </a:cxn>
                  <a:cxn ang="0">
                    <a:pos x="GluePoint99X" y="GluePoint99Y"/>
                  </a:cxn>
                  <a:cxn ang="0">
                    <a:pos x="GluePoint100X" y="GluePoint100Y"/>
                  </a:cxn>
                  <a:cxn ang="0">
                    <a:pos x="GluePoint101X" y="GluePoint101Y"/>
                  </a:cxn>
                  <a:cxn ang="0">
                    <a:pos x="GluePoint102X" y="GluePoint102Y"/>
                  </a:cxn>
                  <a:cxn ang="0">
                    <a:pos x="GluePoint103X" y="GluePoint103Y"/>
                  </a:cxn>
                  <a:cxn ang="0">
                    <a:pos x="GluePoint104X" y="GluePoint104Y"/>
                  </a:cxn>
                  <a:cxn ang="0">
                    <a:pos x="GluePoint105X" y="GluePoint105Y"/>
                  </a:cxn>
                  <a:cxn ang="0">
                    <a:pos x="GluePoint106X" y="GluePoint106Y"/>
                  </a:cxn>
                  <a:cxn ang="0">
                    <a:pos x="GluePoint107X" y="GluePoint107Y"/>
                  </a:cxn>
                  <a:cxn ang="0">
                    <a:pos x="GluePoint108X" y="GluePoint108Y"/>
                  </a:cxn>
                  <a:cxn ang="0">
                    <a:pos x="GluePoint109X" y="GluePoint109Y"/>
                  </a:cxn>
                  <a:cxn ang="0">
                    <a:pos x="GluePoint110X" y="GluePoint110Y"/>
                  </a:cxn>
                  <a:cxn ang="0">
                    <a:pos x="GluePoint111X" y="GluePoint111Y"/>
                  </a:cxn>
                  <a:cxn ang="0">
                    <a:pos x="GluePoint112X" y="GluePoint112Y"/>
                  </a:cxn>
                  <a:cxn ang="0">
                    <a:pos x="GluePoint113X" y="GluePoint113Y"/>
                  </a:cxn>
                  <a:cxn ang="0">
                    <a:pos x="GluePoint114X" y="GluePoint114Y"/>
                  </a:cxn>
                  <a:cxn ang="0">
                    <a:pos x="GluePoint115X" y="GluePoint115Y"/>
                  </a:cxn>
                  <a:cxn ang="0">
                    <a:pos x="GluePoint116X" y="GluePoint116Y"/>
                  </a:cxn>
                  <a:cxn ang="0">
                    <a:pos x="GluePoint117X" y="GluePoint117Y"/>
                  </a:cxn>
                  <a:cxn ang="0">
                    <a:pos x="GluePoint118X" y="GluePoint118Y"/>
                  </a:cxn>
                  <a:cxn ang="0">
                    <a:pos x="GluePoint119X" y="GluePoint119Y"/>
                  </a:cxn>
                  <a:cxn ang="0">
                    <a:pos x="GluePoint120X" y="GluePoint120Y"/>
                  </a:cxn>
                  <a:cxn ang="0">
                    <a:pos x="GluePoint121X" y="GluePoint121Y"/>
                  </a:cxn>
                  <a:cxn ang="0">
                    <a:pos x="GluePoint122X" y="GluePoint122Y"/>
                  </a:cxn>
                  <a:cxn ang="0">
                    <a:pos x="GluePoint123X" y="GluePoint123Y"/>
                  </a:cxn>
                  <a:cxn ang="0">
                    <a:pos x="GluePoint124X" y="GluePoint124Y"/>
                  </a:cxn>
                  <a:cxn ang="0">
                    <a:pos x="GluePoint125X" y="GluePoint125Y"/>
                  </a:cxn>
                  <a:cxn ang="0">
                    <a:pos x="GluePoint126X" y="GluePoint126Y"/>
                  </a:cxn>
                  <a:cxn ang="0">
                    <a:pos x="GluePoint127X" y="GluePoint127Y"/>
                  </a:cxn>
                  <a:cxn ang="0">
                    <a:pos x="GluePoint128X" y="GluePoint128Y"/>
                  </a:cxn>
                  <a:cxn ang="0">
                    <a:pos x="GluePoint129X" y="GluePoint129Y"/>
                  </a:cxn>
                  <a:cxn ang="0">
                    <a:pos x="GluePoint130X" y="GluePoint130Y"/>
                  </a:cxn>
                  <a:cxn ang="0">
                    <a:pos x="GluePoint131X" y="GluePoint131Y"/>
                  </a:cxn>
                  <a:cxn ang="0">
                    <a:pos x="GluePoint132X" y="GluePoint132Y"/>
                  </a:cxn>
                  <a:cxn ang="0">
                    <a:pos x="GluePoint133X" y="GluePoint133Y"/>
                  </a:cxn>
                  <a:cxn ang="0">
                    <a:pos x="GluePoint134X" y="GluePoint134Y"/>
                  </a:cxn>
                  <a:cxn ang="0">
                    <a:pos x="GluePoint135X" y="GluePoint135Y"/>
                  </a:cxn>
                  <a:cxn ang="0">
                    <a:pos x="GluePoint136X" y="GluePoint136Y"/>
                  </a:cxn>
                  <a:cxn ang="0">
                    <a:pos x="GluePoint137X" y="GluePoint137Y"/>
                  </a:cxn>
                  <a:cxn ang="0">
                    <a:pos x="GluePoint138X" y="GluePoint138Y"/>
                  </a:cxn>
                  <a:cxn ang="0">
                    <a:pos x="GluePoint139X" y="GluePoint139Y"/>
                  </a:cxn>
                  <a:cxn ang="0">
                    <a:pos x="GluePoint140X" y="GluePoint140Y"/>
                  </a:cxn>
                  <a:cxn ang="0">
                    <a:pos x="GluePoint141X" y="GluePoint141Y"/>
                  </a:cxn>
                  <a:cxn ang="0">
                    <a:pos x="GluePoint142X" y="GluePoint142Y"/>
                  </a:cxn>
                  <a:cxn ang="0">
                    <a:pos x="GluePoint143X" y="GluePoint143Y"/>
                  </a:cxn>
                  <a:cxn ang="0">
                    <a:pos x="GluePoint144X" y="GluePoint144Y"/>
                  </a:cxn>
                  <a:cxn ang="0">
                    <a:pos x="GluePoint145X" y="GluePoint145Y"/>
                  </a:cxn>
                  <a:cxn ang="0">
                    <a:pos x="GluePoint146X" y="GluePoint146Y"/>
                  </a:cxn>
                  <a:cxn ang="0">
                    <a:pos x="GluePoint147X" y="GluePoint147Y"/>
                  </a:cxn>
                  <a:cxn ang="0">
                    <a:pos x="GluePoint148X" y="GluePoint148Y"/>
                  </a:cxn>
                  <a:cxn ang="0">
                    <a:pos x="GluePoint149X" y="GluePoint149Y"/>
                  </a:cxn>
                  <a:cxn ang="0">
                    <a:pos x="GluePoint150X" y="GluePoint150Y"/>
                  </a:cxn>
                  <a:cxn ang="0">
                    <a:pos x="GluePoint151X" y="GluePoint151Y"/>
                  </a:cxn>
                  <a:cxn ang="0">
                    <a:pos x="GluePoint152X" y="GluePoint152Y"/>
                  </a:cxn>
                  <a:cxn ang="0">
                    <a:pos x="GluePoint153X" y="GluePoint153Y"/>
                  </a:cxn>
                  <a:cxn ang="0">
                    <a:pos x="GluePoint154X" y="GluePoint154Y"/>
                  </a:cxn>
                  <a:cxn ang="0">
                    <a:pos x="GluePoint155X" y="GluePoint155Y"/>
                  </a:cxn>
                  <a:cxn ang="0">
                    <a:pos x="GluePoint156X" y="GluePoint156Y"/>
                  </a:cxn>
                  <a:cxn ang="0">
                    <a:pos x="GluePoint157X" y="GluePoint157Y"/>
                  </a:cxn>
                  <a:cxn ang="0">
                    <a:pos x="GluePoint158X" y="GluePoint158Y"/>
                  </a:cxn>
                  <a:cxn ang="0">
                    <a:pos x="GluePoint159X" y="GluePoint159Y"/>
                  </a:cxn>
                  <a:cxn ang="0">
                    <a:pos x="GluePoint160X" y="GluePoint160Y"/>
                  </a:cxn>
                  <a:cxn ang="0">
                    <a:pos x="GluePoint161X" y="GluePoint161Y"/>
                  </a:cxn>
                  <a:cxn ang="0">
                    <a:pos x="GluePoint162X" y="GluePoint162Y"/>
                  </a:cxn>
                  <a:cxn ang="0">
                    <a:pos x="GluePoint163X" y="GluePoint163Y"/>
                  </a:cxn>
                  <a:cxn ang="0">
                    <a:pos x="GluePoint164X" y="GluePoint164Y"/>
                  </a:cxn>
                  <a:cxn ang="0">
                    <a:pos x="GluePoint165X" y="GluePoint165Y"/>
                  </a:cxn>
                  <a:cxn ang="0">
                    <a:pos x="GluePoint166X" y="GluePoint166Y"/>
                  </a:cxn>
                  <a:cxn ang="0">
                    <a:pos x="GluePoint167X" y="GluePoint167Y"/>
                  </a:cxn>
                  <a:cxn ang="0">
                    <a:pos x="GluePoint168X" y="GluePoint168Y"/>
                  </a:cxn>
                  <a:cxn ang="0">
                    <a:pos x="GluePoint169X" y="GluePoint169Y"/>
                  </a:cxn>
                  <a:cxn ang="0">
                    <a:pos x="GluePoint170X" y="GluePoint170Y"/>
                  </a:cxn>
                  <a:cxn ang="0">
                    <a:pos x="GluePoint171X" y="GluePoint171Y"/>
                  </a:cxn>
                  <a:cxn ang="0">
                    <a:pos x="GluePoint172X" y="GluePoint172Y"/>
                  </a:cxn>
                  <a:cxn ang="0">
                    <a:pos x="GluePoint173X" y="GluePoint173Y"/>
                  </a:cxn>
                  <a:cxn ang="0">
                    <a:pos x="GluePoint174X" y="GluePoint174Y"/>
                  </a:cxn>
                  <a:cxn ang="0">
                    <a:pos x="GluePoint175X" y="GluePoint175Y"/>
                  </a:cxn>
                  <a:cxn ang="0">
                    <a:pos x="GluePoint176X" y="GluePoint176Y"/>
                  </a:cxn>
                  <a:cxn ang="0">
                    <a:pos x="GluePoint177X" y="GluePoint177Y"/>
                  </a:cxn>
                  <a:cxn ang="0">
                    <a:pos x="GluePoint178X" y="GluePoint178Y"/>
                  </a:cxn>
                  <a:cxn ang="0">
                    <a:pos x="GluePoint179X" y="GluePoint179Y"/>
                  </a:cxn>
                  <a:cxn ang="0">
                    <a:pos x="GluePoint180X" y="GluePoint180Y"/>
                  </a:cxn>
                  <a:cxn ang="0">
                    <a:pos x="GluePoint181X" y="GluePoint181Y"/>
                  </a:cxn>
                  <a:cxn ang="0">
                    <a:pos x="GluePoint182X" y="GluePoint182Y"/>
                  </a:cxn>
                  <a:cxn ang="0">
                    <a:pos x="GluePoint183X" y="GluePoint183Y"/>
                  </a:cxn>
                  <a:cxn ang="0">
                    <a:pos x="GluePoint184X" y="GluePoint184Y"/>
                  </a:cxn>
                  <a:cxn ang="0">
                    <a:pos x="GluePoint185X" y="GluePoint185Y"/>
                  </a:cxn>
                  <a:cxn ang="0">
                    <a:pos x="GluePoint186X" y="GluePoint186Y"/>
                  </a:cxn>
                  <a:cxn ang="0">
                    <a:pos x="GluePoint187X" y="GluePoint187Y"/>
                  </a:cxn>
                  <a:cxn ang="0">
                    <a:pos x="GluePoint188X" y="GluePoint188Y"/>
                  </a:cxn>
                  <a:cxn ang="0">
                    <a:pos x="GluePoint189X" y="GluePoint189Y"/>
                  </a:cxn>
                  <a:cxn ang="0">
                    <a:pos x="GluePoint190X" y="GluePoint190Y"/>
                  </a:cxn>
                  <a:cxn ang="0">
                    <a:pos x="GluePoint191X" y="GluePoint191Y"/>
                  </a:cxn>
                  <a:cxn ang="0">
                    <a:pos x="GluePoint192X" y="GluePoint192Y"/>
                  </a:cxn>
                  <a:cxn ang="0">
                    <a:pos x="GluePoint193X" y="GluePoint193Y"/>
                  </a:cxn>
                  <a:cxn ang="0">
                    <a:pos x="GluePoint194X" y="GluePoint194Y"/>
                  </a:cxn>
                  <a:cxn ang="0">
                    <a:pos x="GluePoint195X" y="GluePoint195Y"/>
                  </a:cxn>
                  <a:cxn ang="0">
                    <a:pos x="GluePoint196X" y="GluePoint196Y"/>
                  </a:cxn>
                  <a:cxn ang="0">
                    <a:pos x="GluePoint197X" y="GluePoint197Y"/>
                  </a:cxn>
                  <a:cxn ang="0">
                    <a:pos x="GluePoint198X" y="GluePoint198Y"/>
                  </a:cxn>
                  <a:cxn ang="0">
                    <a:pos x="GluePoint199X" y="GluePoint199Y"/>
                  </a:cxn>
                  <a:cxn ang="0">
                    <a:pos x="GluePoint200X" y="GluePoint200Y"/>
                  </a:cxn>
                  <a:cxn ang="0">
                    <a:pos x="GluePoint201X" y="GluePoint201Y"/>
                  </a:cxn>
                  <a:cxn ang="0">
                    <a:pos x="GluePoint202X" y="GluePoint202Y"/>
                  </a:cxn>
                  <a:cxn ang="0">
                    <a:pos x="GluePoint203X" y="GluePoint203Y"/>
                  </a:cxn>
                  <a:cxn ang="0">
                    <a:pos x="GluePoint204X" y="GluePoint204Y"/>
                  </a:cxn>
                  <a:cxn ang="0">
                    <a:pos x="GluePoint205X" y="GluePoint205Y"/>
                  </a:cxn>
                  <a:cxn ang="0">
                    <a:pos x="GluePoint206X" y="GluePoint206Y"/>
                  </a:cxn>
                  <a:cxn ang="0">
                    <a:pos x="GluePoint207X" y="GluePoint207Y"/>
                  </a:cxn>
                  <a:cxn ang="0">
                    <a:pos x="GluePoint208X" y="GluePoint208Y"/>
                  </a:cxn>
                  <a:cxn ang="0">
                    <a:pos x="GluePoint209X" y="GluePoint209Y"/>
                  </a:cxn>
                  <a:cxn ang="0">
                    <a:pos x="GluePoint210X" y="GluePoint210Y"/>
                  </a:cxn>
                  <a:cxn ang="0">
                    <a:pos x="GluePoint211X" y="GluePoint211Y"/>
                  </a:cxn>
                  <a:cxn ang="0">
                    <a:pos x="GluePoint212X" y="GluePoint212Y"/>
                  </a:cxn>
                  <a:cxn ang="0">
                    <a:pos x="GluePoint213X" y="GluePoint213Y"/>
                  </a:cxn>
                  <a:cxn ang="0">
                    <a:pos x="GluePoint214X" y="GluePoint214Y"/>
                  </a:cxn>
                  <a:cxn ang="0">
                    <a:pos x="GluePoint215X" y="GluePoint215Y"/>
                  </a:cxn>
                  <a:cxn ang="0">
                    <a:pos x="GluePoint216X" y="GluePoint216Y"/>
                  </a:cxn>
                  <a:cxn ang="0">
                    <a:pos x="GluePoint217X" y="GluePoint217Y"/>
                  </a:cxn>
                  <a:cxn ang="0">
                    <a:pos x="GluePoint218X" y="GluePoint218Y"/>
                  </a:cxn>
                  <a:cxn ang="0">
                    <a:pos x="GluePoint219X" y="GluePoint219Y"/>
                  </a:cxn>
                  <a:cxn ang="0">
                    <a:pos x="GluePoint220X" y="GluePoint220Y"/>
                  </a:cxn>
                  <a:cxn ang="0">
                    <a:pos x="GluePoint221X" y="GluePoint221Y"/>
                  </a:cxn>
                  <a:cxn ang="0">
                    <a:pos x="GluePoint222X" y="GluePoint222Y"/>
                  </a:cxn>
                  <a:cxn ang="0">
                    <a:pos x="GluePoint223X" y="GluePoint223Y"/>
                  </a:cxn>
                  <a:cxn ang="0">
                    <a:pos x="GluePoint224X" y="GluePoint224Y"/>
                  </a:cxn>
                  <a:cxn ang="0">
                    <a:pos x="GluePoint225X" y="GluePoint225Y"/>
                  </a:cxn>
                  <a:cxn ang="0">
                    <a:pos x="GluePoint226X" y="GluePoint226Y"/>
                  </a:cxn>
                  <a:cxn ang="0">
                    <a:pos x="GluePoint227X" y="GluePoint227Y"/>
                  </a:cxn>
                  <a:cxn ang="0">
                    <a:pos x="GluePoint228X" y="GluePoint228Y"/>
                  </a:cxn>
                  <a:cxn ang="0">
                    <a:pos x="GluePoint229X" y="GluePoint229Y"/>
                  </a:cxn>
                  <a:cxn ang="0">
                    <a:pos x="GluePoint230X" y="GluePoint230Y"/>
                  </a:cxn>
                  <a:cxn ang="0">
                    <a:pos x="GluePoint231X" y="GluePoint231Y"/>
                  </a:cxn>
                  <a:cxn ang="0">
                    <a:pos x="GluePoint232X" y="GluePoint232Y"/>
                  </a:cxn>
                  <a:cxn ang="0">
                    <a:pos x="GluePoint233X" y="GluePoint233Y"/>
                  </a:cxn>
                  <a:cxn ang="0">
                    <a:pos x="GluePoint234X" y="GluePoint234Y"/>
                  </a:cxn>
                  <a:cxn ang="0">
                    <a:pos x="GluePoint235X" y="GluePoint235Y"/>
                  </a:cxn>
                  <a:cxn ang="0">
                    <a:pos x="GluePoint236X" y="GluePoint236Y"/>
                  </a:cxn>
                  <a:cxn ang="0">
                    <a:pos x="GluePoint237X" y="GluePoint237Y"/>
                  </a:cxn>
                  <a:cxn ang="0">
                    <a:pos x="GluePoint238X" y="GluePoint238Y"/>
                  </a:cxn>
                  <a:cxn ang="0">
                    <a:pos x="GluePoint239X" y="GluePoint239Y"/>
                  </a:cxn>
                  <a:cxn ang="0">
                    <a:pos x="GluePoint240X" y="GluePoint240Y"/>
                  </a:cxn>
                  <a:cxn ang="0">
                    <a:pos x="GluePoint241X" y="GluePoint241Y"/>
                  </a:cxn>
                  <a:cxn ang="0">
                    <a:pos x="GluePoint242X" y="GluePoint242Y"/>
                  </a:cxn>
                  <a:cxn ang="0">
                    <a:pos x="GluePoint243X" y="GluePoint243Y"/>
                  </a:cxn>
                  <a:cxn ang="0">
                    <a:pos x="GluePoint244X" y="GluePoint244Y"/>
                  </a:cxn>
                  <a:cxn ang="0">
                    <a:pos x="GluePoint245X" y="GluePoint245Y"/>
                  </a:cxn>
                  <a:cxn ang="0">
                    <a:pos x="GluePoint246X" y="GluePoint246Y"/>
                  </a:cxn>
                  <a:cxn ang="0">
                    <a:pos x="GluePoint247X" y="GluePoint247Y"/>
                  </a:cxn>
                  <a:cxn ang="0">
                    <a:pos x="GluePoint248X" y="GluePoint248Y"/>
                  </a:cxn>
                  <a:cxn ang="0">
                    <a:pos x="GluePoint249X" y="GluePoint249Y"/>
                  </a:cxn>
                  <a:cxn ang="0">
                    <a:pos x="GluePoint250X" y="GluePoint250Y"/>
                  </a:cxn>
                  <a:cxn ang="0">
                    <a:pos x="GluePoint251X" y="GluePoint251Y"/>
                  </a:cxn>
                  <a:cxn ang="0">
                    <a:pos x="GluePoint252X" y="GluePoint252Y"/>
                  </a:cxn>
                  <a:cxn ang="0">
                    <a:pos x="GluePoint253X" y="GluePoint253Y"/>
                  </a:cxn>
                  <a:cxn ang="0">
                    <a:pos x="GluePoint254X" y="GluePoint254Y"/>
                  </a:cxn>
                  <a:cxn ang="0">
                    <a:pos x="GluePoint255X" y="GluePoint255Y"/>
                  </a:cxn>
                  <a:cxn ang="0">
                    <a:pos x="GluePoint256X" y="GluePoint256Y"/>
                  </a:cxn>
                  <a:cxn ang="0">
                    <a:pos x="GluePoint257X" y="GluePoint257Y"/>
                  </a:cxn>
                  <a:cxn ang="0">
                    <a:pos x="GluePoint258X" y="GluePoint258Y"/>
                  </a:cxn>
                  <a:cxn ang="0">
                    <a:pos x="GluePoint259X" y="GluePoint259Y"/>
                  </a:cxn>
                  <a:cxn ang="0">
                    <a:pos x="GluePoint260X" y="GluePoint260Y"/>
                  </a:cxn>
                  <a:cxn ang="0">
                    <a:pos x="GluePoint261X" y="GluePoint261Y"/>
                  </a:cxn>
                  <a:cxn ang="0">
                    <a:pos x="GluePoint262X" y="GluePoint262Y"/>
                  </a:cxn>
                  <a:cxn ang="0">
                    <a:pos x="GluePoint263X" y="GluePoint263Y"/>
                  </a:cxn>
                  <a:cxn ang="0">
                    <a:pos x="GluePoint264X" y="GluePoint264Y"/>
                  </a:cxn>
                  <a:cxn ang="0">
                    <a:pos x="GluePoint265X" y="GluePoint265Y"/>
                  </a:cxn>
                  <a:cxn ang="0">
                    <a:pos x="GluePoint266X" y="GluePoint266Y"/>
                  </a:cxn>
                  <a:cxn ang="0">
                    <a:pos x="GluePoint267X" y="GluePoint267Y"/>
                  </a:cxn>
                  <a:cxn ang="0">
                    <a:pos x="GluePoint268X" y="GluePoint268Y"/>
                  </a:cxn>
                  <a:cxn ang="0">
                    <a:pos x="GluePoint269X" y="GluePoint269Y"/>
                  </a:cxn>
                  <a:cxn ang="0">
                    <a:pos x="GluePoint270X" y="GluePoint270Y"/>
                  </a:cxn>
                  <a:cxn ang="0">
                    <a:pos x="GluePoint271X" y="GluePoint271Y"/>
                  </a:cxn>
                  <a:cxn ang="0">
                    <a:pos x="GluePoint272X" y="GluePoint272Y"/>
                  </a:cxn>
                  <a:cxn ang="0">
                    <a:pos x="GluePoint273X" y="GluePoint273Y"/>
                  </a:cxn>
                  <a:cxn ang="0">
                    <a:pos x="GluePoint274X" y="GluePoint274Y"/>
                  </a:cxn>
                  <a:cxn ang="0">
                    <a:pos x="GluePoint275X" y="GluePoint275Y"/>
                  </a:cxn>
                  <a:cxn ang="0">
                    <a:pos x="GluePoint276X" y="GluePoint276Y"/>
                  </a:cxn>
                  <a:cxn ang="0">
                    <a:pos x="GluePoint277X" y="GluePoint277Y"/>
                  </a:cxn>
                  <a:cxn ang="0">
                    <a:pos x="GluePoint278X" y="GluePoint278Y"/>
                  </a:cxn>
                  <a:cxn ang="0">
                    <a:pos x="GluePoint279X" y="GluePoint279Y"/>
                  </a:cxn>
                  <a:cxn ang="0">
                    <a:pos x="GluePoint280X" y="GluePoint280Y"/>
                  </a:cxn>
                  <a:cxn ang="0">
                    <a:pos x="GluePoint281X" y="GluePoint281Y"/>
                  </a:cxn>
                  <a:cxn ang="0">
                    <a:pos x="GluePoint282X" y="GluePoint282Y"/>
                  </a:cxn>
                  <a:cxn ang="0">
                    <a:pos x="GluePoint283X" y="GluePoint283Y"/>
                  </a:cxn>
                  <a:cxn ang="0">
                    <a:pos x="GluePoint284X" y="GluePoint284Y"/>
                  </a:cxn>
                  <a:cxn ang="0">
                    <a:pos x="GluePoint285X" y="GluePoint285Y"/>
                  </a:cxn>
                  <a:cxn ang="0">
                    <a:pos x="GluePoint286X" y="GluePoint286Y"/>
                  </a:cxn>
                  <a:cxn ang="0">
                    <a:pos x="GluePoint287X" y="GluePoint287Y"/>
                  </a:cxn>
                  <a:cxn ang="0">
                    <a:pos x="GluePoint288X" y="GluePoint288Y"/>
                  </a:cxn>
                  <a:cxn ang="0">
                    <a:pos x="GluePoint289X" y="GluePoint289Y"/>
                  </a:cxn>
                  <a:cxn ang="0">
                    <a:pos x="GluePoint290X" y="GluePoint290Y"/>
                  </a:cxn>
                  <a:cxn ang="0">
                    <a:pos x="GluePoint291X" y="GluePoint291Y"/>
                  </a:cxn>
                  <a:cxn ang="0">
                    <a:pos x="GluePoint292X" y="GluePoint292Y"/>
                  </a:cxn>
                  <a:cxn ang="0">
                    <a:pos x="GluePoint293X" y="GluePoint293Y"/>
                  </a:cxn>
                  <a:cxn ang="0">
                    <a:pos x="GluePoint294X" y="GluePoint294Y"/>
                  </a:cxn>
                  <a:cxn ang="0">
                    <a:pos x="GluePoint295X" y="GluePoint295Y"/>
                  </a:cxn>
                  <a:cxn ang="0">
                    <a:pos x="GluePoint296X" y="GluePoint296Y"/>
                  </a:cxn>
                  <a:cxn ang="0">
                    <a:pos x="GluePoint297X" y="GluePoint297Y"/>
                  </a:cxn>
                  <a:cxn ang="0">
                    <a:pos x="GluePoint298X" y="GluePoint298Y"/>
                  </a:cxn>
                  <a:cxn ang="0">
                    <a:pos x="GluePoint299X" y="GluePoint299Y"/>
                  </a:cxn>
                  <a:cxn ang="0">
                    <a:pos x="GluePoint300X" y="GluePoint300Y"/>
                  </a:cxn>
                  <a:cxn ang="0">
                    <a:pos x="GluePoint301X" y="GluePoint301Y"/>
                  </a:cxn>
                  <a:cxn ang="0">
                    <a:pos x="GluePoint302X" y="GluePoint302Y"/>
                  </a:cxn>
                  <a:cxn ang="0">
                    <a:pos x="GluePoint303X" y="GluePoint303Y"/>
                  </a:cxn>
                  <a:cxn ang="0">
                    <a:pos x="GluePoint304X" y="GluePoint304Y"/>
                  </a:cxn>
                  <a:cxn ang="0">
                    <a:pos x="GluePoint305X" y="GluePoint305Y"/>
                  </a:cxn>
                  <a:cxn ang="0">
                    <a:pos x="GluePoint306X" y="GluePoint306Y"/>
                  </a:cxn>
                  <a:cxn ang="0">
                    <a:pos x="GluePoint307X" y="GluePoint307Y"/>
                  </a:cxn>
                  <a:cxn ang="0">
                    <a:pos x="GluePoint308X" y="GluePoint308Y"/>
                  </a:cxn>
                  <a:cxn ang="0">
                    <a:pos x="GluePoint309X" y="GluePoint309Y"/>
                  </a:cxn>
                  <a:cxn ang="0">
                    <a:pos x="GluePoint310X" y="GluePoint310Y"/>
                  </a:cxn>
                  <a:cxn ang="0">
                    <a:pos x="GluePoint311X" y="GluePoint311Y"/>
                  </a:cxn>
                  <a:cxn ang="0">
                    <a:pos x="GluePoint312X" y="GluePoint312Y"/>
                  </a:cxn>
                  <a:cxn ang="0">
                    <a:pos x="GluePoint313X" y="GluePoint313Y"/>
                  </a:cxn>
                  <a:cxn ang="0">
                    <a:pos x="GluePoint314X" y="GluePoint314Y"/>
                  </a:cxn>
                  <a:cxn ang="0">
                    <a:pos x="GluePoint315X" y="GluePoint315Y"/>
                  </a:cxn>
                  <a:cxn ang="0">
                    <a:pos x="GluePoint316X" y="GluePoint316Y"/>
                  </a:cxn>
                  <a:cxn ang="0">
                    <a:pos x="GluePoint317X" y="GluePoint317Y"/>
                  </a:cxn>
                  <a:cxn ang="0">
                    <a:pos x="GluePoint318X" y="GluePoint318Y"/>
                  </a:cxn>
                  <a:cxn ang="0">
                    <a:pos x="GluePoint319X" y="GluePoint319Y"/>
                  </a:cxn>
                  <a:cxn ang="0">
                    <a:pos x="GluePoint320X" y="GluePoint320Y"/>
                  </a:cxn>
                  <a:cxn ang="0">
                    <a:pos x="GluePoint321X" y="GluePoint321Y"/>
                  </a:cxn>
                  <a:cxn ang="0">
                    <a:pos x="GluePoint322X" y="GluePoint322Y"/>
                  </a:cxn>
                  <a:cxn ang="0">
                    <a:pos x="GluePoint323X" y="GluePoint323Y"/>
                  </a:cxn>
                  <a:cxn ang="0">
                    <a:pos x="GluePoint324X" y="GluePoint324Y"/>
                  </a:cxn>
                  <a:cxn ang="0">
                    <a:pos x="GluePoint325X" y="GluePoint325Y"/>
                  </a:cxn>
                  <a:cxn ang="0">
                    <a:pos x="GluePoint326X" y="GluePoint326Y"/>
                  </a:cxn>
                  <a:cxn ang="0">
                    <a:pos x="GluePoint327X" y="GluePoint327Y"/>
                  </a:cxn>
                  <a:cxn ang="0">
                    <a:pos x="GluePoint328X" y="GluePoint328Y"/>
                  </a:cxn>
                  <a:cxn ang="0">
                    <a:pos x="GluePoint329X" y="GluePoint329Y"/>
                  </a:cxn>
                  <a:cxn ang="0">
                    <a:pos x="GluePoint330X" y="GluePoint330Y"/>
                  </a:cxn>
                  <a:cxn ang="0">
                    <a:pos x="GluePoint331X" y="GluePoint331Y"/>
                  </a:cxn>
                  <a:cxn ang="0">
                    <a:pos x="GluePoint332X" y="GluePoint332Y"/>
                  </a:cxn>
                  <a:cxn ang="0">
                    <a:pos x="GluePoint333X" y="GluePoint333Y"/>
                  </a:cxn>
                  <a:cxn ang="0">
                    <a:pos x="GluePoint334X" y="GluePoint334Y"/>
                  </a:cxn>
                  <a:cxn ang="0">
                    <a:pos x="GluePoint335X" y="GluePoint335Y"/>
                  </a:cxn>
                  <a:cxn ang="0">
                    <a:pos x="GluePoint336X" y="GluePoint336Y"/>
                  </a:cxn>
                  <a:cxn ang="0">
                    <a:pos x="GluePoint337X" y="GluePoint337Y"/>
                  </a:cxn>
                  <a:cxn ang="0">
                    <a:pos x="GluePoint338X" y="GluePoint338Y"/>
                  </a:cxn>
                  <a:cxn ang="0">
                    <a:pos x="GluePoint339X" y="GluePoint339Y"/>
                  </a:cxn>
                  <a:cxn ang="0">
                    <a:pos x="GluePoint340X" y="GluePoint340Y"/>
                  </a:cxn>
                  <a:cxn ang="0">
                    <a:pos x="GluePoint341X" y="GluePoint341Y"/>
                  </a:cxn>
                  <a:cxn ang="0">
                    <a:pos x="GluePoint342X" y="GluePoint342Y"/>
                  </a:cxn>
                  <a:cxn ang="0">
                    <a:pos x="GluePoint343X" y="GluePoint343Y"/>
                  </a:cxn>
                  <a:cxn ang="0">
                    <a:pos x="GluePoint344X" y="GluePoint344Y"/>
                  </a:cxn>
                  <a:cxn ang="0">
                    <a:pos x="GluePoint345X" y="GluePoint345Y"/>
                  </a:cxn>
                  <a:cxn ang="0">
                    <a:pos x="GluePoint346X" y="GluePoint346Y"/>
                  </a:cxn>
                  <a:cxn ang="0">
                    <a:pos x="GluePoint347X" y="GluePoint347Y"/>
                  </a:cxn>
                  <a:cxn ang="0">
                    <a:pos x="GluePoint348X" y="GluePoint348Y"/>
                  </a:cxn>
                  <a:cxn ang="0">
                    <a:pos x="GluePoint349X" y="GluePoint349Y"/>
                  </a:cxn>
                  <a:cxn ang="0">
                    <a:pos x="GluePoint350X" y="GluePoint350Y"/>
                  </a:cxn>
                  <a:cxn ang="0">
                    <a:pos x="GluePoint351X" y="GluePoint351Y"/>
                  </a:cxn>
                  <a:cxn ang="0">
                    <a:pos x="GluePoint352X" y="GluePoint352Y"/>
                  </a:cxn>
                  <a:cxn ang="0">
                    <a:pos x="GluePoint353X" y="GluePoint353Y"/>
                  </a:cxn>
                  <a:cxn ang="0">
                    <a:pos x="GluePoint354X" y="GluePoint354Y"/>
                  </a:cxn>
                  <a:cxn ang="0">
                    <a:pos x="GluePoint355X" y="GluePoint355Y"/>
                  </a:cxn>
                  <a:cxn ang="0">
                    <a:pos x="GluePoint356X" y="GluePoint356Y"/>
                  </a:cxn>
                  <a:cxn ang="0">
                    <a:pos x="GluePoint357X" y="GluePoint357Y"/>
                  </a:cxn>
                  <a:cxn ang="0">
                    <a:pos x="GluePoint358X" y="GluePoint358Y"/>
                  </a:cxn>
                  <a:cxn ang="0">
                    <a:pos x="GluePoint359X" y="GluePoint359Y"/>
                  </a:cxn>
                  <a:cxn ang="0">
                    <a:pos x="GluePoint360X" y="GluePoint360Y"/>
                  </a:cxn>
                  <a:cxn ang="0">
                    <a:pos x="GluePoint361X" y="GluePoint361Y"/>
                  </a:cxn>
                  <a:cxn ang="0">
                    <a:pos x="GluePoint362X" y="GluePoint362Y"/>
                  </a:cxn>
                  <a:cxn ang="0">
                    <a:pos x="GluePoint363X" y="GluePoint363Y"/>
                  </a:cxn>
                  <a:cxn ang="0">
                    <a:pos x="GluePoint364X" y="GluePoint364Y"/>
                  </a:cxn>
                  <a:cxn ang="0">
                    <a:pos x="GluePoint365X" y="GluePoint365Y"/>
                  </a:cxn>
                  <a:cxn ang="0">
                    <a:pos x="GluePoint366X" y="GluePoint366Y"/>
                  </a:cxn>
                  <a:cxn ang="0">
                    <a:pos x="GluePoint367X" y="GluePoint367Y"/>
                  </a:cxn>
                  <a:cxn ang="0">
                    <a:pos x="GluePoint368X" y="GluePoint368Y"/>
                  </a:cxn>
                  <a:cxn ang="0">
                    <a:pos x="GluePoint369X" y="GluePoint369Y"/>
                  </a:cxn>
                  <a:cxn ang="0">
                    <a:pos x="GluePoint370X" y="GluePoint370Y"/>
                  </a:cxn>
                  <a:cxn ang="0">
                    <a:pos x="GluePoint371X" y="GluePoint371Y"/>
                  </a:cxn>
                  <a:cxn ang="0">
                    <a:pos x="GluePoint372X" y="GluePoint372Y"/>
                  </a:cxn>
                  <a:cxn ang="0">
                    <a:pos x="GluePoint373X" y="GluePoint373Y"/>
                  </a:cxn>
                  <a:cxn ang="0">
                    <a:pos x="GluePoint374X" y="GluePoint374Y"/>
                  </a:cxn>
                  <a:cxn ang="0">
                    <a:pos x="GluePoint375X" y="GluePoint375Y"/>
                  </a:cxn>
                  <a:cxn ang="0">
                    <a:pos x="GluePoint376X" y="GluePoint376Y"/>
                  </a:cxn>
                  <a:cxn ang="0">
                    <a:pos x="GluePoint377X" y="GluePoint377Y"/>
                  </a:cxn>
                  <a:cxn ang="0">
                    <a:pos x="GluePoint378X" y="GluePoint378Y"/>
                  </a:cxn>
                  <a:cxn ang="0">
                    <a:pos x="GluePoint379X" y="GluePoint379Y"/>
                  </a:cxn>
                  <a:cxn ang="0">
                    <a:pos x="GluePoint380X" y="GluePoint380Y"/>
                  </a:cxn>
                  <a:cxn ang="0">
                    <a:pos x="GluePoint381X" y="GluePoint381Y"/>
                  </a:cxn>
                  <a:cxn ang="0">
                    <a:pos x="GluePoint382X" y="GluePoint382Y"/>
                  </a:cxn>
                  <a:cxn ang="0">
                    <a:pos x="GluePoint383X" y="GluePoint383Y"/>
                  </a:cxn>
                  <a:cxn ang="0">
                    <a:pos x="GluePoint384X" y="GluePoint384Y"/>
                  </a:cxn>
                  <a:cxn ang="0">
                    <a:pos x="GluePoint385X" y="GluePoint385Y"/>
                  </a:cxn>
                  <a:cxn ang="0">
                    <a:pos x="GluePoint386X" y="GluePoint386Y"/>
                  </a:cxn>
                  <a:cxn ang="0">
                    <a:pos x="GluePoint387X" y="GluePoint387Y"/>
                  </a:cxn>
                  <a:cxn ang="0">
                    <a:pos x="GluePoint388X" y="GluePoint388Y"/>
                  </a:cxn>
                  <a:cxn ang="0">
                    <a:pos x="GluePoint389X" y="GluePoint389Y"/>
                  </a:cxn>
                  <a:cxn ang="0">
                    <a:pos x="GluePoint390X" y="GluePoint390Y"/>
                  </a:cxn>
                  <a:cxn ang="0">
                    <a:pos x="GluePoint391X" y="GluePoint391Y"/>
                  </a:cxn>
                  <a:cxn ang="0">
                    <a:pos x="GluePoint392X" y="GluePoint392Y"/>
                  </a:cxn>
                  <a:cxn ang="0">
                    <a:pos x="GluePoint393X" y="GluePoint393Y"/>
                  </a:cxn>
                  <a:cxn ang="0">
                    <a:pos x="GluePoint394X" y="GluePoint394Y"/>
                  </a:cxn>
                  <a:cxn ang="0">
                    <a:pos x="GluePoint395X" y="GluePoint395Y"/>
                  </a:cxn>
                  <a:cxn ang="0">
                    <a:pos x="GluePoint396X" y="GluePoint396Y"/>
                  </a:cxn>
                  <a:cxn ang="0">
                    <a:pos x="GluePoint397X" y="GluePoint397Y"/>
                  </a:cxn>
                  <a:cxn ang="0">
                    <a:pos x="GluePoint398X" y="GluePoint398Y"/>
                  </a:cxn>
                  <a:cxn ang="0">
                    <a:pos x="GluePoint399X" y="GluePoint399Y"/>
                  </a:cxn>
                  <a:cxn ang="0">
                    <a:pos x="GluePoint400X" y="GluePoint400Y"/>
                  </a:cxn>
                  <a:cxn ang="0">
                    <a:pos x="GluePoint401X" y="GluePoint401Y"/>
                  </a:cxn>
                  <a:cxn ang="0">
                    <a:pos x="GluePoint402X" y="GluePoint402Y"/>
                  </a:cxn>
                  <a:cxn ang="0">
                    <a:pos x="GluePoint403X" y="GluePoint403Y"/>
                  </a:cxn>
                  <a:cxn ang="0">
                    <a:pos x="GluePoint404X" y="GluePoint404Y"/>
                  </a:cxn>
                  <a:cxn ang="0">
                    <a:pos x="GluePoint405X" y="GluePoint405Y"/>
                  </a:cxn>
                  <a:cxn ang="0">
                    <a:pos x="GluePoint406X" y="GluePoint406Y"/>
                  </a:cxn>
                  <a:cxn ang="0">
                    <a:pos x="GluePoint407X" y="GluePoint407Y"/>
                  </a:cxn>
                  <a:cxn ang="0">
                    <a:pos x="GluePoint408X" y="GluePoint408Y"/>
                  </a:cxn>
                  <a:cxn ang="0">
                    <a:pos x="GluePoint409X" y="GluePoint409Y"/>
                  </a:cxn>
                  <a:cxn ang="0">
                    <a:pos x="GluePoint410X" y="GluePoint410Y"/>
                  </a:cxn>
                  <a:cxn ang="0">
                    <a:pos x="GluePoint411X" y="GluePoint411Y"/>
                  </a:cxn>
                  <a:cxn ang="0">
                    <a:pos x="GluePoint412X" y="GluePoint412Y"/>
                  </a:cxn>
                  <a:cxn ang="0">
                    <a:pos x="GluePoint413X" y="GluePoint413Y"/>
                  </a:cxn>
                  <a:cxn ang="0">
                    <a:pos x="GluePoint414X" y="GluePoint414Y"/>
                  </a:cxn>
                  <a:cxn ang="0">
                    <a:pos x="GluePoint415X" y="GluePoint415Y"/>
                  </a:cxn>
                  <a:cxn ang="0">
                    <a:pos x="GluePoint416X" y="GluePoint416Y"/>
                  </a:cxn>
                  <a:cxn ang="0">
                    <a:pos x="GluePoint417X" y="GluePoint417Y"/>
                  </a:cxn>
                  <a:cxn ang="0">
                    <a:pos x="GluePoint418X" y="GluePoint418Y"/>
                  </a:cxn>
                  <a:cxn ang="0">
                    <a:pos x="GluePoint419X" y="GluePoint419Y"/>
                  </a:cxn>
                  <a:cxn ang="0">
                    <a:pos x="GluePoint420X" y="GluePoint420Y"/>
                  </a:cxn>
                  <a:cxn ang="0">
                    <a:pos x="GluePoint421X" y="GluePoint421Y"/>
                  </a:cxn>
                  <a:cxn ang="0">
                    <a:pos x="GluePoint422X" y="GluePoint422Y"/>
                  </a:cxn>
                  <a:cxn ang="0">
                    <a:pos x="GluePoint423X" y="GluePoint423Y"/>
                  </a:cxn>
                  <a:cxn ang="0">
                    <a:pos x="GluePoint424X" y="GluePoint424Y"/>
                  </a:cxn>
                  <a:cxn ang="0">
                    <a:pos x="GluePoint425X" y="GluePoint425Y"/>
                  </a:cxn>
                  <a:cxn ang="0">
                    <a:pos x="GluePoint426X" y="GluePoint426Y"/>
                  </a:cxn>
                  <a:cxn ang="0">
                    <a:pos x="GluePoint427X" y="GluePoint427Y"/>
                  </a:cxn>
                  <a:cxn ang="0">
                    <a:pos x="GluePoint428X" y="GluePoint428Y"/>
                  </a:cxn>
                  <a:cxn ang="0">
                    <a:pos x="GluePoint429X" y="GluePoint429Y"/>
                  </a:cxn>
                  <a:cxn ang="0">
                    <a:pos x="GluePoint430X" y="GluePoint430Y"/>
                  </a:cxn>
                  <a:cxn ang="0">
                    <a:pos x="GluePoint431X" y="GluePoint431Y"/>
                  </a:cxn>
                  <a:cxn ang="0">
                    <a:pos x="GluePoint432X" y="GluePoint432Y"/>
                  </a:cxn>
                  <a:cxn ang="0">
                    <a:pos x="GluePoint433X" y="GluePoint433Y"/>
                  </a:cxn>
                  <a:cxn ang="0">
                    <a:pos x="GluePoint434X" y="GluePoint434Y"/>
                  </a:cxn>
                  <a:cxn ang="0">
                    <a:pos x="GluePoint435X" y="GluePoint435Y"/>
                  </a:cxn>
                  <a:cxn ang="0">
                    <a:pos x="GluePoint436X" y="GluePoint436Y"/>
                  </a:cxn>
                  <a:cxn ang="0">
                    <a:pos x="GluePoint437X" y="GluePoint437Y"/>
                  </a:cxn>
                  <a:cxn ang="0">
                    <a:pos x="GluePoint438X" y="GluePoint438Y"/>
                  </a:cxn>
                  <a:cxn ang="0">
                    <a:pos x="GluePoint439X" y="GluePoint439Y"/>
                  </a:cxn>
                  <a:cxn ang="0">
                    <a:pos x="GluePoint440X" y="GluePoint440Y"/>
                  </a:cxn>
                  <a:cxn ang="0">
                    <a:pos x="GluePoint441X" y="GluePoint441Y"/>
                  </a:cxn>
                  <a:cxn ang="0">
                    <a:pos x="GluePoint442X" y="GluePoint442Y"/>
                  </a:cxn>
                  <a:cxn ang="0">
                    <a:pos x="GluePoint443X" y="GluePoint443Y"/>
                  </a:cxn>
                  <a:cxn ang="0">
                    <a:pos x="GluePoint444X" y="GluePoint444Y"/>
                  </a:cxn>
                  <a:cxn ang="0">
                    <a:pos x="GluePoint445X" y="GluePoint445Y"/>
                  </a:cxn>
                  <a:cxn ang="0">
                    <a:pos x="GluePoint446X" y="GluePoint446Y"/>
                  </a:cxn>
                  <a:cxn ang="0">
                    <a:pos x="GluePoint447X" y="GluePoint447Y"/>
                  </a:cxn>
                  <a:cxn ang="0">
                    <a:pos x="GluePoint448X" y="GluePoint448Y"/>
                  </a:cxn>
                  <a:cxn ang="0">
                    <a:pos x="GluePoint449X" y="GluePoint449Y"/>
                  </a:cxn>
                  <a:cxn ang="0">
                    <a:pos x="GluePoint450X" y="GluePoint450Y"/>
                  </a:cxn>
                  <a:cxn ang="0">
                    <a:pos x="GluePoint451X" y="GluePoint451Y"/>
                  </a:cxn>
                  <a:cxn ang="0">
                    <a:pos x="GluePoint452X" y="GluePoint452Y"/>
                  </a:cxn>
                  <a:cxn ang="0">
                    <a:pos x="GluePoint453X" y="GluePoint453Y"/>
                  </a:cxn>
                  <a:cxn ang="0">
                    <a:pos x="GluePoint454X" y="GluePoint454Y"/>
                  </a:cxn>
                  <a:cxn ang="0">
                    <a:pos x="GluePoint455X" y="GluePoint455Y"/>
                  </a:cxn>
                  <a:cxn ang="0">
                    <a:pos x="GluePoint456X" y="GluePoint456Y"/>
                  </a:cxn>
                  <a:cxn ang="0">
                    <a:pos x="GluePoint457X" y="GluePoint457Y"/>
                  </a:cxn>
                  <a:cxn ang="0">
                    <a:pos x="GluePoint458X" y="GluePoint458Y"/>
                  </a:cxn>
                  <a:cxn ang="0">
                    <a:pos x="GluePoint459X" y="GluePoint459Y"/>
                  </a:cxn>
                  <a:cxn ang="0">
                    <a:pos x="GluePoint460X" y="GluePoint460Y"/>
                  </a:cxn>
                  <a:cxn ang="0">
                    <a:pos x="GluePoint461X" y="GluePoint461Y"/>
                  </a:cxn>
                  <a:cxn ang="0">
                    <a:pos x="GluePoint462X" y="GluePoint462Y"/>
                  </a:cxn>
                  <a:cxn ang="0">
                    <a:pos x="GluePoint463X" y="GluePoint463Y"/>
                  </a:cxn>
                  <a:cxn ang="0">
                    <a:pos x="GluePoint464X" y="GluePoint464Y"/>
                  </a:cxn>
                  <a:cxn ang="0">
                    <a:pos x="GluePoint465X" y="GluePoint465Y"/>
                  </a:cxn>
                  <a:cxn ang="0">
                    <a:pos x="GluePoint466X" y="GluePoint466Y"/>
                  </a:cxn>
                  <a:cxn ang="0">
                    <a:pos x="GluePoint467X" y="GluePoint467Y"/>
                  </a:cxn>
                  <a:cxn ang="0">
                    <a:pos x="GluePoint468X" y="GluePoint468Y"/>
                  </a:cxn>
                  <a:cxn ang="0">
                    <a:pos x="GluePoint469X" y="GluePoint469Y"/>
                  </a:cxn>
                  <a:cxn ang="0">
                    <a:pos x="GluePoint470X" y="GluePoint470Y"/>
                  </a:cxn>
                  <a:cxn ang="0">
                    <a:pos x="GluePoint471X" y="GluePoint471Y"/>
                  </a:cxn>
                  <a:cxn ang="0">
                    <a:pos x="GluePoint472X" y="GluePoint472Y"/>
                  </a:cxn>
                  <a:cxn ang="0">
                    <a:pos x="GluePoint473X" y="GluePoint473Y"/>
                  </a:cxn>
                  <a:cxn ang="0">
                    <a:pos x="GluePoint474X" y="GluePoint474Y"/>
                  </a:cxn>
                  <a:cxn ang="0">
                    <a:pos x="GluePoint475X" y="GluePoint475Y"/>
                  </a:cxn>
                  <a:cxn ang="0">
                    <a:pos x="GluePoint476X" y="GluePoint476Y"/>
                  </a:cxn>
                  <a:cxn ang="0">
                    <a:pos x="GluePoint477X" y="GluePoint477Y"/>
                  </a:cxn>
                  <a:cxn ang="0">
                    <a:pos x="GluePoint478X" y="GluePoint478Y"/>
                  </a:cxn>
                  <a:cxn ang="0">
                    <a:pos x="GluePoint479X" y="GluePoint479Y"/>
                  </a:cxn>
                  <a:cxn ang="0">
                    <a:pos x="GluePoint480X" y="GluePoint480Y"/>
                  </a:cxn>
                  <a:cxn ang="0">
                    <a:pos x="GluePoint481X" y="GluePoint481Y"/>
                  </a:cxn>
                  <a:cxn ang="0">
                    <a:pos x="GluePoint482X" y="GluePoint482Y"/>
                  </a:cxn>
                  <a:cxn ang="0">
                    <a:pos x="GluePoint483X" y="GluePoint483Y"/>
                  </a:cxn>
                  <a:cxn ang="0">
                    <a:pos x="GluePoint484X" y="GluePoint484Y"/>
                  </a:cxn>
                  <a:cxn ang="0">
                    <a:pos x="GluePoint485X" y="GluePoint485Y"/>
                  </a:cxn>
                  <a:cxn ang="0">
                    <a:pos x="GluePoint486X" y="GluePoint486Y"/>
                  </a:cxn>
                  <a:cxn ang="0">
                    <a:pos x="GluePoint487X" y="GluePoint487Y"/>
                  </a:cxn>
                  <a:cxn ang="0">
                    <a:pos x="GluePoint488X" y="GluePoint488Y"/>
                  </a:cxn>
                  <a:cxn ang="0">
                    <a:pos x="GluePoint489X" y="GluePoint489Y"/>
                  </a:cxn>
                  <a:cxn ang="0">
                    <a:pos x="GluePoint490X" y="GluePoint490Y"/>
                  </a:cxn>
                  <a:cxn ang="0">
                    <a:pos x="GluePoint491X" y="GluePoint491Y"/>
                  </a:cxn>
                  <a:cxn ang="0">
                    <a:pos x="GluePoint492X" y="GluePoint492Y"/>
                  </a:cxn>
                  <a:cxn ang="0">
                    <a:pos x="GluePoint493X" y="GluePoint493Y"/>
                  </a:cxn>
                  <a:cxn ang="0">
                    <a:pos x="GluePoint494X" y="GluePoint494Y"/>
                  </a:cxn>
                  <a:cxn ang="0">
                    <a:pos x="GluePoint495X" y="GluePoint495Y"/>
                  </a:cxn>
                  <a:cxn ang="0">
                    <a:pos x="GluePoint496X" y="GluePoint496Y"/>
                  </a:cxn>
                  <a:cxn ang="0">
                    <a:pos x="GluePoint497X" y="GluePoint497Y"/>
                  </a:cxn>
                  <a:cxn ang="0">
                    <a:pos x="GluePoint498X" y="GluePoint498Y"/>
                  </a:cxn>
                  <a:cxn ang="0">
                    <a:pos x="GluePoint499X" y="GluePoint499Y"/>
                  </a:cxn>
                  <a:cxn ang="0">
                    <a:pos x="GluePoint500X" y="GluePoint500Y"/>
                  </a:cxn>
                  <a:cxn ang="0">
                    <a:pos x="GluePoint501X" y="GluePoint501Y"/>
                  </a:cxn>
                  <a:cxn ang="0">
                    <a:pos x="GluePoint502X" y="GluePoint502Y"/>
                  </a:cxn>
                  <a:cxn ang="0">
                    <a:pos x="GluePoint503X" y="GluePoint503Y"/>
                  </a:cxn>
                  <a:cxn ang="0">
                    <a:pos x="GluePoint504X" y="GluePoint504Y"/>
                  </a:cxn>
                  <a:cxn ang="0">
                    <a:pos x="GluePoint505X" y="GluePoint505Y"/>
                  </a:cxn>
                  <a:cxn ang="0">
                    <a:pos x="GluePoint506X" y="GluePoint506Y"/>
                  </a:cxn>
                  <a:cxn ang="0">
                    <a:pos x="GluePoint507X" y="GluePoint507Y"/>
                  </a:cxn>
                  <a:cxn ang="0">
                    <a:pos x="GluePoint508X" y="GluePoint508Y"/>
                  </a:cxn>
                  <a:cxn ang="0">
                    <a:pos x="GluePoint509X" y="GluePoint509Y"/>
                  </a:cxn>
                  <a:cxn ang="0">
                    <a:pos x="GluePoint510X" y="GluePoint510Y"/>
                  </a:cxn>
                  <a:cxn ang="0">
                    <a:pos x="GluePoint511X" y="GluePoint511Y"/>
                  </a:cxn>
                  <a:cxn ang="0">
                    <a:pos x="GluePoint512X" y="GluePoint512Y"/>
                  </a:cxn>
                  <a:cxn ang="0">
                    <a:pos x="GluePoint513X" y="GluePoint513Y"/>
                  </a:cxn>
                  <a:cxn ang="0">
                    <a:pos x="GluePoint514X" y="GluePoint514Y"/>
                  </a:cxn>
                  <a:cxn ang="0">
                    <a:pos x="GluePoint515X" y="GluePoint515Y"/>
                  </a:cxn>
                  <a:cxn ang="0">
                    <a:pos x="GluePoint516X" y="GluePoint516Y"/>
                  </a:cxn>
                  <a:cxn ang="0">
                    <a:pos x="GluePoint517X" y="GluePoint517Y"/>
                  </a:cxn>
                  <a:cxn ang="0">
                    <a:pos x="GluePoint518X" y="GluePoint518Y"/>
                  </a:cxn>
                  <a:cxn ang="0">
                    <a:pos x="GluePoint519X" y="GluePoint519Y"/>
                  </a:cxn>
                  <a:cxn ang="0">
                    <a:pos x="GluePoint520X" y="GluePoint520Y"/>
                  </a:cxn>
                  <a:cxn ang="0">
                    <a:pos x="GluePoint521X" y="GluePoint521Y"/>
                  </a:cxn>
                  <a:cxn ang="0">
                    <a:pos x="GluePoint522X" y="GluePoint522Y"/>
                  </a:cxn>
                  <a:cxn ang="0">
                    <a:pos x="GluePoint523X" y="GluePoint523Y"/>
                  </a:cxn>
                  <a:cxn ang="0">
                    <a:pos x="GluePoint524X" y="GluePoint524Y"/>
                  </a:cxn>
                  <a:cxn ang="0">
                    <a:pos x="GluePoint525X" y="GluePoint525Y"/>
                  </a:cxn>
                  <a:cxn ang="0">
                    <a:pos x="GluePoint526X" y="GluePoint526Y"/>
                  </a:cxn>
                  <a:cxn ang="0">
                    <a:pos x="GluePoint527X" y="GluePoint527Y"/>
                  </a:cxn>
                  <a:cxn ang="0">
                    <a:pos x="GluePoint528X" y="GluePoint528Y"/>
                  </a:cxn>
                  <a:cxn ang="0">
                    <a:pos x="GluePoint529X" y="GluePoint529Y"/>
                  </a:cxn>
                  <a:cxn ang="0">
                    <a:pos x="GluePoint530X" y="GluePoint530Y"/>
                  </a:cxn>
                  <a:cxn ang="0">
                    <a:pos x="GluePoint531X" y="GluePoint531Y"/>
                  </a:cxn>
                  <a:cxn ang="0">
                    <a:pos x="GluePoint532X" y="GluePoint532Y"/>
                  </a:cxn>
                  <a:cxn ang="0">
                    <a:pos x="GluePoint533X" y="GluePoint533Y"/>
                  </a:cxn>
                  <a:cxn ang="0">
                    <a:pos x="GluePoint534X" y="GluePoint534Y"/>
                  </a:cxn>
                  <a:cxn ang="0">
                    <a:pos x="GluePoint535X" y="GluePoint535Y"/>
                  </a:cxn>
                  <a:cxn ang="0">
                    <a:pos x="GluePoint536X" y="GluePoint536Y"/>
                  </a:cxn>
                  <a:cxn ang="0">
                    <a:pos x="GluePoint537X" y="GluePoint537Y"/>
                  </a:cxn>
                  <a:cxn ang="0">
                    <a:pos x="GluePoint538X" y="GluePoint538Y"/>
                  </a:cxn>
                  <a:cxn ang="0">
                    <a:pos x="GluePoint539X" y="GluePoint539Y"/>
                  </a:cxn>
                  <a:cxn ang="0">
                    <a:pos x="GluePoint540X" y="GluePoint540Y"/>
                  </a:cxn>
                  <a:cxn ang="0">
                    <a:pos x="GluePoint541X" y="GluePoint541Y"/>
                  </a:cxn>
                  <a:cxn ang="0">
                    <a:pos x="GluePoint542X" y="GluePoint542Y"/>
                  </a:cxn>
                  <a:cxn ang="0">
                    <a:pos x="GluePoint543X" y="GluePoint543Y"/>
                  </a:cxn>
                  <a:cxn ang="0">
                    <a:pos x="GluePoint544X" y="GluePoint544Y"/>
                  </a:cxn>
                  <a:cxn ang="0">
                    <a:pos x="GluePoint545X" y="GluePoint545Y"/>
                  </a:cxn>
                  <a:cxn ang="0">
                    <a:pos x="GluePoint546X" y="GluePoint546Y"/>
                  </a:cxn>
                  <a:cxn ang="0">
                    <a:pos x="GluePoint547X" y="GluePoint547Y"/>
                  </a:cxn>
                  <a:cxn ang="0">
                    <a:pos x="GluePoint548X" y="GluePoint548Y"/>
                  </a:cxn>
                  <a:cxn ang="0">
                    <a:pos x="GluePoint549X" y="GluePoint549Y"/>
                  </a:cxn>
                  <a:cxn ang="0">
                    <a:pos x="GluePoint550X" y="GluePoint550Y"/>
                  </a:cxn>
                  <a:cxn ang="0">
                    <a:pos x="GluePoint551X" y="GluePoint551Y"/>
                  </a:cxn>
                  <a:cxn ang="0">
                    <a:pos x="GluePoint552X" y="GluePoint552Y"/>
                  </a:cxn>
                  <a:cxn ang="0">
                    <a:pos x="GluePoint553X" y="GluePoint553Y"/>
                  </a:cxn>
                  <a:cxn ang="0">
                    <a:pos x="GluePoint554X" y="GluePoint554Y"/>
                  </a:cxn>
                  <a:cxn ang="0">
                    <a:pos x="GluePoint555X" y="GluePoint555Y"/>
                  </a:cxn>
                  <a:cxn ang="0">
                    <a:pos x="GluePoint556X" y="GluePoint556Y"/>
                  </a:cxn>
                  <a:cxn ang="0">
                    <a:pos x="GluePoint557X" y="GluePoint557Y"/>
                  </a:cxn>
                  <a:cxn ang="0">
                    <a:pos x="GluePoint558X" y="GluePoint558Y"/>
                  </a:cxn>
                  <a:cxn ang="0">
                    <a:pos x="GluePoint559X" y="GluePoint559Y"/>
                  </a:cxn>
                  <a:cxn ang="0">
                    <a:pos x="GluePoint560X" y="GluePoint560Y"/>
                  </a:cxn>
                  <a:cxn ang="0">
                    <a:pos x="GluePoint561X" y="GluePoint561Y"/>
                  </a:cxn>
                  <a:cxn ang="0">
                    <a:pos x="GluePoint562X" y="GluePoint562Y"/>
                  </a:cxn>
                  <a:cxn ang="0">
                    <a:pos x="GluePoint563X" y="GluePoint563Y"/>
                  </a:cxn>
                  <a:cxn ang="0">
                    <a:pos x="GluePoint564X" y="GluePoint564Y"/>
                  </a:cxn>
                  <a:cxn ang="0">
                    <a:pos x="GluePoint565X" y="GluePoint565Y"/>
                  </a:cxn>
                  <a:cxn ang="0">
                    <a:pos x="GluePoint566X" y="GluePoint566Y"/>
                  </a:cxn>
                  <a:cxn ang="0">
                    <a:pos x="GluePoint567X" y="GluePoint567Y"/>
                  </a:cxn>
                  <a:cxn ang="0">
                    <a:pos x="GluePoint568X" y="GluePoint568Y"/>
                  </a:cxn>
                  <a:cxn ang="0">
                    <a:pos x="GluePoint569X" y="GluePoint569Y"/>
                  </a:cxn>
                  <a:cxn ang="0">
                    <a:pos x="GluePoint570X" y="GluePoint570Y"/>
                  </a:cxn>
                  <a:cxn ang="0">
                    <a:pos x="GluePoint571X" y="GluePoint571Y"/>
                  </a:cxn>
                  <a:cxn ang="0">
                    <a:pos x="GluePoint572X" y="GluePoint572Y"/>
                  </a:cxn>
                  <a:cxn ang="0">
                    <a:pos x="GluePoint573X" y="GluePoint573Y"/>
                  </a:cxn>
                  <a:cxn ang="0">
                    <a:pos x="GluePoint574X" y="GluePoint574Y"/>
                  </a:cxn>
                  <a:cxn ang="0">
                    <a:pos x="GluePoint575X" y="GluePoint575Y"/>
                  </a:cxn>
                  <a:cxn ang="0">
                    <a:pos x="GluePoint576X" y="GluePoint576Y"/>
                  </a:cxn>
                  <a:cxn ang="0">
                    <a:pos x="GluePoint577X" y="GluePoint577Y"/>
                  </a:cxn>
                  <a:cxn ang="0">
                    <a:pos x="GluePoint578X" y="GluePoint578Y"/>
                  </a:cxn>
                  <a:cxn ang="0">
                    <a:pos x="GluePoint579X" y="GluePoint579Y"/>
                  </a:cxn>
                  <a:cxn ang="0">
                    <a:pos x="GluePoint580X" y="GluePoint580Y"/>
                  </a:cxn>
                  <a:cxn ang="0">
                    <a:pos x="GluePoint581X" y="GluePoint581Y"/>
                  </a:cxn>
                  <a:cxn ang="0">
                    <a:pos x="GluePoint582X" y="GluePoint582Y"/>
                  </a:cxn>
                  <a:cxn ang="0">
                    <a:pos x="GluePoint583X" y="GluePoint583Y"/>
                  </a:cxn>
                  <a:cxn ang="0">
                    <a:pos x="GluePoint584X" y="GluePoint584Y"/>
                  </a:cxn>
                  <a:cxn ang="0">
                    <a:pos x="GluePoint585X" y="GluePoint585Y"/>
                  </a:cxn>
                  <a:cxn ang="0">
                    <a:pos x="GluePoint586X" y="GluePoint586Y"/>
                  </a:cxn>
                  <a:cxn ang="0">
                    <a:pos x="GluePoint587X" y="GluePoint587Y"/>
                  </a:cxn>
                  <a:cxn ang="0">
                    <a:pos x="GluePoint588X" y="GluePoint588Y"/>
                  </a:cxn>
                  <a:cxn ang="0">
                    <a:pos x="GluePoint589X" y="GluePoint589Y"/>
                  </a:cxn>
                  <a:cxn ang="0">
                    <a:pos x="GluePoint590X" y="GluePoint590Y"/>
                  </a:cxn>
                  <a:cxn ang="0">
                    <a:pos x="GluePoint591X" y="GluePoint591Y"/>
                  </a:cxn>
                  <a:cxn ang="0">
                    <a:pos x="GluePoint592X" y="GluePoint592Y"/>
                  </a:cxn>
                  <a:cxn ang="0">
                    <a:pos x="GluePoint593X" y="GluePoint593Y"/>
                  </a:cxn>
                  <a:cxn ang="0">
                    <a:pos x="GluePoint594X" y="GluePoint594Y"/>
                  </a:cxn>
                  <a:cxn ang="0">
                    <a:pos x="GluePoint595X" y="GluePoint595Y"/>
                  </a:cxn>
                  <a:cxn ang="0">
                    <a:pos x="GluePoint596X" y="GluePoint596Y"/>
                  </a:cxn>
                  <a:cxn ang="0">
                    <a:pos x="GluePoint597X" y="GluePoint597Y"/>
                  </a:cxn>
                  <a:cxn ang="0">
                    <a:pos x="GluePoint598X" y="GluePoint598Y"/>
                  </a:cxn>
                </a:cxnLst>
                <a:rect l="textAreaLeft" t="textAreaTop" r="textAreaRight" b="textAreaBottom"/>
                <a:pathLst>
                  <a:path w="1179211" h="84574">
                    <a:moveTo>
                      <a:pt x="1181145" y="2658"/>
                    </a:moveTo>
                    <a:cubicBezTo>
                      <a:pt x="1179937" y="1933"/>
                      <a:pt x="1178245" y="1450"/>
                      <a:pt x="1176071" y="725"/>
                    </a:cubicBezTo>
                    <a:cubicBezTo>
                      <a:pt x="1173654" y="242"/>
                      <a:pt x="1171238" y="0"/>
                      <a:pt x="1168580" y="0"/>
                    </a:cubicBezTo>
                    <a:cubicBezTo>
                      <a:pt x="1164955" y="0"/>
                      <a:pt x="1161572" y="725"/>
                      <a:pt x="1158672" y="1933"/>
                    </a:cubicBezTo>
                    <a:cubicBezTo>
                      <a:pt x="1155773" y="3383"/>
                      <a:pt x="1153115" y="5558"/>
                      <a:pt x="1151182" y="8941"/>
                    </a:cubicBezTo>
                    <a:cubicBezTo>
                      <a:pt x="1149490" y="11357"/>
                      <a:pt x="1148523" y="14015"/>
                      <a:pt x="1148282" y="16915"/>
                    </a:cubicBezTo>
                    <a:cubicBezTo>
                      <a:pt x="1148040" y="19815"/>
                      <a:pt x="1147799" y="22473"/>
                      <a:pt x="1147799" y="25131"/>
                    </a:cubicBezTo>
                    <a:lnTo>
                      <a:pt x="1147799" y="29239"/>
                    </a:lnTo>
                    <a:lnTo>
                      <a:pt x="1137891" y="29239"/>
                    </a:lnTo>
                    <a:lnTo>
                      <a:pt x="1137891" y="35521"/>
                    </a:lnTo>
                    <a:lnTo>
                      <a:pt x="1147799" y="35521"/>
                    </a:lnTo>
                    <a:lnTo>
                      <a:pt x="1147799" y="84333"/>
                    </a:lnTo>
                    <a:lnTo>
                      <a:pt x="1157223" y="84333"/>
                    </a:lnTo>
                    <a:lnTo>
                      <a:pt x="1157223" y="35280"/>
                    </a:lnTo>
                    <a:lnTo>
                      <a:pt x="1172446" y="35280"/>
                    </a:lnTo>
                    <a:lnTo>
                      <a:pt x="1172446" y="28997"/>
                    </a:lnTo>
                    <a:lnTo>
                      <a:pt x="1157223" y="28997"/>
                    </a:lnTo>
                    <a:lnTo>
                      <a:pt x="1157223" y="25372"/>
                    </a:lnTo>
                    <a:cubicBezTo>
                      <a:pt x="1157223" y="23198"/>
                      <a:pt x="1157223" y="21023"/>
                      <a:pt x="1157464" y="18606"/>
                    </a:cubicBezTo>
                    <a:cubicBezTo>
                      <a:pt x="1157706" y="16190"/>
                      <a:pt x="1157948" y="14257"/>
                      <a:pt x="1158672" y="12324"/>
                    </a:cubicBezTo>
                    <a:cubicBezTo>
                      <a:pt x="1159397" y="10391"/>
                      <a:pt x="1160364" y="8941"/>
                      <a:pt x="1161572" y="7733"/>
                    </a:cubicBezTo>
                    <a:cubicBezTo>
                      <a:pt x="1162780" y="6524"/>
                      <a:pt x="1164714" y="5799"/>
                      <a:pt x="1167130" y="5799"/>
                    </a:cubicBezTo>
                    <a:cubicBezTo>
                      <a:pt x="1169546" y="5799"/>
                      <a:pt x="1171721" y="6283"/>
                      <a:pt x="1173413" y="7008"/>
                    </a:cubicBezTo>
                    <a:cubicBezTo>
                      <a:pt x="1175104" y="7733"/>
                      <a:pt x="1176554" y="8699"/>
                      <a:pt x="1177762" y="9666"/>
                    </a:cubicBezTo>
                    <a:lnTo>
                      <a:pt x="1181145" y="2658"/>
                    </a:lnTo>
                    <a:close/>
                    <a:moveTo>
                      <a:pt x="1092946" y="84091"/>
                    </a:moveTo>
                    <a:lnTo>
                      <a:pt x="1102370" y="84091"/>
                    </a:lnTo>
                    <a:lnTo>
                      <a:pt x="1102370" y="57511"/>
                    </a:lnTo>
                    <a:cubicBezTo>
                      <a:pt x="1102370" y="55578"/>
                      <a:pt x="1102370" y="53886"/>
                      <a:pt x="1102612" y="51953"/>
                    </a:cubicBezTo>
                    <a:cubicBezTo>
                      <a:pt x="1102853" y="50020"/>
                      <a:pt x="1103095" y="48328"/>
                      <a:pt x="1103337" y="46637"/>
                    </a:cubicBezTo>
                    <a:cubicBezTo>
                      <a:pt x="1104303" y="43254"/>
                      <a:pt x="1105511" y="40354"/>
                      <a:pt x="1107444" y="37938"/>
                    </a:cubicBezTo>
                    <a:cubicBezTo>
                      <a:pt x="1109136" y="35521"/>
                      <a:pt x="1111311" y="34555"/>
                      <a:pt x="1113485" y="34555"/>
                    </a:cubicBezTo>
                    <a:cubicBezTo>
                      <a:pt x="1117352" y="34555"/>
                      <a:pt x="1119285" y="36488"/>
                      <a:pt x="1119526" y="40596"/>
                    </a:cubicBezTo>
                    <a:lnTo>
                      <a:pt x="1127742" y="37696"/>
                    </a:lnTo>
                    <a:cubicBezTo>
                      <a:pt x="1127742" y="35763"/>
                      <a:pt x="1127259" y="34313"/>
                      <a:pt x="1126534" y="32863"/>
                    </a:cubicBezTo>
                    <a:cubicBezTo>
                      <a:pt x="1125809" y="31413"/>
                      <a:pt x="1125084" y="30447"/>
                      <a:pt x="1124118" y="29722"/>
                    </a:cubicBezTo>
                    <a:cubicBezTo>
                      <a:pt x="1123151" y="28997"/>
                      <a:pt x="1121943" y="28272"/>
                      <a:pt x="1120735" y="28030"/>
                    </a:cubicBezTo>
                    <a:cubicBezTo>
                      <a:pt x="1119526" y="27547"/>
                      <a:pt x="1118318" y="27547"/>
                      <a:pt x="1117352" y="27547"/>
                    </a:cubicBezTo>
                    <a:cubicBezTo>
                      <a:pt x="1113969" y="27547"/>
                      <a:pt x="1111311" y="28514"/>
                      <a:pt x="1108653" y="30205"/>
                    </a:cubicBezTo>
                    <a:cubicBezTo>
                      <a:pt x="1106236" y="32138"/>
                      <a:pt x="1104061" y="34555"/>
                      <a:pt x="1102370" y="37696"/>
                    </a:cubicBezTo>
                    <a:lnTo>
                      <a:pt x="1101162" y="28272"/>
                    </a:lnTo>
                    <a:lnTo>
                      <a:pt x="1091738" y="29239"/>
                    </a:lnTo>
                    <a:cubicBezTo>
                      <a:pt x="1091738" y="29722"/>
                      <a:pt x="1091979" y="30447"/>
                      <a:pt x="1091979" y="31413"/>
                    </a:cubicBezTo>
                    <a:cubicBezTo>
                      <a:pt x="1092221" y="32380"/>
                      <a:pt x="1092221" y="33588"/>
                      <a:pt x="1092463" y="35038"/>
                    </a:cubicBezTo>
                    <a:cubicBezTo>
                      <a:pt x="1092704" y="36488"/>
                      <a:pt x="1092704" y="37696"/>
                      <a:pt x="1092704" y="39146"/>
                    </a:cubicBezTo>
                    <a:cubicBezTo>
                      <a:pt x="1092704" y="40596"/>
                      <a:pt x="1092946" y="41804"/>
                      <a:pt x="1092946" y="43254"/>
                    </a:cubicBezTo>
                    <a:lnTo>
                      <a:pt x="1092946" y="84091"/>
                    </a:lnTo>
                    <a:close/>
                    <a:moveTo>
                      <a:pt x="1062016" y="72251"/>
                    </a:moveTo>
                    <a:cubicBezTo>
                      <a:pt x="1059116" y="76359"/>
                      <a:pt x="1055008" y="78292"/>
                      <a:pt x="1049934" y="78292"/>
                    </a:cubicBezTo>
                    <a:cubicBezTo>
                      <a:pt x="1044617" y="78292"/>
                      <a:pt x="1040751" y="76359"/>
                      <a:pt x="1037852" y="72251"/>
                    </a:cubicBezTo>
                    <a:cubicBezTo>
                      <a:pt x="1034952" y="68143"/>
                      <a:pt x="1033502" y="62827"/>
                      <a:pt x="1033502" y="55819"/>
                    </a:cubicBezTo>
                    <a:cubicBezTo>
                      <a:pt x="1033502" y="49053"/>
                      <a:pt x="1034952" y="43737"/>
                      <a:pt x="1037852" y="39629"/>
                    </a:cubicBezTo>
                    <a:cubicBezTo>
                      <a:pt x="1040751" y="35521"/>
                      <a:pt x="1044859" y="33588"/>
                      <a:pt x="1050175" y="33588"/>
                    </a:cubicBezTo>
                    <a:cubicBezTo>
                      <a:pt x="1055491" y="33588"/>
                      <a:pt x="1059599" y="35521"/>
                      <a:pt x="1062499" y="39629"/>
                    </a:cubicBezTo>
                    <a:cubicBezTo>
                      <a:pt x="1065399" y="43737"/>
                      <a:pt x="1066849" y="49053"/>
                      <a:pt x="1066849" y="55819"/>
                    </a:cubicBezTo>
                    <a:cubicBezTo>
                      <a:pt x="1066365" y="62827"/>
                      <a:pt x="1064915" y="68143"/>
                      <a:pt x="1062016" y="72251"/>
                    </a:cubicBezTo>
                    <a:moveTo>
                      <a:pt x="1075306" y="44462"/>
                    </a:moveTo>
                    <a:cubicBezTo>
                      <a:pt x="1074098" y="40837"/>
                      <a:pt x="1072406" y="37938"/>
                      <a:pt x="1070232" y="35280"/>
                    </a:cubicBezTo>
                    <a:cubicBezTo>
                      <a:pt x="1068057" y="32863"/>
                      <a:pt x="1065157" y="30930"/>
                      <a:pt x="1061774" y="29480"/>
                    </a:cubicBezTo>
                    <a:cubicBezTo>
                      <a:pt x="1058391" y="28030"/>
                      <a:pt x="1054525" y="27306"/>
                      <a:pt x="1050175" y="27306"/>
                    </a:cubicBezTo>
                    <a:cubicBezTo>
                      <a:pt x="1045826" y="27306"/>
                      <a:pt x="1041959" y="28030"/>
                      <a:pt x="1038576" y="29480"/>
                    </a:cubicBezTo>
                    <a:cubicBezTo>
                      <a:pt x="1035193" y="30930"/>
                      <a:pt x="1032294" y="32863"/>
                      <a:pt x="1030119" y="35280"/>
                    </a:cubicBezTo>
                    <a:cubicBezTo>
                      <a:pt x="1027703" y="37696"/>
                      <a:pt x="1026011" y="40837"/>
                      <a:pt x="1024803" y="44462"/>
                    </a:cubicBezTo>
                    <a:cubicBezTo>
                      <a:pt x="1023595" y="48087"/>
                      <a:pt x="1023111" y="51953"/>
                      <a:pt x="1023111" y="56303"/>
                    </a:cubicBezTo>
                    <a:cubicBezTo>
                      <a:pt x="1023111" y="60894"/>
                      <a:pt x="1023836" y="65002"/>
                      <a:pt x="1025286" y="68626"/>
                    </a:cubicBezTo>
                    <a:cubicBezTo>
                      <a:pt x="1026736" y="72251"/>
                      <a:pt x="1028669" y="75392"/>
                      <a:pt x="1031086" y="77809"/>
                    </a:cubicBezTo>
                    <a:cubicBezTo>
                      <a:pt x="1033502" y="80467"/>
                      <a:pt x="1036402" y="82400"/>
                      <a:pt x="1039785" y="83608"/>
                    </a:cubicBezTo>
                    <a:cubicBezTo>
                      <a:pt x="1043168" y="85058"/>
                      <a:pt x="1046551" y="85783"/>
                      <a:pt x="1050417" y="85783"/>
                    </a:cubicBezTo>
                    <a:cubicBezTo>
                      <a:pt x="1054283" y="85783"/>
                      <a:pt x="1057666" y="85058"/>
                      <a:pt x="1061049" y="83608"/>
                    </a:cubicBezTo>
                    <a:cubicBezTo>
                      <a:pt x="1064432" y="82158"/>
                      <a:pt x="1067332" y="80225"/>
                      <a:pt x="1069748" y="77809"/>
                    </a:cubicBezTo>
                    <a:cubicBezTo>
                      <a:pt x="1072165" y="75151"/>
                      <a:pt x="1074098" y="72251"/>
                      <a:pt x="1075548" y="68626"/>
                    </a:cubicBezTo>
                    <a:cubicBezTo>
                      <a:pt x="1076998" y="65002"/>
                      <a:pt x="1077722" y="60894"/>
                      <a:pt x="1077722" y="56303"/>
                    </a:cubicBezTo>
                    <a:cubicBezTo>
                      <a:pt x="1076998" y="51953"/>
                      <a:pt x="1076514" y="48087"/>
                      <a:pt x="1075306" y="44462"/>
                    </a:cubicBezTo>
                    <a:moveTo>
                      <a:pt x="998464" y="84816"/>
                    </a:moveTo>
                    <a:lnTo>
                      <a:pt x="1007888" y="83850"/>
                    </a:lnTo>
                    <a:cubicBezTo>
                      <a:pt x="1007888" y="83366"/>
                      <a:pt x="1007646" y="82641"/>
                      <a:pt x="1007646" y="81675"/>
                    </a:cubicBezTo>
                    <a:cubicBezTo>
                      <a:pt x="1007405" y="80708"/>
                      <a:pt x="1007405" y="79500"/>
                      <a:pt x="1007163" y="78050"/>
                    </a:cubicBezTo>
                    <a:cubicBezTo>
                      <a:pt x="1006921" y="76842"/>
                      <a:pt x="1006921" y="75392"/>
                      <a:pt x="1006921" y="73942"/>
                    </a:cubicBezTo>
                    <a:cubicBezTo>
                      <a:pt x="1006921" y="72493"/>
                      <a:pt x="1006680" y="71043"/>
                      <a:pt x="1006680" y="69834"/>
                    </a:cubicBezTo>
                    <a:lnTo>
                      <a:pt x="1006680" y="483"/>
                    </a:lnTo>
                    <a:lnTo>
                      <a:pt x="997497" y="483"/>
                    </a:lnTo>
                    <a:lnTo>
                      <a:pt x="997497" y="36730"/>
                    </a:lnTo>
                    <a:cubicBezTo>
                      <a:pt x="996048" y="34071"/>
                      <a:pt x="993873" y="31897"/>
                      <a:pt x="990973" y="29964"/>
                    </a:cubicBezTo>
                    <a:cubicBezTo>
                      <a:pt x="988073" y="28030"/>
                      <a:pt x="984449" y="27064"/>
                      <a:pt x="980341" y="27064"/>
                    </a:cubicBezTo>
                    <a:cubicBezTo>
                      <a:pt x="976958" y="27064"/>
                      <a:pt x="973575" y="27789"/>
                      <a:pt x="970675" y="28997"/>
                    </a:cubicBezTo>
                    <a:cubicBezTo>
                      <a:pt x="967534" y="30205"/>
                      <a:pt x="965117" y="32138"/>
                      <a:pt x="962701" y="34555"/>
                    </a:cubicBezTo>
                    <a:cubicBezTo>
                      <a:pt x="960526" y="36971"/>
                      <a:pt x="958593" y="40113"/>
                      <a:pt x="957385" y="43737"/>
                    </a:cubicBezTo>
                    <a:cubicBezTo>
                      <a:pt x="955935" y="47362"/>
                      <a:pt x="955452" y="51711"/>
                      <a:pt x="955452" y="56544"/>
                    </a:cubicBezTo>
                    <a:cubicBezTo>
                      <a:pt x="955452" y="60410"/>
                      <a:pt x="955935" y="64277"/>
                      <a:pt x="956902" y="67660"/>
                    </a:cubicBezTo>
                    <a:cubicBezTo>
                      <a:pt x="957868" y="71043"/>
                      <a:pt x="959318" y="74184"/>
                      <a:pt x="961251" y="76842"/>
                    </a:cubicBezTo>
                    <a:cubicBezTo>
                      <a:pt x="963184" y="79500"/>
                      <a:pt x="965842" y="81433"/>
                      <a:pt x="968742" y="83125"/>
                    </a:cubicBezTo>
                    <a:cubicBezTo>
                      <a:pt x="971883" y="84575"/>
                      <a:pt x="975508" y="85300"/>
                      <a:pt x="979616" y="85300"/>
                    </a:cubicBezTo>
                    <a:cubicBezTo>
                      <a:pt x="982274" y="85300"/>
                      <a:pt x="984690" y="84816"/>
                      <a:pt x="986623" y="84091"/>
                    </a:cubicBezTo>
                    <a:cubicBezTo>
                      <a:pt x="988557" y="83366"/>
                      <a:pt x="990248" y="82400"/>
                      <a:pt x="991698" y="81433"/>
                    </a:cubicBezTo>
                    <a:cubicBezTo>
                      <a:pt x="993148" y="80467"/>
                      <a:pt x="994114" y="79259"/>
                      <a:pt x="995081" y="78050"/>
                    </a:cubicBezTo>
                    <a:cubicBezTo>
                      <a:pt x="995806" y="76842"/>
                      <a:pt x="996531" y="75875"/>
                      <a:pt x="997014" y="74909"/>
                    </a:cubicBezTo>
                    <a:lnTo>
                      <a:pt x="998464" y="84816"/>
                    </a:lnTo>
                    <a:close/>
                    <a:moveTo>
                      <a:pt x="996048" y="67660"/>
                    </a:moveTo>
                    <a:cubicBezTo>
                      <a:pt x="994839" y="70559"/>
                      <a:pt x="993148" y="72976"/>
                      <a:pt x="991456" y="74667"/>
                    </a:cubicBezTo>
                    <a:cubicBezTo>
                      <a:pt x="989765" y="76359"/>
                      <a:pt x="987832" y="77325"/>
                      <a:pt x="985657" y="78050"/>
                    </a:cubicBezTo>
                    <a:cubicBezTo>
                      <a:pt x="983482" y="78775"/>
                      <a:pt x="982032" y="78775"/>
                      <a:pt x="980582" y="78775"/>
                    </a:cubicBezTo>
                    <a:cubicBezTo>
                      <a:pt x="978166" y="78775"/>
                      <a:pt x="975991" y="78292"/>
                      <a:pt x="974058" y="77084"/>
                    </a:cubicBezTo>
                    <a:cubicBezTo>
                      <a:pt x="972125" y="75875"/>
                      <a:pt x="970675" y="74426"/>
                      <a:pt x="969467" y="72493"/>
                    </a:cubicBezTo>
                    <a:cubicBezTo>
                      <a:pt x="968259" y="70559"/>
                      <a:pt x="967292" y="68143"/>
                      <a:pt x="966809" y="65243"/>
                    </a:cubicBezTo>
                    <a:cubicBezTo>
                      <a:pt x="966326" y="62585"/>
                      <a:pt x="965842" y="59444"/>
                      <a:pt x="965842" y="56303"/>
                    </a:cubicBezTo>
                    <a:cubicBezTo>
                      <a:pt x="965842" y="53161"/>
                      <a:pt x="966326" y="50020"/>
                      <a:pt x="967051" y="47362"/>
                    </a:cubicBezTo>
                    <a:cubicBezTo>
                      <a:pt x="967775" y="44704"/>
                      <a:pt x="968984" y="42287"/>
                      <a:pt x="970192" y="40354"/>
                    </a:cubicBezTo>
                    <a:cubicBezTo>
                      <a:pt x="971642" y="38421"/>
                      <a:pt x="973333" y="36971"/>
                      <a:pt x="975266" y="36005"/>
                    </a:cubicBezTo>
                    <a:cubicBezTo>
                      <a:pt x="977199" y="35038"/>
                      <a:pt x="979374" y="34555"/>
                      <a:pt x="981549" y="34555"/>
                    </a:cubicBezTo>
                    <a:cubicBezTo>
                      <a:pt x="983724" y="34555"/>
                      <a:pt x="985899" y="35038"/>
                      <a:pt x="987832" y="35763"/>
                    </a:cubicBezTo>
                    <a:cubicBezTo>
                      <a:pt x="989765" y="36488"/>
                      <a:pt x="991456" y="37938"/>
                      <a:pt x="992906" y="39629"/>
                    </a:cubicBezTo>
                    <a:cubicBezTo>
                      <a:pt x="994356" y="41321"/>
                      <a:pt x="995564" y="43496"/>
                      <a:pt x="996531" y="46395"/>
                    </a:cubicBezTo>
                    <a:cubicBezTo>
                      <a:pt x="997497" y="49053"/>
                      <a:pt x="997739" y="52195"/>
                      <a:pt x="997739" y="56061"/>
                    </a:cubicBezTo>
                    <a:cubicBezTo>
                      <a:pt x="997981" y="60652"/>
                      <a:pt x="997256" y="64760"/>
                      <a:pt x="996048" y="67660"/>
                    </a:cubicBezTo>
                    <a:moveTo>
                      <a:pt x="938537" y="725"/>
                    </a:moveTo>
                    <a:lnTo>
                      <a:pt x="928629" y="725"/>
                    </a:lnTo>
                    <a:lnTo>
                      <a:pt x="928629" y="84333"/>
                    </a:lnTo>
                    <a:lnTo>
                      <a:pt x="938537" y="84333"/>
                    </a:lnTo>
                    <a:lnTo>
                      <a:pt x="938537" y="725"/>
                    </a:lnTo>
                    <a:close/>
                    <a:moveTo>
                      <a:pt x="897699" y="38179"/>
                    </a:moveTo>
                    <a:cubicBezTo>
                      <a:pt x="899874" y="41079"/>
                      <a:pt x="900841" y="45187"/>
                      <a:pt x="900841" y="50262"/>
                    </a:cubicBezTo>
                    <a:lnTo>
                      <a:pt x="900841" y="52195"/>
                    </a:lnTo>
                    <a:lnTo>
                      <a:pt x="873535" y="52195"/>
                    </a:lnTo>
                    <a:cubicBezTo>
                      <a:pt x="873777" y="49778"/>
                      <a:pt x="874502" y="47362"/>
                      <a:pt x="875227" y="45187"/>
                    </a:cubicBezTo>
                    <a:cubicBezTo>
                      <a:pt x="875952" y="43012"/>
                      <a:pt x="877160" y="41079"/>
                      <a:pt x="878368" y="39388"/>
                    </a:cubicBezTo>
                    <a:cubicBezTo>
                      <a:pt x="879576" y="37696"/>
                      <a:pt x="881268" y="36246"/>
                      <a:pt x="882959" y="35280"/>
                    </a:cubicBezTo>
                    <a:cubicBezTo>
                      <a:pt x="884651" y="34313"/>
                      <a:pt x="886825" y="33830"/>
                      <a:pt x="889000" y="33830"/>
                    </a:cubicBezTo>
                    <a:cubicBezTo>
                      <a:pt x="892866" y="33588"/>
                      <a:pt x="895766" y="35038"/>
                      <a:pt x="897699" y="38179"/>
                    </a:cubicBezTo>
                    <a:moveTo>
                      <a:pt x="910748" y="58236"/>
                    </a:moveTo>
                    <a:lnTo>
                      <a:pt x="910748" y="52678"/>
                    </a:lnTo>
                    <a:cubicBezTo>
                      <a:pt x="910748" y="49537"/>
                      <a:pt x="910506" y="46395"/>
                      <a:pt x="909781" y="43496"/>
                    </a:cubicBezTo>
                    <a:cubicBezTo>
                      <a:pt x="909056" y="40354"/>
                      <a:pt x="907848" y="37696"/>
                      <a:pt x="906157" y="35280"/>
                    </a:cubicBezTo>
                    <a:cubicBezTo>
                      <a:pt x="904465" y="32863"/>
                      <a:pt x="902290" y="30930"/>
                      <a:pt x="899391" y="29480"/>
                    </a:cubicBezTo>
                    <a:cubicBezTo>
                      <a:pt x="896491" y="28030"/>
                      <a:pt x="893108" y="27306"/>
                      <a:pt x="888759" y="27306"/>
                    </a:cubicBezTo>
                    <a:cubicBezTo>
                      <a:pt x="885134" y="27306"/>
                      <a:pt x="881993" y="28030"/>
                      <a:pt x="878851" y="29480"/>
                    </a:cubicBezTo>
                    <a:cubicBezTo>
                      <a:pt x="875710" y="30930"/>
                      <a:pt x="873052" y="32863"/>
                      <a:pt x="870877" y="35521"/>
                    </a:cubicBezTo>
                    <a:cubicBezTo>
                      <a:pt x="868702" y="38179"/>
                      <a:pt x="866769" y="41079"/>
                      <a:pt x="865561" y="44704"/>
                    </a:cubicBezTo>
                    <a:cubicBezTo>
                      <a:pt x="864353" y="48328"/>
                      <a:pt x="863628" y="52195"/>
                      <a:pt x="863628" y="56544"/>
                    </a:cubicBezTo>
                    <a:cubicBezTo>
                      <a:pt x="863628" y="66210"/>
                      <a:pt x="865803" y="73459"/>
                      <a:pt x="870394" y="78292"/>
                    </a:cubicBezTo>
                    <a:cubicBezTo>
                      <a:pt x="874985" y="83125"/>
                      <a:pt x="881509" y="85783"/>
                      <a:pt x="890208" y="85783"/>
                    </a:cubicBezTo>
                    <a:cubicBezTo>
                      <a:pt x="894800" y="85783"/>
                      <a:pt x="898666" y="84816"/>
                      <a:pt x="902290" y="83125"/>
                    </a:cubicBezTo>
                    <a:cubicBezTo>
                      <a:pt x="905673" y="81192"/>
                      <a:pt x="909056" y="78534"/>
                      <a:pt x="911956" y="75151"/>
                    </a:cubicBezTo>
                    <a:lnTo>
                      <a:pt x="908090" y="71043"/>
                    </a:lnTo>
                    <a:cubicBezTo>
                      <a:pt x="904465" y="74426"/>
                      <a:pt x="901324" y="76359"/>
                      <a:pt x="898666" y="77567"/>
                    </a:cubicBezTo>
                    <a:cubicBezTo>
                      <a:pt x="896008" y="78534"/>
                      <a:pt x="893350" y="79017"/>
                      <a:pt x="890933" y="79017"/>
                    </a:cubicBezTo>
                    <a:cubicBezTo>
                      <a:pt x="885376" y="79017"/>
                      <a:pt x="881268" y="77325"/>
                      <a:pt x="878368" y="73701"/>
                    </a:cubicBezTo>
                    <a:cubicBezTo>
                      <a:pt x="875468" y="70076"/>
                      <a:pt x="874018" y="65002"/>
                      <a:pt x="873777" y="58477"/>
                    </a:cubicBezTo>
                    <a:lnTo>
                      <a:pt x="910748" y="58477"/>
                    </a:lnTo>
                    <a:close/>
                    <a:moveTo>
                      <a:pt x="848404" y="61377"/>
                    </a:moveTo>
                    <a:cubicBezTo>
                      <a:pt x="847438" y="59444"/>
                      <a:pt x="845988" y="57994"/>
                      <a:pt x="844296" y="56544"/>
                    </a:cubicBezTo>
                    <a:cubicBezTo>
                      <a:pt x="842605" y="55094"/>
                      <a:pt x="840913" y="54128"/>
                      <a:pt x="838980" y="53403"/>
                    </a:cubicBezTo>
                    <a:cubicBezTo>
                      <a:pt x="837047" y="52678"/>
                      <a:pt x="835114" y="51953"/>
                      <a:pt x="833181" y="51470"/>
                    </a:cubicBezTo>
                    <a:cubicBezTo>
                      <a:pt x="829798" y="50503"/>
                      <a:pt x="826898" y="49295"/>
                      <a:pt x="824723" y="47603"/>
                    </a:cubicBezTo>
                    <a:cubicBezTo>
                      <a:pt x="822549" y="45912"/>
                      <a:pt x="821582" y="43737"/>
                      <a:pt x="821582" y="40837"/>
                    </a:cubicBezTo>
                    <a:cubicBezTo>
                      <a:pt x="821582" y="38663"/>
                      <a:pt x="822549" y="36730"/>
                      <a:pt x="824482" y="35280"/>
                    </a:cubicBezTo>
                    <a:cubicBezTo>
                      <a:pt x="826415" y="33830"/>
                      <a:pt x="828831" y="33105"/>
                      <a:pt x="831731" y="33105"/>
                    </a:cubicBezTo>
                    <a:cubicBezTo>
                      <a:pt x="834872" y="33105"/>
                      <a:pt x="837289" y="33588"/>
                      <a:pt x="838980" y="34796"/>
                    </a:cubicBezTo>
                    <a:cubicBezTo>
                      <a:pt x="840672" y="36005"/>
                      <a:pt x="842122" y="37213"/>
                      <a:pt x="843572" y="38421"/>
                    </a:cubicBezTo>
                    <a:lnTo>
                      <a:pt x="848404" y="32380"/>
                    </a:lnTo>
                    <a:cubicBezTo>
                      <a:pt x="846955" y="31172"/>
                      <a:pt x="845021" y="29964"/>
                      <a:pt x="842605" y="28997"/>
                    </a:cubicBezTo>
                    <a:cubicBezTo>
                      <a:pt x="840189" y="28030"/>
                      <a:pt x="836564" y="27306"/>
                      <a:pt x="832214" y="27306"/>
                    </a:cubicBezTo>
                    <a:cubicBezTo>
                      <a:pt x="829556" y="27306"/>
                      <a:pt x="827140" y="27547"/>
                      <a:pt x="824723" y="28272"/>
                    </a:cubicBezTo>
                    <a:cubicBezTo>
                      <a:pt x="822307" y="28997"/>
                      <a:pt x="820374" y="29722"/>
                      <a:pt x="818441" y="31172"/>
                    </a:cubicBezTo>
                    <a:cubicBezTo>
                      <a:pt x="816749" y="32380"/>
                      <a:pt x="815299" y="34071"/>
                      <a:pt x="814091" y="36005"/>
                    </a:cubicBezTo>
                    <a:cubicBezTo>
                      <a:pt x="812883" y="37938"/>
                      <a:pt x="812400" y="40113"/>
                      <a:pt x="812400" y="42771"/>
                    </a:cubicBezTo>
                    <a:cubicBezTo>
                      <a:pt x="812400" y="45670"/>
                      <a:pt x="812883" y="48087"/>
                      <a:pt x="813850" y="50020"/>
                    </a:cubicBezTo>
                    <a:cubicBezTo>
                      <a:pt x="814816" y="51953"/>
                      <a:pt x="816266" y="53644"/>
                      <a:pt x="817716" y="54853"/>
                    </a:cubicBezTo>
                    <a:cubicBezTo>
                      <a:pt x="819407" y="56061"/>
                      <a:pt x="821099" y="57269"/>
                      <a:pt x="822790" y="57752"/>
                    </a:cubicBezTo>
                    <a:cubicBezTo>
                      <a:pt x="824723" y="58477"/>
                      <a:pt x="826415" y="58961"/>
                      <a:pt x="828106" y="59686"/>
                    </a:cubicBezTo>
                    <a:cubicBezTo>
                      <a:pt x="831731" y="60652"/>
                      <a:pt x="834389" y="61860"/>
                      <a:pt x="836564" y="63310"/>
                    </a:cubicBezTo>
                    <a:cubicBezTo>
                      <a:pt x="838739" y="64760"/>
                      <a:pt x="839705" y="67176"/>
                      <a:pt x="839705" y="70559"/>
                    </a:cubicBezTo>
                    <a:cubicBezTo>
                      <a:pt x="839705" y="73459"/>
                      <a:pt x="838739" y="75634"/>
                      <a:pt x="837047" y="77325"/>
                    </a:cubicBezTo>
                    <a:cubicBezTo>
                      <a:pt x="835356" y="78775"/>
                      <a:pt x="832939" y="79742"/>
                      <a:pt x="829556" y="79742"/>
                    </a:cubicBezTo>
                    <a:cubicBezTo>
                      <a:pt x="827865" y="79742"/>
                      <a:pt x="826415" y="79500"/>
                      <a:pt x="824723" y="79017"/>
                    </a:cubicBezTo>
                    <a:cubicBezTo>
                      <a:pt x="823274" y="78534"/>
                      <a:pt x="821824" y="77809"/>
                      <a:pt x="820616" y="76842"/>
                    </a:cubicBezTo>
                    <a:cubicBezTo>
                      <a:pt x="819407" y="76117"/>
                      <a:pt x="818199" y="75151"/>
                      <a:pt x="817233" y="74184"/>
                    </a:cubicBezTo>
                    <a:cubicBezTo>
                      <a:pt x="816266" y="73217"/>
                      <a:pt x="815541" y="72493"/>
                      <a:pt x="814816" y="71768"/>
                    </a:cubicBezTo>
                    <a:lnTo>
                      <a:pt x="809983" y="79500"/>
                    </a:lnTo>
                    <a:cubicBezTo>
                      <a:pt x="815299" y="83608"/>
                      <a:pt x="821582" y="85783"/>
                      <a:pt x="829073" y="85783"/>
                    </a:cubicBezTo>
                    <a:cubicBezTo>
                      <a:pt x="831731" y="85783"/>
                      <a:pt x="834389" y="85300"/>
                      <a:pt x="836806" y="84575"/>
                    </a:cubicBezTo>
                    <a:cubicBezTo>
                      <a:pt x="839222" y="83850"/>
                      <a:pt x="841397" y="82641"/>
                      <a:pt x="843088" y="81192"/>
                    </a:cubicBezTo>
                    <a:cubicBezTo>
                      <a:pt x="844780" y="79742"/>
                      <a:pt x="846230" y="77809"/>
                      <a:pt x="847438" y="75634"/>
                    </a:cubicBezTo>
                    <a:cubicBezTo>
                      <a:pt x="848404" y="73459"/>
                      <a:pt x="849129" y="71043"/>
                      <a:pt x="849129" y="68143"/>
                    </a:cubicBezTo>
                    <a:cubicBezTo>
                      <a:pt x="849854" y="65485"/>
                      <a:pt x="849371" y="63310"/>
                      <a:pt x="848404" y="61377"/>
                    </a:cubicBezTo>
                    <a:moveTo>
                      <a:pt x="796693" y="61377"/>
                    </a:moveTo>
                    <a:cubicBezTo>
                      <a:pt x="795726" y="59444"/>
                      <a:pt x="794277" y="57994"/>
                      <a:pt x="792585" y="56544"/>
                    </a:cubicBezTo>
                    <a:cubicBezTo>
                      <a:pt x="790894" y="55094"/>
                      <a:pt x="789202" y="54128"/>
                      <a:pt x="787269" y="53403"/>
                    </a:cubicBezTo>
                    <a:cubicBezTo>
                      <a:pt x="785336" y="52678"/>
                      <a:pt x="783403" y="51953"/>
                      <a:pt x="781470" y="51470"/>
                    </a:cubicBezTo>
                    <a:cubicBezTo>
                      <a:pt x="778087" y="50503"/>
                      <a:pt x="775187" y="49295"/>
                      <a:pt x="773012" y="47603"/>
                    </a:cubicBezTo>
                    <a:cubicBezTo>
                      <a:pt x="770837" y="45912"/>
                      <a:pt x="769871" y="43737"/>
                      <a:pt x="769871" y="40837"/>
                    </a:cubicBezTo>
                    <a:cubicBezTo>
                      <a:pt x="769871" y="38663"/>
                      <a:pt x="770837" y="36730"/>
                      <a:pt x="772770" y="35280"/>
                    </a:cubicBezTo>
                    <a:cubicBezTo>
                      <a:pt x="774704" y="33830"/>
                      <a:pt x="777120" y="33105"/>
                      <a:pt x="780020" y="33105"/>
                    </a:cubicBezTo>
                    <a:cubicBezTo>
                      <a:pt x="783161" y="33105"/>
                      <a:pt x="785578" y="33588"/>
                      <a:pt x="787269" y="34796"/>
                    </a:cubicBezTo>
                    <a:cubicBezTo>
                      <a:pt x="788960" y="36005"/>
                      <a:pt x="790410" y="37213"/>
                      <a:pt x="791860" y="38421"/>
                    </a:cubicBezTo>
                    <a:lnTo>
                      <a:pt x="796693" y="32380"/>
                    </a:lnTo>
                    <a:cubicBezTo>
                      <a:pt x="795243" y="31172"/>
                      <a:pt x="793310" y="29964"/>
                      <a:pt x="790894" y="28997"/>
                    </a:cubicBezTo>
                    <a:cubicBezTo>
                      <a:pt x="788236" y="27789"/>
                      <a:pt x="784853" y="27306"/>
                      <a:pt x="780503" y="27306"/>
                    </a:cubicBezTo>
                    <a:cubicBezTo>
                      <a:pt x="777845" y="27306"/>
                      <a:pt x="775429" y="27547"/>
                      <a:pt x="773012" y="28272"/>
                    </a:cubicBezTo>
                    <a:cubicBezTo>
                      <a:pt x="770596" y="28997"/>
                      <a:pt x="768663" y="29722"/>
                      <a:pt x="766729" y="31172"/>
                    </a:cubicBezTo>
                    <a:cubicBezTo>
                      <a:pt x="765038" y="32380"/>
                      <a:pt x="763346" y="34071"/>
                      <a:pt x="762380" y="36005"/>
                    </a:cubicBezTo>
                    <a:cubicBezTo>
                      <a:pt x="761172" y="37938"/>
                      <a:pt x="760688" y="40113"/>
                      <a:pt x="760688" y="42771"/>
                    </a:cubicBezTo>
                    <a:cubicBezTo>
                      <a:pt x="760688" y="45670"/>
                      <a:pt x="761172" y="48087"/>
                      <a:pt x="762138" y="50020"/>
                    </a:cubicBezTo>
                    <a:cubicBezTo>
                      <a:pt x="763105" y="51953"/>
                      <a:pt x="764555" y="53644"/>
                      <a:pt x="766005" y="54853"/>
                    </a:cubicBezTo>
                    <a:cubicBezTo>
                      <a:pt x="767696" y="56061"/>
                      <a:pt x="769387" y="57269"/>
                      <a:pt x="771079" y="57752"/>
                    </a:cubicBezTo>
                    <a:cubicBezTo>
                      <a:pt x="773012" y="58477"/>
                      <a:pt x="774704" y="58961"/>
                      <a:pt x="776395" y="59686"/>
                    </a:cubicBezTo>
                    <a:cubicBezTo>
                      <a:pt x="780020" y="60652"/>
                      <a:pt x="782678" y="61860"/>
                      <a:pt x="784853" y="63310"/>
                    </a:cubicBezTo>
                    <a:cubicBezTo>
                      <a:pt x="787027" y="64760"/>
                      <a:pt x="787994" y="67176"/>
                      <a:pt x="787994" y="70559"/>
                    </a:cubicBezTo>
                    <a:cubicBezTo>
                      <a:pt x="787994" y="73459"/>
                      <a:pt x="787027" y="75634"/>
                      <a:pt x="785336" y="77325"/>
                    </a:cubicBezTo>
                    <a:cubicBezTo>
                      <a:pt x="783644" y="78775"/>
                      <a:pt x="781228" y="79742"/>
                      <a:pt x="777845" y="79742"/>
                    </a:cubicBezTo>
                    <a:cubicBezTo>
                      <a:pt x="776154" y="79742"/>
                      <a:pt x="774704" y="79500"/>
                      <a:pt x="773012" y="79017"/>
                    </a:cubicBezTo>
                    <a:cubicBezTo>
                      <a:pt x="771562" y="78534"/>
                      <a:pt x="770112" y="77809"/>
                      <a:pt x="768904" y="76842"/>
                    </a:cubicBezTo>
                    <a:cubicBezTo>
                      <a:pt x="767696" y="76117"/>
                      <a:pt x="766488" y="75151"/>
                      <a:pt x="765521" y="74184"/>
                    </a:cubicBezTo>
                    <a:cubicBezTo>
                      <a:pt x="764555" y="73217"/>
                      <a:pt x="763830" y="72493"/>
                      <a:pt x="763105" y="71768"/>
                    </a:cubicBezTo>
                    <a:lnTo>
                      <a:pt x="758272" y="79500"/>
                    </a:lnTo>
                    <a:cubicBezTo>
                      <a:pt x="763588" y="83608"/>
                      <a:pt x="769871" y="85783"/>
                      <a:pt x="777362" y="85783"/>
                    </a:cubicBezTo>
                    <a:cubicBezTo>
                      <a:pt x="780261" y="85783"/>
                      <a:pt x="782678" y="85300"/>
                      <a:pt x="785094" y="84575"/>
                    </a:cubicBezTo>
                    <a:cubicBezTo>
                      <a:pt x="787511" y="83850"/>
                      <a:pt x="789685" y="82641"/>
                      <a:pt x="791377" y="81192"/>
                    </a:cubicBezTo>
                    <a:cubicBezTo>
                      <a:pt x="793068" y="79742"/>
                      <a:pt x="794518" y="77809"/>
                      <a:pt x="795726" y="75634"/>
                    </a:cubicBezTo>
                    <a:cubicBezTo>
                      <a:pt x="796693" y="73459"/>
                      <a:pt x="797418" y="71043"/>
                      <a:pt x="797418" y="68143"/>
                    </a:cubicBezTo>
                    <a:cubicBezTo>
                      <a:pt x="798385" y="65485"/>
                      <a:pt x="797660" y="63310"/>
                      <a:pt x="796693" y="61377"/>
                    </a:cubicBezTo>
                    <a:moveTo>
                      <a:pt x="711393" y="6041"/>
                    </a:moveTo>
                    <a:cubicBezTo>
                      <a:pt x="710185" y="4833"/>
                      <a:pt x="708977" y="4350"/>
                      <a:pt x="707286" y="4350"/>
                    </a:cubicBezTo>
                    <a:cubicBezTo>
                      <a:pt x="705594" y="4350"/>
                      <a:pt x="704386" y="4833"/>
                      <a:pt x="703178" y="6041"/>
                    </a:cubicBezTo>
                    <a:cubicBezTo>
                      <a:pt x="701969" y="7249"/>
                      <a:pt x="701486" y="8457"/>
                      <a:pt x="701486" y="9907"/>
                    </a:cubicBezTo>
                    <a:cubicBezTo>
                      <a:pt x="701486" y="11357"/>
                      <a:pt x="701969" y="12807"/>
                      <a:pt x="703178" y="13774"/>
                    </a:cubicBezTo>
                    <a:cubicBezTo>
                      <a:pt x="704386" y="14982"/>
                      <a:pt x="705594" y="15465"/>
                      <a:pt x="707286" y="15465"/>
                    </a:cubicBezTo>
                    <a:cubicBezTo>
                      <a:pt x="708977" y="15465"/>
                      <a:pt x="710427" y="14982"/>
                      <a:pt x="711393" y="13774"/>
                    </a:cubicBezTo>
                    <a:cubicBezTo>
                      <a:pt x="712602" y="12565"/>
                      <a:pt x="713085" y="11357"/>
                      <a:pt x="713085" y="9907"/>
                    </a:cubicBezTo>
                    <a:cubicBezTo>
                      <a:pt x="713085" y="8457"/>
                      <a:pt x="712602" y="7249"/>
                      <a:pt x="711393" y="6041"/>
                    </a:cubicBezTo>
                    <a:moveTo>
                      <a:pt x="734833" y="6041"/>
                    </a:moveTo>
                    <a:cubicBezTo>
                      <a:pt x="733625" y="4833"/>
                      <a:pt x="732416" y="4350"/>
                      <a:pt x="730725" y="4350"/>
                    </a:cubicBezTo>
                    <a:cubicBezTo>
                      <a:pt x="729033" y="4350"/>
                      <a:pt x="727583" y="4833"/>
                      <a:pt x="726617" y="6041"/>
                    </a:cubicBezTo>
                    <a:cubicBezTo>
                      <a:pt x="725409" y="7249"/>
                      <a:pt x="724925" y="8457"/>
                      <a:pt x="724925" y="9907"/>
                    </a:cubicBezTo>
                    <a:cubicBezTo>
                      <a:pt x="724925" y="11357"/>
                      <a:pt x="725409" y="12807"/>
                      <a:pt x="726617" y="13774"/>
                    </a:cubicBezTo>
                    <a:cubicBezTo>
                      <a:pt x="727825" y="14982"/>
                      <a:pt x="729033" y="15465"/>
                      <a:pt x="730725" y="15465"/>
                    </a:cubicBezTo>
                    <a:cubicBezTo>
                      <a:pt x="732416" y="15465"/>
                      <a:pt x="733625" y="14982"/>
                      <a:pt x="734833" y="13774"/>
                    </a:cubicBezTo>
                    <a:cubicBezTo>
                      <a:pt x="736041" y="12565"/>
                      <a:pt x="736524" y="11357"/>
                      <a:pt x="736524" y="9907"/>
                    </a:cubicBezTo>
                    <a:cubicBezTo>
                      <a:pt x="736524" y="8457"/>
                      <a:pt x="735799" y="7249"/>
                      <a:pt x="734833" y="6041"/>
                    </a:cubicBezTo>
                    <a:moveTo>
                      <a:pt x="695445" y="28997"/>
                    </a:moveTo>
                    <a:lnTo>
                      <a:pt x="695445" y="63552"/>
                    </a:lnTo>
                    <a:cubicBezTo>
                      <a:pt x="695445" y="66451"/>
                      <a:pt x="695687" y="69351"/>
                      <a:pt x="695928" y="72009"/>
                    </a:cubicBezTo>
                    <a:cubicBezTo>
                      <a:pt x="696170" y="74667"/>
                      <a:pt x="696895" y="77084"/>
                      <a:pt x="698103" y="79017"/>
                    </a:cubicBezTo>
                    <a:cubicBezTo>
                      <a:pt x="699311" y="80950"/>
                      <a:pt x="701245" y="82641"/>
                      <a:pt x="703903" y="83850"/>
                    </a:cubicBezTo>
                    <a:cubicBezTo>
                      <a:pt x="706561" y="85058"/>
                      <a:pt x="709944" y="85783"/>
                      <a:pt x="714535" y="85783"/>
                    </a:cubicBezTo>
                    <a:cubicBezTo>
                      <a:pt x="717435" y="85783"/>
                      <a:pt x="719851" y="85300"/>
                      <a:pt x="722026" y="84575"/>
                    </a:cubicBezTo>
                    <a:cubicBezTo>
                      <a:pt x="724201" y="83608"/>
                      <a:pt x="725892" y="82641"/>
                      <a:pt x="727342" y="81433"/>
                    </a:cubicBezTo>
                    <a:cubicBezTo>
                      <a:pt x="728792" y="80225"/>
                      <a:pt x="730000" y="79017"/>
                      <a:pt x="730725" y="77809"/>
                    </a:cubicBezTo>
                    <a:cubicBezTo>
                      <a:pt x="731450" y="76600"/>
                      <a:pt x="732175" y="75875"/>
                      <a:pt x="732658" y="75151"/>
                    </a:cubicBezTo>
                    <a:lnTo>
                      <a:pt x="733866" y="84575"/>
                    </a:lnTo>
                    <a:lnTo>
                      <a:pt x="743290" y="83608"/>
                    </a:lnTo>
                    <a:cubicBezTo>
                      <a:pt x="743290" y="83125"/>
                      <a:pt x="743049" y="82400"/>
                      <a:pt x="743049" y="81433"/>
                    </a:cubicBezTo>
                    <a:cubicBezTo>
                      <a:pt x="742807" y="80467"/>
                      <a:pt x="742807" y="79259"/>
                      <a:pt x="742565" y="77809"/>
                    </a:cubicBezTo>
                    <a:cubicBezTo>
                      <a:pt x="742324" y="76600"/>
                      <a:pt x="742324" y="75151"/>
                      <a:pt x="742324" y="73701"/>
                    </a:cubicBezTo>
                    <a:cubicBezTo>
                      <a:pt x="742324" y="72251"/>
                      <a:pt x="742082" y="70801"/>
                      <a:pt x="742082" y="69593"/>
                    </a:cubicBezTo>
                    <a:lnTo>
                      <a:pt x="742082" y="28755"/>
                    </a:lnTo>
                    <a:lnTo>
                      <a:pt x="732175" y="28755"/>
                    </a:lnTo>
                    <a:lnTo>
                      <a:pt x="732175" y="59686"/>
                    </a:lnTo>
                    <a:cubicBezTo>
                      <a:pt x="732175" y="62102"/>
                      <a:pt x="731691" y="64518"/>
                      <a:pt x="730966" y="66935"/>
                    </a:cubicBezTo>
                    <a:cubicBezTo>
                      <a:pt x="730242" y="69110"/>
                      <a:pt x="729033" y="71284"/>
                      <a:pt x="727583" y="72734"/>
                    </a:cubicBezTo>
                    <a:cubicBezTo>
                      <a:pt x="726134" y="74426"/>
                      <a:pt x="724442" y="75634"/>
                      <a:pt x="722751" y="76600"/>
                    </a:cubicBezTo>
                    <a:cubicBezTo>
                      <a:pt x="720817" y="77567"/>
                      <a:pt x="718884" y="78050"/>
                      <a:pt x="716468" y="78050"/>
                    </a:cubicBezTo>
                    <a:cubicBezTo>
                      <a:pt x="714052" y="78050"/>
                      <a:pt x="711877" y="77809"/>
                      <a:pt x="710427" y="77084"/>
                    </a:cubicBezTo>
                    <a:cubicBezTo>
                      <a:pt x="708977" y="76359"/>
                      <a:pt x="707769" y="75634"/>
                      <a:pt x="706802" y="74184"/>
                    </a:cubicBezTo>
                    <a:cubicBezTo>
                      <a:pt x="706077" y="72976"/>
                      <a:pt x="705594" y="71284"/>
                      <a:pt x="705111" y="69593"/>
                    </a:cubicBezTo>
                    <a:cubicBezTo>
                      <a:pt x="704869" y="67660"/>
                      <a:pt x="704628" y="65727"/>
                      <a:pt x="704628" y="63310"/>
                    </a:cubicBezTo>
                    <a:lnTo>
                      <a:pt x="704628" y="28755"/>
                    </a:lnTo>
                    <a:lnTo>
                      <a:pt x="695445" y="28755"/>
                    </a:lnTo>
                    <a:close/>
                    <a:moveTo>
                      <a:pt x="664515" y="60894"/>
                    </a:moveTo>
                    <a:cubicBezTo>
                      <a:pt x="662823" y="65243"/>
                      <a:pt x="660649" y="68626"/>
                      <a:pt x="657991" y="71284"/>
                    </a:cubicBezTo>
                    <a:cubicBezTo>
                      <a:pt x="655091" y="73701"/>
                      <a:pt x="651950" y="75634"/>
                      <a:pt x="648325" y="76600"/>
                    </a:cubicBezTo>
                    <a:cubicBezTo>
                      <a:pt x="644700" y="77567"/>
                      <a:pt x="640834" y="78050"/>
                      <a:pt x="636726" y="78050"/>
                    </a:cubicBezTo>
                    <a:cubicBezTo>
                      <a:pt x="635035" y="78050"/>
                      <a:pt x="633585" y="78050"/>
                      <a:pt x="631893" y="77809"/>
                    </a:cubicBezTo>
                    <a:cubicBezTo>
                      <a:pt x="630202" y="77809"/>
                      <a:pt x="628510" y="77567"/>
                      <a:pt x="626577" y="77325"/>
                    </a:cubicBezTo>
                    <a:lnTo>
                      <a:pt x="626577" y="10874"/>
                    </a:lnTo>
                    <a:cubicBezTo>
                      <a:pt x="628027" y="10874"/>
                      <a:pt x="629477" y="10632"/>
                      <a:pt x="630927" y="10632"/>
                    </a:cubicBezTo>
                    <a:lnTo>
                      <a:pt x="635276" y="10632"/>
                    </a:lnTo>
                    <a:cubicBezTo>
                      <a:pt x="646392" y="10632"/>
                      <a:pt x="654366" y="13290"/>
                      <a:pt x="659440" y="18848"/>
                    </a:cubicBezTo>
                    <a:cubicBezTo>
                      <a:pt x="664515" y="24406"/>
                      <a:pt x="666931" y="33588"/>
                      <a:pt x="666931" y="44220"/>
                    </a:cubicBezTo>
                    <a:cubicBezTo>
                      <a:pt x="666931" y="50986"/>
                      <a:pt x="666206" y="56544"/>
                      <a:pt x="664515" y="60894"/>
                    </a:cubicBezTo>
                    <a:moveTo>
                      <a:pt x="675389" y="25856"/>
                    </a:moveTo>
                    <a:cubicBezTo>
                      <a:pt x="673456" y="21023"/>
                      <a:pt x="670798" y="16915"/>
                      <a:pt x="667173" y="13774"/>
                    </a:cubicBezTo>
                    <a:cubicBezTo>
                      <a:pt x="663548" y="10632"/>
                      <a:pt x="659440" y="8216"/>
                      <a:pt x="654366" y="6524"/>
                    </a:cubicBezTo>
                    <a:cubicBezTo>
                      <a:pt x="649292" y="4833"/>
                      <a:pt x="643734" y="4108"/>
                      <a:pt x="637451" y="4108"/>
                    </a:cubicBezTo>
                    <a:cubicBezTo>
                      <a:pt x="634793" y="4108"/>
                      <a:pt x="632860" y="4108"/>
                      <a:pt x="631168" y="4108"/>
                    </a:cubicBezTo>
                    <a:cubicBezTo>
                      <a:pt x="629719" y="4108"/>
                      <a:pt x="628269" y="4108"/>
                      <a:pt x="627060" y="4350"/>
                    </a:cubicBezTo>
                    <a:cubicBezTo>
                      <a:pt x="625852" y="4350"/>
                      <a:pt x="624402" y="4350"/>
                      <a:pt x="622953" y="4350"/>
                    </a:cubicBezTo>
                    <a:cubicBezTo>
                      <a:pt x="621503" y="4350"/>
                      <a:pt x="619328" y="4350"/>
                      <a:pt x="616670" y="4591"/>
                    </a:cubicBezTo>
                    <a:lnTo>
                      <a:pt x="616670" y="84091"/>
                    </a:lnTo>
                    <a:cubicBezTo>
                      <a:pt x="619086" y="84091"/>
                      <a:pt x="622228" y="84091"/>
                      <a:pt x="625611" y="84333"/>
                    </a:cubicBezTo>
                    <a:cubicBezTo>
                      <a:pt x="629235" y="84333"/>
                      <a:pt x="633102" y="84575"/>
                      <a:pt x="637209" y="84575"/>
                    </a:cubicBezTo>
                    <a:cubicBezTo>
                      <a:pt x="641317" y="84575"/>
                      <a:pt x="645909" y="84091"/>
                      <a:pt x="650741" y="82883"/>
                    </a:cubicBezTo>
                    <a:cubicBezTo>
                      <a:pt x="655574" y="81675"/>
                      <a:pt x="659924" y="79742"/>
                      <a:pt x="664032" y="76842"/>
                    </a:cubicBezTo>
                    <a:cubicBezTo>
                      <a:pt x="668140" y="73942"/>
                      <a:pt x="671523" y="69834"/>
                      <a:pt x="674181" y="64518"/>
                    </a:cubicBezTo>
                    <a:cubicBezTo>
                      <a:pt x="676839" y="59202"/>
                      <a:pt x="678289" y="52436"/>
                      <a:pt x="678289" y="43979"/>
                    </a:cubicBezTo>
                    <a:cubicBezTo>
                      <a:pt x="678289" y="37454"/>
                      <a:pt x="677322" y="30689"/>
                      <a:pt x="675389" y="25856"/>
                    </a:cubicBezTo>
                    <a:moveTo>
                      <a:pt x="562059" y="77325"/>
                    </a:moveTo>
                    <a:cubicBezTo>
                      <a:pt x="560851" y="77809"/>
                      <a:pt x="559884" y="78292"/>
                      <a:pt x="558918" y="78534"/>
                    </a:cubicBezTo>
                    <a:cubicBezTo>
                      <a:pt x="557951" y="78775"/>
                      <a:pt x="556984" y="79017"/>
                      <a:pt x="555776" y="79017"/>
                    </a:cubicBezTo>
                    <a:cubicBezTo>
                      <a:pt x="555051" y="79017"/>
                      <a:pt x="554326" y="78775"/>
                      <a:pt x="553360" y="78534"/>
                    </a:cubicBezTo>
                    <a:cubicBezTo>
                      <a:pt x="552393" y="78292"/>
                      <a:pt x="551668" y="78050"/>
                      <a:pt x="551185" y="77567"/>
                    </a:cubicBezTo>
                    <a:cubicBezTo>
                      <a:pt x="549977" y="76600"/>
                      <a:pt x="549252" y="75634"/>
                      <a:pt x="549010" y="74184"/>
                    </a:cubicBezTo>
                    <a:cubicBezTo>
                      <a:pt x="548769" y="72734"/>
                      <a:pt x="548769" y="70801"/>
                      <a:pt x="548769" y="67901"/>
                    </a:cubicBezTo>
                    <a:lnTo>
                      <a:pt x="548769" y="35280"/>
                    </a:lnTo>
                    <a:lnTo>
                      <a:pt x="561817" y="35280"/>
                    </a:lnTo>
                    <a:lnTo>
                      <a:pt x="561817" y="28997"/>
                    </a:lnTo>
                    <a:lnTo>
                      <a:pt x="548769" y="28997"/>
                    </a:lnTo>
                    <a:lnTo>
                      <a:pt x="548769" y="12807"/>
                    </a:lnTo>
                    <a:lnTo>
                      <a:pt x="539103" y="14982"/>
                    </a:lnTo>
                    <a:lnTo>
                      <a:pt x="539103" y="28997"/>
                    </a:lnTo>
                    <a:lnTo>
                      <a:pt x="529679" y="28997"/>
                    </a:lnTo>
                    <a:lnTo>
                      <a:pt x="529679" y="35280"/>
                    </a:lnTo>
                    <a:lnTo>
                      <a:pt x="539103" y="35280"/>
                    </a:lnTo>
                    <a:lnTo>
                      <a:pt x="539103" y="68868"/>
                    </a:lnTo>
                    <a:cubicBezTo>
                      <a:pt x="539103" y="71768"/>
                      <a:pt x="539103" y="74184"/>
                      <a:pt x="539345" y="76117"/>
                    </a:cubicBezTo>
                    <a:cubicBezTo>
                      <a:pt x="539586" y="78050"/>
                      <a:pt x="540311" y="79983"/>
                      <a:pt x="541278" y="81433"/>
                    </a:cubicBezTo>
                    <a:cubicBezTo>
                      <a:pt x="542486" y="83125"/>
                      <a:pt x="543936" y="84091"/>
                      <a:pt x="545869" y="84816"/>
                    </a:cubicBezTo>
                    <a:cubicBezTo>
                      <a:pt x="547802" y="85541"/>
                      <a:pt x="549735" y="85783"/>
                      <a:pt x="551910" y="85783"/>
                    </a:cubicBezTo>
                    <a:cubicBezTo>
                      <a:pt x="554085" y="85783"/>
                      <a:pt x="556259" y="85541"/>
                      <a:pt x="558434" y="84816"/>
                    </a:cubicBezTo>
                    <a:cubicBezTo>
                      <a:pt x="560609" y="84091"/>
                      <a:pt x="562300" y="83125"/>
                      <a:pt x="563992" y="82158"/>
                    </a:cubicBezTo>
                    <a:lnTo>
                      <a:pt x="562059" y="77325"/>
                    </a:lnTo>
                    <a:close/>
                    <a:moveTo>
                      <a:pt x="487392" y="6041"/>
                    </a:moveTo>
                    <a:cubicBezTo>
                      <a:pt x="486183" y="4833"/>
                      <a:pt x="484975" y="4350"/>
                      <a:pt x="483284" y="4350"/>
                    </a:cubicBezTo>
                    <a:cubicBezTo>
                      <a:pt x="481592" y="4350"/>
                      <a:pt x="480384" y="4833"/>
                      <a:pt x="479176" y="6041"/>
                    </a:cubicBezTo>
                    <a:cubicBezTo>
                      <a:pt x="477967" y="7249"/>
                      <a:pt x="477484" y="8457"/>
                      <a:pt x="477484" y="9907"/>
                    </a:cubicBezTo>
                    <a:cubicBezTo>
                      <a:pt x="477484" y="11357"/>
                      <a:pt x="477967" y="12807"/>
                      <a:pt x="479176" y="13774"/>
                    </a:cubicBezTo>
                    <a:cubicBezTo>
                      <a:pt x="480384" y="14982"/>
                      <a:pt x="481592" y="15465"/>
                      <a:pt x="483284" y="15465"/>
                    </a:cubicBezTo>
                    <a:cubicBezTo>
                      <a:pt x="484975" y="15465"/>
                      <a:pt x="486425" y="14982"/>
                      <a:pt x="487392" y="13774"/>
                    </a:cubicBezTo>
                    <a:cubicBezTo>
                      <a:pt x="488600" y="12565"/>
                      <a:pt x="489083" y="11357"/>
                      <a:pt x="489083" y="9907"/>
                    </a:cubicBezTo>
                    <a:cubicBezTo>
                      <a:pt x="488841" y="8457"/>
                      <a:pt x="488358" y="7249"/>
                      <a:pt x="487392" y="6041"/>
                    </a:cubicBezTo>
                    <a:moveTo>
                      <a:pt x="510589" y="6041"/>
                    </a:moveTo>
                    <a:cubicBezTo>
                      <a:pt x="509381" y="4833"/>
                      <a:pt x="508173" y="4350"/>
                      <a:pt x="506481" y="4350"/>
                    </a:cubicBezTo>
                    <a:cubicBezTo>
                      <a:pt x="504790" y="4350"/>
                      <a:pt x="503340" y="4833"/>
                      <a:pt x="502373" y="6041"/>
                    </a:cubicBezTo>
                    <a:cubicBezTo>
                      <a:pt x="501165" y="7249"/>
                      <a:pt x="500682" y="8457"/>
                      <a:pt x="500682" y="9907"/>
                    </a:cubicBezTo>
                    <a:cubicBezTo>
                      <a:pt x="500682" y="11357"/>
                      <a:pt x="501165" y="12807"/>
                      <a:pt x="502373" y="13774"/>
                    </a:cubicBezTo>
                    <a:cubicBezTo>
                      <a:pt x="503582" y="14982"/>
                      <a:pt x="504790" y="15465"/>
                      <a:pt x="506481" y="15465"/>
                    </a:cubicBezTo>
                    <a:cubicBezTo>
                      <a:pt x="508173" y="15465"/>
                      <a:pt x="509381" y="14982"/>
                      <a:pt x="510589" y="13774"/>
                    </a:cubicBezTo>
                    <a:cubicBezTo>
                      <a:pt x="511797" y="12565"/>
                      <a:pt x="512281" y="11357"/>
                      <a:pt x="512281" y="9907"/>
                    </a:cubicBezTo>
                    <a:cubicBezTo>
                      <a:pt x="512281" y="8457"/>
                      <a:pt x="511797" y="7249"/>
                      <a:pt x="510589" y="6041"/>
                    </a:cubicBezTo>
                    <a:moveTo>
                      <a:pt x="504548" y="62827"/>
                    </a:moveTo>
                    <a:cubicBezTo>
                      <a:pt x="504548" y="64518"/>
                      <a:pt x="504306" y="65968"/>
                      <a:pt x="504306" y="67660"/>
                    </a:cubicBezTo>
                    <a:cubicBezTo>
                      <a:pt x="504065" y="69834"/>
                      <a:pt x="503340" y="71526"/>
                      <a:pt x="502373" y="72976"/>
                    </a:cubicBezTo>
                    <a:cubicBezTo>
                      <a:pt x="501407" y="74426"/>
                      <a:pt x="500199" y="75634"/>
                      <a:pt x="498990" y="76600"/>
                    </a:cubicBezTo>
                    <a:cubicBezTo>
                      <a:pt x="497782" y="77567"/>
                      <a:pt x="496332" y="78050"/>
                      <a:pt x="495124" y="78534"/>
                    </a:cubicBezTo>
                    <a:cubicBezTo>
                      <a:pt x="493916" y="79017"/>
                      <a:pt x="492708" y="79017"/>
                      <a:pt x="491741" y="79017"/>
                    </a:cubicBezTo>
                    <a:cubicBezTo>
                      <a:pt x="490533" y="79017"/>
                      <a:pt x="489325" y="78775"/>
                      <a:pt x="488116" y="78534"/>
                    </a:cubicBezTo>
                    <a:cubicBezTo>
                      <a:pt x="486908" y="78292"/>
                      <a:pt x="485942" y="77567"/>
                      <a:pt x="484975" y="76842"/>
                    </a:cubicBezTo>
                    <a:cubicBezTo>
                      <a:pt x="484009" y="76117"/>
                      <a:pt x="483284" y="75151"/>
                      <a:pt x="482800" y="73942"/>
                    </a:cubicBezTo>
                    <a:cubicBezTo>
                      <a:pt x="482317" y="72734"/>
                      <a:pt x="482075" y="71284"/>
                      <a:pt x="482075" y="69351"/>
                    </a:cubicBezTo>
                    <a:cubicBezTo>
                      <a:pt x="482075" y="67418"/>
                      <a:pt x="482559" y="65968"/>
                      <a:pt x="483284" y="64760"/>
                    </a:cubicBezTo>
                    <a:cubicBezTo>
                      <a:pt x="484009" y="63552"/>
                      <a:pt x="484975" y="62585"/>
                      <a:pt x="486183" y="61619"/>
                    </a:cubicBezTo>
                    <a:cubicBezTo>
                      <a:pt x="487392" y="60894"/>
                      <a:pt x="488358" y="60169"/>
                      <a:pt x="489566" y="59686"/>
                    </a:cubicBezTo>
                    <a:cubicBezTo>
                      <a:pt x="490775" y="59202"/>
                      <a:pt x="491741" y="58961"/>
                      <a:pt x="492708" y="58719"/>
                    </a:cubicBezTo>
                    <a:cubicBezTo>
                      <a:pt x="493674" y="58477"/>
                      <a:pt x="494882" y="58236"/>
                      <a:pt x="496091" y="58236"/>
                    </a:cubicBezTo>
                    <a:cubicBezTo>
                      <a:pt x="497299" y="58236"/>
                      <a:pt x="498507" y="57994"/>
                      <a:pt x="499715" y="57994"/>
                    </a:cubicBezTo>
                    <a:cubicBezTo>
                      <a:pt x="500923" y="57994"/>
                      <a:pt x="501890" y="57752"/>
                      <a:pt x="502857" y="57752"/>
                    </a:cubicBezTo>
                    <a:lnTo>
                      <a:pt x="505031" y="57752"/>
                    </a:lnTo>
                    <a:cubicBezTo>
                      <a:pt x="504548" y="59444"/>
                      <a:pt x="504548" y="61135"/>
                      <a:pt x="504548" y="62827"/>
                    </a:cubicBezTo>
                    <a:moveTo>
                      <a:pt x="522188" y="78292"/>
                    </a:moveTo>
                    <a:cubicBezTo>
                      <a:pt x="520738" y="78775"/>
                      <a:pt x="519288" y="79017"/>
                      <a:pt x="517838" y="79017"/>
                    </a:cubicBezTo>
                    <a:cubicBezTo>
                      <a:pt x="516630" y="79017"/>
                      <a:pt x="515664" y="78534"/>
                      <a:pt x="514939" y="77809"/>
                    </a:cubicBezTo>
                    <a:cubicBezTo>
                      <a:pt x="514214" y="77084"/>
                      <a:pt x="513972" y="75392"/>
                      <a:pt x="513972" y="72734"/>
                    </a:cubicBezTo>
                    <a:lnTo>
                      <a:pt x="513972" y="43496"/>
                    </a:lnTo>
                    <a:cubicBezTo>
                      <a:pt x="513972" y="42529"/>
                      <a:pt x="513972" y="41562"/>
                      <a:pt x="513972" y="40354"/>
                    </a:cubicBezTo>
                    <a:cubicBezTo>
                      <a:pt x="513972" y="39146"/>
                      <a:pt x="513730" y="38179"/>
                      <a:pt x="513489" y="36971"/>
                    </a:cubicBezTo>
                    <a:cubicBezTo>
                      <a:pt x="513247" y="35763"/>
                      <a:pt x="512764" y="34796"/>
                      <a:pt x="512281" y="33830"/>
                    </a:cubicBezTo>
                    <a:cubicBezTo>
                      <a:pt x="511797" y="32863"/>
                      <a:pt x="510831" y="31897"/>
                      <a:pt x="509864" y="31172"/>
                    </a:cubicBezTo>
                    <a:cubicBezTo>
                      <a:pt x="507689" y="29480"/>
                      <a:pt x="505273" y="28514"/>
                      <a:pt x="502615" y="27789"/>
                    </a:cubicBezTo>
                    <a:cubicBezTo>
                      <a:pt x="499957" y="27306"/>
                      <a:pt x="497540" y="27064"/>
                      <a:pt x="494882" y="27064"/>
                    </a:cubicBezTo>
                    <a:cubicBezTo>
                      <a:pt x="492708" y="27064"/>
                      <a:pt x="490291" y="27306"/>
                      <a:pt x="488116" y="27789"/>
                    </a:cubicBezTo>
                    <a:cubicBezTo>
                      <a:pt x="485942" y="28272"/>
                      <a:pt x="483767" y="28997"/>
                      <a:pt x="482075" y="29964"/>
                    </a:cubicBezTo>
                    <a:cubicBezTo>
                      <a:pt x="480142" y="30930"/>
                      <a:pt x="478692" y="32380"/>
                      <a:pt x="477243" y="33830"/>
                    </a:cubicBezTo>
                    <a:cubicBezTo>
                      <a:pt x="475793" y="35280"/>
                      <a:pt x="475068" y="37454"/>
                      <a:pt x="474584" y="40113"/>
                    </a:cubicBezTo>
                    <a:lnTo>
                      <a:pt x="482317" y="42529"/>
                    </a:lnTo>
                    <a:cubicBezTo>
                      <a:pt x="482559" y="41321"/>
                      <a:pt x="482800" y="40113"/>
                      <a:pt x="483284" y="38904"/>
                    </a:cubicBezTo>
                    <a:cubicBezTo>
                      <a:pt x="483767" y="37938"/>
                      <a:pt x="484250" y="36730"/>
                      <a:pt x="485217" y="36005"/>
                    </a:cubicBezTo>
                    <a:cubicBezTo>
                      <a:pt x="486183" y="35038"/>
                      <a:pt x="487150" y="34555"/>
                      <a:pt x="488600" y="33830"/>
                    </a:cubicBezTo>
                    <a:cubicBezTo>
                      <a:pt x="490050" y="33347"/>
                      <a:pt x="491741" y="33105"/>
                      <a:pt x="493916" y="33105"/>
                    </a:cubicBezTo>
                    <a:cubicBezTo>
                      <a:pt x="495124" y="33105"/>
                      <a:pt x="496332" y="33105"/>
                      <a:pt x="497299" y="33347"/>
                    </a:cubicBezTo>
                    <a:cubicBezTo>
                      <a:pt x="498507" y="33588"/>
                      <a:pt x="499474" y="33830"/>
                      <a:pt x="500440" y="34313"/>
                    </a:cubicBezTo>
                    <a:cubicBezTo>
                      <a:pt x="501890" y="35038"/>
                      <a:pt x="502857" y="36005"/>
                      <a:pt x="503582" y="37213"/>
                    </a:cubicBezTo>
                    <a:cubicBezTo>
                      <a:pt x="504065" y="38421"/>
                      <a:pt x="504548" y="40113"/>
                      <a:pt x="504548" y="42287"/>
                    </a:cubicBezTo>
                    <a:lnTo>
                      <a:pt x="504548" y="51711"/>
                    </a:lnTo>
                    <a:cubicBezTo>
                      <a:pt x="501648" y="51711"/>
                      <a:pt x="499232" y="51711"/>
                      <a:pt x="497057" y="51953"/>
                    </a:cubicBezTo>
                    <a:cubicBezTo>
                      <a:pt x="494882" y="51953"/>
                      <a:pt x="492949" y="52195"/>
                      <a:pt x="491016" y="52436"/>
                    </a:cubicBezTo>
                    <a:cubicBezTo>
                      <a:pt x="488358" y="52920"/>
                      <a:pt x="485942" y="53644"/>
                      <a:pt x="483525" y="54369"/>
                    </a:cubicBezTo>
                    <a:cubicBezTo>
                      <a:pt x="481350" y="55336"/>
                      <a:pt x="479176" y="56544"/>
                      <a:pt x="477484" y="57994"/>
                    </a:cubicBezTo>
                    <a:cubicBezTo>
                      <a:pt x="475793" y="59444"/>
                      <a:pt x="474584" y="61135"/>
                      <a:pt x="473618" y="63310"/>
                    </a:cubicBezTo>
                    <a:cubicBezTo>
                      <a:pt x="472651" y="65243"/>
                      <a:pt x="472168" y="67660"/>
                      <a:pt x="472168" y="70076"/>
                    </a:cubicBezTo>
                    <a:cubicBezTo>
                      <a:pt x="472168" y="72493"/>
                      <a:pt x="472651" y="74909"/>
                      <a:pt x="473618" y="76842"/>
                    </a:cubicBezTo>
                    <a:cubicBezTo>
                      <a:pt x="474584" y="78775"/>
                      <a:pt x="475793" y="80467"/>
                      <a:pt x="477243" y="81675"/>
                    </a:cubicBezTo>
                    <a:cubicBezTo>
                      <a:pt x="478692" y="82883"/>
                      <a:pt x="480384" y="83850"/>
                      <a:pt x="482317" y="84575"/>
                    </a:cubicBezTo>
                    <a:cubicBezTo>
                      <a:pt x="484250" y="85300"/>
                      <a:pt x="485942" y="85541"/>
                      <a:pt x="488116" y="85541"/>
                    </a:cubicBezTo>
                    <a:cubicBezTo>
                      <a:pt x="492708" y="85541"/>
                      <a:pt x="496332" y="84575"/>
                      <a:pt x="499232" y="82641"/>
                    </a:cubicBezTo>
                    <a:cubicBezTo>
                      <a:pt x="502132" y="80708"/>
                      <a:pt x="504065" y="78292"/>
                      <a:pt x="505031" y="75634"/>
                    </a:cubicBezTo>
                    <a:cubicBezTo>
                      <a:pt x="505273" y="78050"/>
                      <a:pt x="506240" y="80225"/>
                      <a:pt x="507689" y="82158"/>
                    </a:cubicBezTo>
                    <a:cubicBezTo>
                      <a:pt x="509139" y="84091"/>
                      <a:pt x="511314" y="84816"/>
                      <a:pt x="514214" y="84816"/>
                    </a:cubicBezTo>
                    <a:cubicBezTo>
                      <a:pt x="515905" y="84816"/>
                      <a:pt x="517597" y="84575"/>
                      <a:pt x="519047" y="84333"/>
                    </a:cubicBezTo>
                    <a:cubicBezTo>
                      <a:pt x="520496" y="84091"/>
                      <a:pt x="521705" y="83850"/>
                      <a:pt x="522430" y="83608"/>
                    </a:cubicBezTo>
                    <a:lnTo>
                      <a:pt x="522430" y="78292"/>
                    </a:lnTo>
                    <a:close/>
                    <a:moveTo>
                      <a:pt x="458636" y="77325"/>
                    </a:moveTo>
                    <a:cubicBezTo>
                      <a:pt x="457428" y="77809"/>
                      <a:pt x="456461" y="78292"/>
                      <a:pt x="455495" y="78534"/>
                    </a:cubicBezTo>
                    <a:cubicBezTo>
                      <a:pt x="454528" y="78775"/>
                      <a:pt x="453562" y="79017"/>
                      <a:pt x="452353" y="79017"/>
                    </a:cubicBezTo>
                    <a:cubicBezTo>
                      <a:pt x="451629" y="79017"/>
                      <a:pt x="450904" y="78775"/>
                      <a:pt x="449937" y="78534"/>
                    </a:cubicBezTo>
                    <a:cubicBezTo>
                      <a:pt x="448970" y="78292"/>
                      <a:pt x="448246" y="78050"/>
                      <a:pt x="447762" y="77567"/>
                    </a:cubicBezTo>
                    <a:cubicBezTo>
                      <a:pt x="446554" y="76600"/>
                      <a:pt x="445829" y="75634"/>
                      <a:pt x="445587" y="74184"/>
                    </a:cubicBezTo>
                    <a:cubicBezTo>
                      <a:pt x="445346" y="72734"/>
                      <a:pt x="445346" y="70801"/>
                      <a:pt x="445346" y="67901"/>
                    </a:cubicBezTo>
                    <a:lnTo>
                      <a:pt x="445346" y="35280"/>
                    </a:lnTo>
                    <a:lnTo>
                      <a:pt x="458394" y="35280"/>
                    </a:lnTo>
                    <a:lnTo>
                      <a:pt x="458394" y="28997"/>
                    </a:lnTo>
                    <a:lnTo>
                      <a:pt x="445346" y="28997"/>
                    </a:lnTo>
                    <a:lnTo>
                      <a:pt x="445346" y="12807"/>
                    </a:lnTo>
                    <a:lnTo>
                      <a:pt x="435680" y="14982"/>
                    </a:lnTo>
                    <a:lnTo>
                      <a:pt x="435680" y="28997"/>
                    </a:lnTo>
                    <a:lnTo>
                      <a:pt x="426256" y="28997"/>
                    </a:lnTo>
                    <a:lnTo>
                      <a:pt x="426256" y="35280"/>
                    </a:lnTo>
                    <a:lnTo>
                      <a:pt x="435680" y="35280"/>
                    </a:lnTo>
                    <a:lnTo>
                      <a:pt x="435680" y="68868"/>
                    </a:lnTo>
                    <a:cubicBezTo>
                      <a:pt x="435680" y="71768"/>
                      <a:pt x="435680" y="74184"/>
                      <a:pt x="435922" y="76117"/>
                    </a:cubicBezTo>
                    <a:cubicBezTo>
                      <a:pt x="436163" y="78050"/>
                      <a:pt x="436888" y="79983"/>
                      <a:pt x="437855" y="81433"/>
                    </a:cubicBezTo>
                    <a:cubicBezTo>
                      <a:pt x="439063" y="83125"/>
                      <a:pt x="440513" y="84091"/>
                      <a:pt x="442446" y="84816"/>
                    </a:cubicBezTo>
                    <a:cubicBezTo>
                      <a:pt x="444379" y="85541"/>
                      <a:pt x="446312" y="85783"/>
                      <a:pt x="448487" y="85783"/>
                    </a:cubicBezTo>
                    <a:cubicBezTo>
                      <a:pt x="450662" y="85783"/>
                      <a:pt x="452837" y="85541"/>
                      <a:pt x="455012" y="84816"/>
                    </a:cubicBezTo>
                    <a:cubicBezTo>
                      <a:pt x="457186" y="84091"/>
                      <a:pt x="458878" y="83125"/>
                      <a:pt x="460569" y="82158"/>
                    </a:cubicBezTo>
                    <a:lnTo>
                      <a:pt x="458636" y="77325"/>
                    </a:lnTo>
                    <a:close/>
                    <a:moveTo>
                      <a:pt x="409825" y="28997"/>
                    </a:moveTo>
                    <a:lnTo>
                      <a:pt x="399676" y="28997"/>
                    </a:lnTo>
                    <a:lnTo>
                      <a:pt x="399676" y="84091"/>
                    </a:lnTo>
                    <a:lnTo>
                      <a:pt x="409825" y="84091"/>
                    </a:lnTo>
                    <a:lnTo>
                      <a:pt x="409825" y="28997"/>
                    </a:lnTo>
                    <a:close/>
                    <a:moveTo>
                      <a:pt x="409341" y="2416"/>
                    </a:moveTo>
                    <a:cubicBezTo>
                      <a:pt x="408133" y="1208"/>
                      <a:pt x="406683" y="483"/>
                      <a:pt x="404992" y="483"/>
                    </a:cubicBezTo>
                    <a:cubicBezTo>
                      <a:pt x="403300" y="483"/>
                      <a:pt x="401609" y="1208"/>
                      <a:pt x="400400" y="2416"/>
                    </a:cubicBezTo>
                    <a:cubicBezTo>
                      <a:pt x="399192" y="3625"/>
                      <a:pt x="398467" y="5316"/>
                      <a:pt x="398467" y="6766"/>
                    </a:cubicBezTo>
                    <a:cubicBezTo>
                      <a:pt x="398467" y="8457"/>
                      <a:pt x="399192" y="9907"/>
                      <a:pt x="400400" y="11116"/>
                    </a:cubicBezTo>
                    <a:cubicBezTo>
                      <a:pt x="401609" y="12324"/>
                      <a:pt x="403059" y="13049"/>
                      <a:pt x="404992" y="13049"/>
                    </a:cubicBezTo>
                    <a:cubicBezTo>
                      <a:pt x="406683" y="13049"/>
                      <a:pt x="408133" y="12324"/>
                      <a:pt x="409341" y="11116"/>
                    </a:cubicBezTo>
                    <a:cubicBezTo>
                      <a:pt x="410549" y="9907"/>
                      <a:pt x="411274" y="8457"/>
                      <a:pt x="411274" y="6766"/>
                    </a:cubicBezTo>
                    <a:cubicBezTo>
                      <a:pt x="411274" y="5074"/>
                      <a:pt x="410549" y="3625"/>
                      <a:pt x="409341" y="2416"/>
                    </a:cubicBezTo>
                    <a:moveTo>
                      <a:pt x="379619" y="61377"/>
                    </a:moveTo>
                    <a:cubicBezTo>
                      <a:pt x="378653" y="59444"/>
                      <a:pt x="377203" y="57994"/>
                      <a:pt x="375511" y="56544"/>
                    </a:cubicBezTo>
                    <a:cubicBezTo>
                      <a:pt x="373820" y="55094"/>
                      <a:pt x="372128" y="54128"/>
                      <a:pt x="370195" y="53403"/>
                    </a:cubicBezTo>
                    <a:cubicBezTo>
                      <a:pt x="368262" y="52678"/>
                      <a:pt x="366329" y="51953"/>
                      <a:pt x="364396" y="51470"/>
                    </a:cubicBezTo>
                    <a:cubicBezTo>
                      <a:pt x="361013" y="50503"/>
                      <a:pt x="358113" y="49295"/>
                      <a:pt x="355938" y="47603"/>
                    </a:cubicBezTo>
                    <a:cubicBezTo>
                      <a:pt x="353764" y="45912"/>
                      <a:pt x="352797" y="43737"/>
                      <a:pt x="352797" y="40837"/>
                    </a:cubicBezTo>
                    <a:cubicBezTo>
                      <a:pt x="352797" y="38663"/>
                      <a:pt x="353764" y="36730"/>
                      <a:pt x="355697" y="35280"/>
                    </a:cubicBezTo>
                    <a:cubicBezTo>
                      <a:pt x="357630" y="33830"/>
                      <a:pt x="360046" y="33105"/>
                      <a:pt x="362946" y="33105"/>
                    </a:cubicBezTo>
                    <a:cubicBezTo>
                      <a:pt x="366087" y="33105"/>
                      <a:pt x="368504" y="33588"/>
                      <a:pt x="370195" y="34796"/>
                    </a:cubicBezTo>
                    <a:cubicBezTo>
                      <a:pt x="371887" y="36005"/>
                      <a:pt x="373337" y="37213"/>
                      <a:pt x="374786" y="38421"/>
                    </a:cubicBezTo>
                    <a:lnTo>
                      <a:pt x="379619" y="32380"/>
                    </a:lnTo>
                    <a:cubicBezTo>
                      <a:pt x="378169" y="31172"/>
                      <a:pt x="376236" y="29964"/>
                      <a:pt x="373820" y="28997"/>
                    </a:cubicBezTo>
                    <a:cubicBezTo>
                      <a:pt x="371162" y="27789"/>
                      <a:pt x="367779" y="27306"/>
                      <a:pt x="363429" y="27306"/>
                    </a:cubicBezTo>
                    <a:cubicBezTo>
                      <a:pt x="360771" y="27306"/>
                      <a:pt x="358355" y="27547"/>
                      <a:pt x="355938" y="28272"/>
                    </a:cubicBezTo>
                    <a:cubicBezTo>
                      <a:pt x="353522" y="28997"/>
                      <a:pt x="351589" y="29722"/>
                      <a:pt x="349656" y="31172"/>
                    </a:cubicBezTo>
                    <a:cubicBezTo>
                      <a:pt x="347964" y="32380"/>
                      <a:pt x="346514" y="34071"/>
                      <a:pt x="345306" y="36005"/>
                    </a:cubicBezTo>
                    <a:cubicBezTo>
                      <a:pt x="344098" y="37938"/>
                      <a:pt x="343615" y="40113"/>
                      <a:pt x="343615" y="42771"/>
                    </a:cubicBezTo>
                    <a:cubicBezTo>
                      <a:pt x="343615" y="45670"/>
                      <a:pt x="344098" y="48087"/>
                      <a:pt x="345065" y="50020"/>
                    </a:cubicBezTo>
                    <a:cubicBezTo>
                      <a:pt x="346031" y="51953"/>
                      <a:pt x="347481" y="53644"/>
                      <a:pt x="348931" y="54853"/>
                    </a:cubicBezTo>
                    <a:cubicBezTo>
                      <a:pt x="350622" y="56061"/>
                      <a:pt x="352314" y="57269"/>
                      <a:pt x="354005" y="57752"/>
                    </a:cubicBezTo>
                    <a:cubicBezTo>
                      <a:pt x="355938" y="58477"/>
                      <a:pt x="357630" y="58961"/>
                      <a:pt x="359321" y="59686"/>
                    </a:cubicBezTo>
                    <a:cubicBezTo>
                      <a:pt x="362946" y="60652"/>
                      <a:pt x="365604" y="61860"/>
                      <a:pt x="367779" y="63310"/>
                    </a:cubicBezTo>
                    <a:cubicBezTo>
                      <a:pt x="369954" y="64760"/>
                      <a:pt x="370920" y="67176"/>
                      <a:pt x="370920" y="70559"/>
                    </a:cubicBezTo>
                    <a:cubicBezTo>
                      <a:pt x="370920" y="73459"/>
                      <a:pt x="369954" y="75634"/>
                      <a:pt x="368262" y="77325"/>
                    </a:cubicBezTo>
                    <a:cubicBezTo>
                      <a:pt x="366571" y="78775"/>
                      <a:pt x="364154" y="79742"/>
                      <a:pt x="360771" y="79742"/>
                    </a:cubicBezTo>
                    <a:cubicBezTo>
                      <a:pt x="359080" y="79742"/>
                      <a:pt x="357630" y="79500"/>
                      <a:pt x="355938" y="79017"/>
                    </a:cubicBezTo>
                    <a:cubicBezTo>
                      <a:pt x="354489" y="78534"/>
                      <a:pt x="353039" y="77809"/>
                      <a:pt x="351830" y="76842"/>
                    </a:cubicBezTo>
                    <a:cubicBezTo>
                      <a:pt x="350622" y="76117"/>
                      <a:pt x="349414" y="75151"/>
                      <a:pt x="348447" y="74184"/>
                    </a:cubicBezTo>
                    <a:cubicBezTo>
                      <a:pt x="347481" y="73217"/>
                      <a:pt x="346756" y="72493"/>
                      <a:pt x="346031" y="71768"/>
                    </a:cubicBezTo>
                    <a:lnTo>
                      <a:pt x="341198" y="79500"/>
                    </a:lnTo>
                    <a:cubicBezTo>
                      <a:pt x="346514" y="83608"/>
                      <a:pt x="352797" y="85783"/>
                      <a:pt x="360288" y="85783"/>
                    </a:cubicBezTo>
                    <a:cubicBezTo>
                      <a:pt x="363188" y="85783"/>
                      <a:pt x="365604" y="85300"/>
                      <a:pt x="368020" y="84575"/>
                    </a:cubicBezTo>
                    <a:cubicBezTo>
                      <a:pt x="370437" y="83850"/>
                      <a:pt x="372612" y="82641"/>
                      <a:pt x="374303" y="81192"/>
                    </a:cubicBezTo>
                    <a:cubicBezTo>
                      <a:pt x="375995" y="79742"/>
                      <a:pt x="377444" y="77809"/>
                      <a:pt x="378411" y="75634"/>
                    </a:cubicBezTo>
                    <a:cubicBezTo>
                      <a:pt x="379378" y="73459"/>
                      <a:pt x="380103" y="71043"/>
                      <a:pt x="380103" y="68143"/>
                    </a:cubicBezTo>
                    <a:cubicBezTo>
                      <a:pt x="381069" y="65485"/>
                      <a:pt x="380586" y="63310"/>
                      <a:pt x="379619" y="61377"/>
                    </a:cubicBezTo>
                    <a:moveTo>
                      <a:pt x="298428" y="84091"/>
                    </a:moveTo>
                    <a:lnTo>
                      <a:pt x="307852" y="84091"/>
                    </a:lnTo>
                    <a:lnTo>
                      <a:pt x="307852" y="57511"/>
                    </a:lnTo>
                    <a:cubicBezTo>
                      <a:pt x="307852" y="55578"/>
                      <a:pt x="307852" y="53886"/>
                      <a:pt x="308093" y="51953"/>
                    </a:cubicBezTo>
                    <a:cubicBezTo>
                      <a:pt x="308335" y="50020"/>
                      <a:pt x="308577" y="48328"/>
                      <a:pt x="308818" y="46637"/>
                    </a:cubicBezTo>
                    <a:cubicBezTo>
                      <a:pt x="309785" y="43254"/>
                      <a:pt x="310993" y="40354"/>
                      <a:pt x="312926" y="37938"/>
                    </a:cubicBezTo>
                    <a:cubicBezTo>
                      <a:pt x="314618" y="35521"/>
                      <a:pt x="316792" y="34555"/>
                      <a:pt x="318967" y="34555"/>
                    </a:cubicBezTo>
                    <a:cubicBezTo>
                      <a:pt x="322833" y="34555"/>
                      <a:pt x="324767" y="36488"/>
                      <a:pt x="325008" y="40596"/>
                    </a:cubicBezTo>
                    <a:lnTo>
                      <a:pt x="333224" y="37696"/>
                    </a:lnTo>
                    <a:cubicBezTo>
                      <a:pt x="333224" y="35763"/>
                      <a:pt x="332741" y="34313"/>
                      <a:pt x="332016" y="32863"/>
                    </a:cubicBezTo>
                    <a:cubicBezTo>
                      <a:pt x="331291" y="31413"/>
                      <a:pt x="330566" y="30447"/>
                      <a:pt x="329599" y="29722"/>
                    </a:cubicBezTo>
                    <a:cubicBezTo>
                      <a:pt x="328633" y="28997"/>
                      <a:pt x="327425" y="28272"/>
                      <a:pt x="326216" y="28030"/>
                    </a:cubicBezTo>
                    <a:cubicBezTo>
                      <a:pt x="325008" y="27547"/>
                      <a:pt x="323800" y="27547"/>
                      <a:pt x="322833" y="27547"/>
                    </a:cubicBezTo>
                    <a:cubicBezTo>
                      <a:pt x="319450" y="27547"/>
                      <a:pt x="316792" y="28514"/>
                      <a:pt x="314134" y="30205"/>
                    </a:cubicBezTo>
                    <a:cubicBezTo>
                      <a:pt x="311718" y="32138"/>
                      <a:pt x="309543" y="34555"/>
                      <a:pt x="307852" y="37696"/>
                    </a:cubicBezTo>
                    <a:lnTo>
                      <a:pt x="306643" y="28272"/>
                    </a:lnTo>
                    <a:lnTo>
                      <a:pt x="297219" y="29239"/>
                    </a:lnTo>
                    <a:cubicBezTo>
                      <a:pt x="297219" y="29722"/>
                      <a:pt x="297461" y="30447"/>
                      <a:pt x="297461" y="31413"/>
                    </a:cubicBezTo>
                    <a:cubicBezTo>
                      <a:pt x="297703" y="32380"/>
                      <a:pt x="297703" y="33588"/>
                      <a:pt x="297944" y="35038"/>
                    </a:cubicBezTo>
                    <a:cubicBezTo>
                      <a:pt x="298186" y="36488"/>
                      <a:pt x="298186" y="37696"/>
                      <a:pt x="298186" y="39146"/>
                    </a:cubicBezTo>
                    <a:cubicBezTo>
                      <a:pt x="298186" y="40596"/>
                      <a:pt x="298428" y="41804"/>
                      <a:pt x="298428" y="43254"/>
                    </a:cubicBezTo>
                    <a:lnTo>
                      <a:pt x="298428" y="84091"/>
                    </a:lnTo>
                    <a:close/>
                    <a:moveTo>
                      <a:pt x="267981" y="38179"/>
                    </a:moveTo>
                    <a:cubicBezTo>
                      <a:pt x="270156" y="41079"/>
                      <a:pt x="271122" y="45187"/>
                      <a:pt x="271122" y="50262"/>
                    </a:cubicBezTo>
                    <a:lnTo>
                      <a:pt x="271122" y="52195"/>
                    </a:lnTo>
                    <a:lnTo>
                      <a:pt x="243817" y="52195"/>
                    </a:lnTo>
                    <a:cubicBezTo>
                      <a:pt x="244058" y="49778"/>
                      <a:pt x="244783" y="47362"/>
                      <a:pt x="245508" y="45187"/>
                    </a:cubicBezTo>
                    <a:cubicBezTo>
                      <a:pt x="246233" y="43012"/>
                      <a:pt x="247441" y="41079"/>
                      <a:pt x="248649" y="39388"/>
                    </a:cubicBezTo>
                    <a:cubicBezTo>
                      <a:pt x="249858" y="37696"/>
                      <a:pt x="251549" y="36246"/>
                      <a:pt x="253241" y="35280"/>
                    </a:cubicBezTo>
                    <a:cubicBezTo>
                      <a:pt x="254932" y="34313"/>
                      <a:pt x="257107" y="33830"/>
                      <a:pt x="259282" y="33830"/>
                    </a:cubicBezTo>
                    <a:cubicBezTo>
                      <a:pt x="262906" y="33588"/>
                      <a:pt x="265806" y="35038"/>
                      <a:pt x="267981" y="38179"/>
                    </a:cubicBezTo>
                    <a:moveTo>
                      <a:pt x="281029" y="58236"/>
                    </a:moveTo>
                    <a:lnTo>
                      <a:pt x="281029" y="52678"/>
                    </a:lnTo>
                    <a:cubicBezTo>
                      <a:pt x="281029" y="49537"/>
                      <a:pt x="280788" y="46395"/>
                      <a:pt x="280063" y="43496"/>
                    </a:cubicBezTo>
                    <a:cubicBezTo>
                      <a:pt x="279338" y="40354"/>
                      <a:pt x="278130" y="37696"/>
                      <a:pt x="276438" y="35280"/>
                    </a:cubicBezTo>
                    <a:cubicBezTo>
                      <a:pt x="274747" y="32863"/>
                      <a:pt x="272572" y="30930"/>
                      <a:pt x="269672" y="29480"/>
                    </a:cubicBezTo>
                    <a:cubicBezTo>
                      <a:pt x="266773" y="28030"/>
                      <a:pt x="263390" y="27306"/>
                      <a:pt x="259040" y="27306"/>
                    </a:cubicBezTo>
                    <a:cubicBezTo>
                      <a:pt x="255415" y="27306"/>
                      <a:pt x="252274" y="28030"/>
                      <a:pt x="249133" y="29480"/>
                    </a:cubicBezTo>
                    <a:cubicBezTo>
                      <a:pt x="245991" y="30930"/>
                      <a:pt x="243333" y="32863"/>
                      <a:pt x="241159" y="35521"/>
                    </a:cubicBezTo>
                    <a:cubicBezTo>
                      <a:pt x="238984" y="38179"/>
                      <a:pt x="237051" y="41079"/>
                      <a:pt x="235842" y="44704"/>
                    </a:cubicBezTo>
                    <a:cubicBezTo>
                      <a:pt x="234634" y="48328"/>
                      <a:pt x="233909" y="52195"/>
                      <a:pt x="233909" y="56544"/>
                    </a:cubicBezTo>
                    <a:cubicBezTo>
                      <a:pt x="233909" y="66210"/>
                      <a:pt x="236084" y="73459"/>
                      <a:pt x="240675" y="78292"/>
                    </a:cubicBezTo>
                    <a:cubicBezTo>
                      <a:pt x="245025" y="83125"/>
                      <a:pt x="251791" y="85783"/>
                      <a:pt x="260490" y="85783"/>
                    </a:cubicBezTo>
                    <a:cubicBezTo>
                      <a:pt x="265081" y="85783"/>
                      <a:pt x="268947" y="84816"/>
                      <a:pt x="272572" y="83125"/>
                    </a:cubicBezTo>
                    <a:cubicBezTo>
                      <a:pt x="275955" y="81192"/>
                      <a:pt x="279338" y="78534"/>
                      <a:pt x="282238" y="75151"/>
                    </a:cubicBezTo>
                    <a:lnTo>
                      <a:pt x="278371" y="71043"/>
                    </a:lnTo>
                    <a:cubicBezTo>
                      <a:pt x="274747" y="74426"/>
                      <a:pt x="271605" y="76359"/>
                      <a:pt x="268947" y="77567"/>
                    </a:cubicBezTo>
                    <a:cubicBezTo>
                      <a:pt x="266289" y="78534"/>
                      <a:pt x="263631" y="79017"/>
                      <a:pt x="261215" y="79017"/>
                    </a:cubicBezTo>
                    <a:cubicBezTo>
                      <a:pt x="255657" y="79017"/>
                      <a:pt x="251549" y="77325"/>
                      <a:pt x="248649" y="73701"/>
                    </a:cubicBezTo>
                    <a:cubicBezTo>
                      <a:pt x="245750" y="70076"/>
                      <a:pt x="244300" y="65002"/>
                      <a:pt x="244058" y="58477"/>
                    </a:cubicBezTo>
                    <a:lnTo>
                      <a:pt x="281029" y="58477"/>
                    </a:lnTo>
                    <a:close/>
                    <a:moveTo>
                      <a:pt x="183648" y="28997"/>
                    </a:moveTo>
                    <a:lnTo>
                      <a:pt x="172774" y="28997"/>
                    </a:lnTo>
                    <a:lnTo>
                      <a:pt x="195247" y="85300"/>
                    </a:lnTo>
                    <a:lnTo>
                      <a:pt x="203221" y="85300"/>
                    </a:lnTo>
                    <a:lnTo>
                      <a:pt x="226418" y="28997"/>
                    </a:lnTo>
                    <a:lnTo>
                      <a:pt x="217236" y="28997"/>
                    </a:lnTo>
                    <a:lnTo>
                      <a:pt x="202496" y="67660"/>
                    </a:lnTo>
                    <a:cubicBezTo>
                      <a:pt x="201046" y="71526"/>
                      <a:pt x="200321" y="74426"/>
                      <a:pt x="200079" y="76359"/>
                    </a:cubicBezTo>
                    <a:cubicBezTo>
                      <a:pt x="199838" y="75392"/>
                      <a:pt x="199596" y="74184"/>
                      <a:pt x="199354" y="72734"/>
                    </a:cubicBezTo>
                    <a:cubicBezTo>
                      <a:pt x="199113" y="71284"/>
                      <a:pt x="198388" y="69351"/>
                      <a:pt x="197663" y="67176"/>
                    </a:cubicBezTo>
                    <a:lnTo>
                      <a:pt x="183648" y="28997"/>
                    </a:lnTo>
                    <a:close/>
                    <a:moveTo>
                      <a:pt x="159000" y="28997"/>
                    </a:moveTo>
                    <a:lnTo>
                      <a:pt x="148851" y="28997"/>
                    </a:lnTo>
                    <a:lnTo>
                      <a:pt x="148851" y="84091"/>
                    </a:lnTo>
                    <a:lnTo>
                      <a:pt x="159000" y="84091"/>
                    </a:lnTo>
                    <a:lnTo>
                      <a:pt x="159000" y="28997"/>
                    </a:lnTo>
                    <a:close/>
                    <a:moveTo>
                      <a:pt x="158517" y="2416"/>
                    </a:moveTo>
                    <a:cubicBezTo>
                      <a:pt x="157309" y="1208"/>
                      <a:pt x="155859" y="483"/>
                      <a:pt x="154167" y="483"/>
                    </a:cubicBezTo>
                    <a:cubicBezTo>
                      <a:pt x="152476" y="483"/>
                      <a:pt x="150784" y="1208"/>
                      <a:pt x="149576" y="2416"/>
                    </a:cubicBezTo>
                    <a:cubicBezTo>
                      <a:pt x="148368" y="3625"/>
                      <a:pt x="147643" y="5316"/>
                      <a:pt x="147643" y="6766"/>
                    </a:cubicBezTo>
                    <a:cubicBezTo>
                      <a:pt x="147643" y="8457"/>
                      <a:pt x="148368" y="9907"/>
                      <a:pt x="149576" y="11116"/>
                    </a:cubicBezTo>
                    <a:cubicBezTo>
                      <a:pt x="150784" y="12324"/>
                      <a:pt x="152476" y="13049"/>
                      <a:pt x="154167" y="13049"/>
                    </a:cubicBezTo>
                    <a:cubicBezTo>
                      <a:pt x="155859" y="13049"/>
                      <a:pt x="157309" y="12324"/>
                      <a:pt x="158517" y="11116"/>
                    </a:cubicBezTo>
                    <a:cubicBezTo>
                      <a:pt x="159725" y="9907"/>
                      <a:pt x="160450" y="8457"/>
                      <a:pt x="160450" y="6766"/>
                    </a:cubicBezTo>
                    <a:cubicBezTo>
                      <a:pt x="160450" y="5074"/>
                      <a:pt x="159725" y="3625"/>
                      <a:pt x="158517" y="2416"/>
                    </a:cubicBezTo>
                    <a:moveTo>
                      <a:pt x="128795" y="84091"/>
                    </a:moveTo>
                    <a:lnTo>
                      <a:pt x="128795" y="49537"/>
                    </a:lnTo>
                    <a:cubicBezTo>
                      <a:pt x="128795" y="46637"/>
                      <a:pt x="128553" y="43737"/>
                      <a:pt x="128312" y="41079"/>
                    </a:cubicBezTo>
                    <a:cubicBezTo>
                      <a:pt x="128070" y="38421"/>
                      <a:pt x="127345" y="36005"/>
                      <a:pt x="126137" y="34071"/>
                    </a:cubicBezTo>
                    <a:cubicBezTo>
                      <a:pt x="124929" y="32138"/>
                      <a:pt x="122996" y="30447"/>
                      <a:pt x="120338" y="29239"/>
                    </a:cubicBezTo>
                    <a:cubicBezTo>
                      <a:pt x="117680" y="28030"/>
                      <a:pt x="114297" y="27306"/>
                      <a:pt x="109705" y="27306"/>
                    </a:cubicBezTo>
                    <a:cubicBezTo>
                      <a:pt x="106806" y="27306"/>
                      <a:pt x="104389" y="27789"/>
                      <a:pt x="102214" y="28514"/>
                    </a:cubicBezTo>
                    <a:cubicBezTo>
                      <a:pt x="100040" y="29480"/>
                      <a:pt x="98348" y="30447"/>
                      <a:pt x="96898" y="31655"/>
                    </a:cubicBezTo>
                    <a:cubicBezTo>
                      <a:pt x="95449" y="32863"/>
                      <a:pt x="94240" y="34071"/>
                      <a:pt x="93274" y="35280"/>
                    </a:cubicBezTo>
                    <a:cubicBezTo>
                      <a:pt x="92307" y="36488"/>
                      <a:pt x="91824" y="37213"/>
                      <a:pt x="91341" y="37938"/>
                    </a:cubicBezTo>
                    <a:lnTo>
                      <a:pt x="90132" y="28514"/>
                    </a:lnTo>
                    <a:lnTo>
                      <a:pt x="80708" y="29480"/>
                    </a:lnTo>
                    <a:cubicBezTo>
                      <a:pt x="80708" y="29964"/>
                      <a:pt x="80950" y="30689"/>
                      <a:pt x="80950" y="31655"/>
                    </a:cubicBezTo>
                    <a:cubicBezTo>
                      <a:pt x="81192" y="32622"/>
                      <a:pt x="81192" y="33830"/>
                      <a:pt x="81433" y="35280"/>
                    </a:cubicBezTo>
                    <a:cubicBezTo>
                      <a:pt x="81675" y="36730"/>
                      <a:pt x="81675" y="37938"/>
                      <a:pt x="81675" y="39388"/>
                    </a:cubicBezTo>
                    <a:cubicBezTo>
                      <a:pt x="81675" y="40837"/>
                      <a:pt x="81917" y="42046"/>
                      <a:pt x="81917" y="43496"/>
                    </a:cubicBezTo>
                    <a:lnTo>
                      <a:pt x="81917" y="84333"/>
                    </a:lnTo>
                    <a:lnTo>
                      <a:pt x="91824" y="84333"/>
                    </a:lnTo>
                    <a:lnTo>
                      <a:pt x="91824" y="53403"/>
                    </a:lnTo>
                    <a:cubicBezTo>
                      <a:pt x="91824" y="50986"/>
                      <a:pt x="92307" y="48570"/>
                      <a:pt x="93032" y="46154"/>
                    </a:cubicBezTo>
                    <a:cubicBezTo>
                      <a:pt x="93757" y="43979"/>
                      <a:pt x="94965" y="41804"/>
                      <a:pt x="96415" y="40354"/>
                    </a:cubicBezTo>
                    <a:cubicBezTo>
                      <a:pt x="97865" y="38663"/>
                      <a:pt x="99556" y="37454"/>
                      <a:pt x="101248" y="36488"/>
                    </a:cubicBezTo>
                    <a:cubicBezTo>
                      <a:pt x="103181" y="35521"/>
                      <a:pt x="105114" y="35038"/>
                      <a:pt x="107531" y="35038"/>
                    </a:cubicBezTo>
                    <a:cubicBezTo>
                      <a:pt x="109947" y="35038"/>
                      <a:pt x="112122" y="35280"/>
                      <a:pt x="113572" y="36005"/>
                    </a:cubicBezTo>
                    <a:cubicBezTo>
                      <a:pt x="115021" y="36730"/>
                      <a:pt x="116230" y="37454"/>
                      <a:pt x="117196" y="38904"/>
                    </a:cubicBezTo>
                    <a:cubicBezTo>
                      <a:pt x="117921" y="40113"/>
                      <a:pt x="118404" y="41804"/>
                      <a:pt x="118888" y="43496"/>
                    </a:cubicBezTo>
                    <a:cubicBezTo>
                      <a:pt x="119129" y="45429"/>
                      <a:pt x="119371" y="47362"/>
                      <a:pt x="119371" y="49778"/>
                    </a:cubicBezTo>
                    <a:lnTo>
                      <a:pt x="119371" y="84333"/>
                    </a:lnTo>
                    <a:lnTo>
                      <a:pt x="128795" y="84333"/>
                    </a:lnTo>
                    <a:close/>
                    <a:moveTo>
                      <a:pt x="60894" y="5799"/>
                    </a:moveTo>
                    <a:lnTo>
                      <a:pt x="50986" y="5799"/>
                    </a:lnTo>
                    <a:lnTo>
                      <a:pt x="50986" y="54128"/>
                    </a:lnTo>
                    <a:cubicBezTo>
                      <a:pt x="50986" y="59202"/>
                      <a:pt x="50503" y="63552"/>
                      <a:pt x="49295" y="66935"/>
                    </a:cubicBezTo>
                    <a:cubicBezTo>
                      <a:pt x="48328" y="70318"/>
                      <a:pt x="46879" y="72976"/>
                      <a:pt x="44945" y="74667"/>
                    </a:cubicBezTo>
                    <a:cubicBezTo>
                      <a:pt x="43012" y="76600"/>
                      <a:pt x="40837" y="77809"/>
                      <a:pt x="38421" y="78534"/>
                    </a:cubicBezTo>
                    <a:cubicBezTo>
                      <a:pt x="36005" y="79259"/>
                      <a:pt x="33347" y="79500"/>
                      <a:pt x="30447" y="79500"/>
                    </a:cubicBezTo>
                    <a:cubicBezTo>
                      <a:pt x="27547" y="79500"/>
                      <a:pt x="24889" y="79259"/>
                      <a:pt x="22231" y="78534"/>
                    </a:cubicBezTo>
                    <a:cubicBezTo>
                      <a:pt x="19815" y="77809"/>
                      <a:pt x="17640" y="76600"/>
                      <a:pt x="15707" y="74667"/>
                    </a:cubicBezTo>
                    <a:cubicBezTo>
                      <a:pt x="14015" y="72734"/>
                      <a:pt x="12565" y="70076"/>
                      <a:pt x="11357" y="66935"/>
                    </a:cubicBezTo>
                    <a:cubicBezTo>
                      <a:pt x="10391" y="63552"/>
                      <a:pt x="9666" y="59444"/>
                      <a:pt x="9666" y="54128"/>
                    </a:cubicBezTo>
                    <a:lnTo>
                      <a:pt x="9666" y="5799"/>
                    </a:lnTo>
                    <a:lnTo>
                      <a:pt x="0" y="5799"/>
                    </a:lnTo>
                    <a:lnTo>
                      <a:pt x="0" y="54853"/>
                    </a:lnTo>
                    <a:cubicBezTo>
                      <a:pt x="0" y="66451"/>
                      <a:pt x="2658" y="74667"/>
                      <a:pt x="7733" y="79500"/>
                    </a:cubicBezTo>
                    <a:cubicBezTo>
                      <a:pt x="12807" y="84333"/>
                      <a:pt x="20540" y="86749"/>
                      <a:pt x="30689" y="86749"/>
                    </a:cubicBezTo>
                    <a:cubicBezTo>
                      <a:pt x="40837" y="86749"/>
                      <a:pt x="48570" y="84333"/>
                      <a:pt x="53403" y="79500"/>
                    </a:cubicBezTo>
                    <a:cubicBezTo>
                      <a:pt x="58477" y="74667"/>
                      <a:pt x="60894" y="66451"/>
                      <a:pt x="60894" y="54853"/>
                    </a:cubicBezTo>
                    <a:lnTo>
                      <a:pt x="60894" y="5799"/>
                    </a:lnTo>
                    <a:close/>
                  </a:path>
                </a:pathLst>
              </a:custGeom>
              <a:solidFill>
                <a:srgbClr val="000000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18360" rIns="90000" bIns="1836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8" name="Freihandform: Form 43"/>
              <p:cNvSpPr/>
              <p:nvPr/>
            </p:nvSpPr>
            <p:spPr>
              <a:xfrm>
                <a:off x="8677440" y="915480"/>
                <a:ext cx="113760" cy="99360"/>
              </a:xfrm>
              <a:custGeom>
                <a:avLst/>
                <a:gdLst>
                  <a:gd name="textAreaLeft" fmla="*/ 0 w 113760"/>
                  <a:gd name="textAreaRight" fmla="*/ 114120 w 113760"/>
                  <a:gd name="textAreaTop" fmla="*/ 0 h 99360"/>
                  <a:gd name="textAreaBottom" fmla="*/ 99720 h 99360"/>
                  <a:gd name="GluePoint1X" fmla="*/ 0 w 152234"/>
                  <a:gd name="GluePoint1Y" fmla="*/ 134353 h 132902"/>
                  <a:gd name="GluePoint2X" fmla="*/ 84816 w 152234"/>
                  <a:gd name="GluePoint2Y" fmla="*/ 134353 h 132902"/>
                  <a:gd name="GluePoint3X" fmla="*/ 152234 w 152234"/>
                  <a:gd name="GluePoint3Y" fmla="*/ 67176 h 132902"/>
                  <a:gd name="GluePoint4X" fmla="*/ 84816 w 152234"/>
                  <a:gd name="GluePoint4Y" fmla="*/ 0 h 132902"/>
                  <a:gd name="GluePoint5X" fmla="*/ 0 w 152234"/>
                  <a:gd name="GluePoint5Y" fmla="*/ 0 h 132902"/>
                  <a:gd name="GluePoint6X" fmla="*/ 0 w 152234"/>
                  <a:gd name="GluePoint6Y" fmla="*/ 134353 h 13290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</a:cxnLst>
                <a:rect l="textAreaLeft" t="textAreaTop" r="textAreaRight" b="textAreaBottom"/>
                <a:pathLst>
                  <a:path w="152234" h="132902">
                    <a:moveTo>
                      <a:pt x="0" y="134353"/>
                    </a:moveTo>
                    <a:lnTo>
                      <a:pt x="84816" y="134353"/>
                    </a:lnTo>
                    <a:cubicBezTo>
                      <a:pt x="122029" y="134353"/>
                      <a:pt x="152234" y="104389"/>
                      <a:pt x="152234" y="67176"/>
                    </a:cubicBezTo>
                    <a:cubicBezTo>
                      <a:pt x="152234" y="29964"/>
                      <a:pt x="122029" y="0"/>
                      <a:pt x="84816" y="0"/>
                    </a:cubicBezTo>
                    <a:lnTo>
                      <a:pt x="0" y="0"/>
                    </a:lnTo>
                    <a:lnTo>
                      <a:pt x="0" y="134353"/>
                    </a:lnTo>
                    <a:close/>
                  </a:path>
                </a:pathLst>
              </a:custGeom>
              <a:solidFill>
                <a:schemeClr val="tx2"/>
              </a:solidFill>
              <a:ln w="2402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de-DE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309" name="Freihandform: Form 44"/>
          <p:cNvSpPr/>
          <p:nvPr/>
        </p:nvSpPr>
        <p:spPr>
          <a:xfrm>
            <a:off x="-5040" y="407880"/>
            <a:ext cx="336960" cy="294480"/>
          </a:xfrm>
          <a:custGeom>
            <a:avLst/>
            <a:gdLst>
              <a:gd name="textAreaLeft" fmla="*/ 0 w 336960"/>
              <a:gd name="textAreaRight" fmla="*/ 337320 w 336960"/>
              <a:gd name="textAreaTop" fmla="*/ 0 h 294480"/>
              <a:gd name="textAreaBottom" fmla="*/ 294840 h 294480"/>
              <a:gd name="GluePoint1X" fmla="*/ 0 w 152234"/>
              <a:gd name="GluePoint1Y" fmla="*/ 134353 h 132902"/>
              <a:gd name="GluePoint2X" fmla="*/ 84816 w 152234"/>
              <a:gd name="GluePoint2Y" fmla="*/ 134353 h 132902"/>
              <a:gd name="GluePoint3X" fmla="*/ 152234 w 152234"/>
              <a:gd name="GluePoint3Y" fmla="*/ 67176 h 132902"/>
              <a:gd name="GluePoint4X" fmla="*/ 84816 w 152234"/>
              <a:gd name="GluePoint4Y" fmla="*/ 0 h 132902"/>
              <a:gd name="GluePoint5X" fmla="*/ 0 w 152234"/>
              <a:gd name="GluePoint5Y" fmla="*/ 0 h 132902"/>
              <a:gd name="GluePoint6X" fmla="*/ 0 w 152234"/>
              <a:gd name="GluePoint6Y" fmla="*/ 134353 h 13290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52234" h="132902">
                <a:moveTo>
                  <a:pt x="0" y="134353"/>
                </a:moveTo>
                <a:lnTo>
                  <a:pt x="84816" y="134353"/>
                </a:lnTo>
                <a:cubicBezTo>
                  <a:pt x="122029" y="134353"/>
                  <a:pt x="152234" y="104389"/>
                  <a:pt x="152234" y="67176"/>
                </a:cubicBezTo>
                <a:cubicBezTo>
                  <a:pt x="152234" y="29964"/>
                  <a:pt x="122029" y="0"/>
                  <a:pt x="84816" y="0"/>
                </a:cubicBezTo>
                <a:lnTo>
                  <a:pt x="0" y="0"/>
                </a:lnTo>
                <a:lnTo>
                  <a:pt x="0" y="134353"/>
                </a:lnTo>
                <a:close/>
              </a:path>
            </a:pathLst>
          </a:custGeom>
          <a:solidFill>
            <a:srgbClr val="006AB3"/>
          </a:solidFill>
          <a:ln w="2402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title style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11" name="PlaceHolder 2"/>
          <p:cNvSpPr>
            <a:spLocks noGrp="1"/>
          </p:cNvSpPr>
          <p:nvPr>
            <p:ph type="ftr" idx="53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PlaceHolder 3"/>
          <p:cNvSpPr>
            <a:spLocks noGrp="1"/>
          </p:cNvSpPr>
          <p:nvPr>
            <p:ph type="sldNum" idx="54"/>
          </p:nvPr>
        </p:nvSpPr>
        <p:spPr>
          <a:xfrm>
            <a:off x="35640" y="4975560"/>
            <a:ext cx="33696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686160">
              <a:lnSpc>
                <a:spcPct val="100000"/>
              </a:lnSpc>
              <a:buNone/>
              <a:def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686160">
              <a:lnSpc>
                <a:spcPct val="100000"/>
              </a:lnSpc>
              <a:buNone/>
            </a:pPr>
            <a:fld id="{3DE8576F-97AB-4EF0-8C97-BEB2CA293685}" type="slidenum">
              <a:rPr lang="de-DE" sz="9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&lt;Foliennummer&gt;</a:t>
            </a:fld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3" name="PlaceHolder 4"/>
          <p:cNvSpPr>
            <a:spLocks noGrp="1"/>
          </p:cNvSpPr>
          <p:nvPr>
            <p:ph type="body"/>
          </p:nvPr>
        </p:nvSpPr>
        <p:spPr>
          <a:xfrm>
            <a:off x="521640" y="1422360"/>
            <a:ext cx="8100720" cy="349200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def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</a:lstStyle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level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08200" lvl="2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74600" lvl="3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341360" lvl="4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level</a:t>
            </a:r>
            <a:endParaRPr lang="de-DE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14" name="PlaceHolder 5"/>
          <p:cNvSpPr>
            <a:spLocks noGrp="1"/>
          </p:cNvSpPr>
          <p:nvPr>
            <p:ph type="body"/>
          </p:nvPr>
        </p:nvSpPr>
        <p:spPr>
          <a:xfrm>
            <a:off x="521640" y="1088280"/>
            <a:ext cx="8100720" cy="3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  <a:def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de-DE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8.xml"/><Relationship Id="rId24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9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9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9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9.xml"/><Relationship Id="rId3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9.xml"/><Relationship Id="rId3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9.xml"/><Relationship Id="rId3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PlaceHolder 1"/>
          <p:cNvSpPr>
            <a:spLocks noGrp="1"/>
          </p:cNvSpPr>
          <p:nvPr>
            <p:ph type="title" hasCustomPrompt="1"/>
          </p:nvPr>
        </p:nvSpPr>
        <p:spPr>
          <a:xfrm>
            <a:off x="3654360" y="1134720"/>
            <a:ext cx="4949640" cy="234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32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Betriebssysteme und Systemprogrammierung</a:t>
            </a:r>
            <a:br>
              <a:rPr sz="3600"/>
            </a:br>
            <a:br>
              <a:rPr sz="2800"/>
            </a:b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4. Rust (Part 1)</a:t>
            </a:r>
            <a:endParaRPr lang="de-DE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2" name="PlaceHolder 2"/>
          <p:cNvSpPr>
            <a:spLocks noGrp="1"/>
          </p:cNvSpPr>
          <p:nvPr>
            <p:ph type="subTitle"/>
          </p:nvPr>
        </p:nvSpPr>
        <p:spPr>
          <a:xfrm>
            <a:off x="3654360" y="3871080"/>
            <a:ext cx="4400640" cy="6044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Michael Schöttner</a:t>
            </a:r>
            <a:endParaRPr lang="de-DE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4.0 Why Rust for OS development?</a:t>
            </a:r>
            <a:endParaRPr lang="de-DE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4" name="PlaceHolder 2"/>
          <p:cNvSpPr>
            <a:spLocks noGrp="1"/>
          </p:cNvSpPr>
          <p:nvPr>
            <p:ph type="ftr" idx="58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4.0 Why Rust for OS development?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5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Strong type system &amp; many checks at compile time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Memory Safety → security advantages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Compile-time garbage collection → fast code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Rust prevents data races at compile time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Bare metal access possible where needed (but unsafe)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326" name="Picture 1"/>
          <p:cNvPicPr/>
          <p:nvPr/>
        </p:nvPicPr>
        <p:blipFill>
          <a:blip r:embed="rId1"/>
          <a:srcRect l="0" t="0" r="85616" b="89151"/>
          <a:stretch/>
        </p:blipFill>
        <p:spPr>
          <a:xfrm>
            <a:off x="6156000" y="1566720"/>
            <a:ext cx="1011600" cy="107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7" name="TextBox 3"/>
          <p:cNvSpPr/>
          <p:nvPr/>
        </p:nvSpPr>
        <p:spPr>
          <a:xfrm>
            <a:off x="3438360" y="4927320"/>
            <a:ext cx="457560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Fig. from: https://en.wikipedia.org/wiki/Rust_%28programming_language%29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DCEA3506-7EED-486F-852F-13D246E6505E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4.1 Outline</a:t>
            </a:r>
            <a:endParaRPr lang="de-DE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29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Basics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Advanced stuff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10000"/>
              </a:lnSpc>
              <a:spcBef>
                <a:spcPts val="601"/>
              </a:spcBef>
              <a:buNone/>
            </a:pP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4.1 Outline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743C822B-C69E-4A16-B743-ED32E1D24222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4.2 Basics</a:t>
            </a:r>
            <a:endParaRPr lang="de-DE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1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Defining variables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Primitive types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Compound types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Functions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else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Loops: while, for, loop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Enums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Matching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Impl blocks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Scopes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Ownership, borrowing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10000"/>
              </a:lnSpc>
              <a:spcBef>
                <a:spcPts val="601"/>
              </a:spcBef>
              <a:buNone/>
            </a:pP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01B4F1C6-5146-4FB4-8718-47832E6FCB37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GB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Defining variables</a:t>
            </a:r>
            <a:endParaRPr lang="de-DE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3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compiler will try to guess the type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Variables are 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immutable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by default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34" name="TextBox 2"/>
          <p:cNvSpPr/>
          <p:nvPr/>
        </p:nvSpPr>
        <p:spPr>
          <a:xfrm>
            <a:off x="827640" y="1594440"/>
            <a:ext cx="2276640" cy="49212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x: i32 =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1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x =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2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5" name="TextBox 3"/>
          <p:cNvSpPr/>
          <p:nvPr/>
        </p:nvSpPr>
        <p:spPr>
          <a:xfrm>
            <a:off x="827640" y="2791080"/>
            <a:ext cx="2448000" cy="69228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8000"/>
                </a:solidFill>
                <a:effectLst/>
                <a:uFillTx/>
                <a:latin typeface="Menlo"/>
              </a:rPr>
              <a:t>// This won‘t compile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x =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1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x =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2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6" name="TextBox 4"/>
          <p:cNvSpPr/>
          <p:nvPr/>
        </p:nvSpPr>
        <p:spPr>
          <a:xfrm>
            <a:off x="5292360" y="2791080"/>
            <a:ext cx="2060640" cy="69228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8000"/>
                </a:solidFill>
                <a:effectLst/>
                <a:uFillTx/>
                <a:latin typeface="Menlo"/>
              </a:rPr>
              <a:t>// This is OK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mut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x =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1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x =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2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7" name="Right Arrow 5"/>
          <p:cNvSpPr/>
          <p:nvPr/>
        </p:nvSpPr>
        <p:spPr>
          <a:xfrm>
            <a:off x="3624840" y="2984040"/>
            <a:ext cx="1162800" cy="305640"/>
          </a:xfrm>
          <a:prstGeom prst="rightArrow">
            <a:avLst>
              <a:gd name="adj1" fmla="val 50000"/>
              <a:gd name="adj2" fmla="val 50000"/>
            </a:avLst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0577823C-538D-4777-9AFF-092287F8BCED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Primitive types</a:t>
            </a:r>
            <a:endParaRPr lang="de-DE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39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Signed integers: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i8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,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i16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,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i32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,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i64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,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i128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Unsigned integers: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u8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,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u16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,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u32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,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u64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,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u128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Floating point: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f32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,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f64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 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Boolean: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boolean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Character: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char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(use single quotes, e.g. 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'c'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String literals: </a:t>
            </a: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"Rust"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are not type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String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but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&amp;'static str 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Are called references to a string slice in ready-only memory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Will be discussed in the 2nd part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2D97E8C9-0214-4350-9681-BDEAD090C2D5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Compound types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41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Tuples: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Arrays: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Structs: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42" name="TextBox 1"/>
          <p:cNvSpPr/>
          <p:nvPr/>
        </p:nvSpPr>
        <p:spPr>
          <a:xfrm>
            <a:off x="827640" y="1566720"/>
            <a:ext cx="6525360" cy="49212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8000"/>
                </a:solidFill>
                <a:effectLst/>
                <a:uFillTx/>
                <a:latin typeface="Menlo"/>
              </a:rPr>
              <a:t>// The type annotation is unnecessary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my_tuple: (i32, char, bool) = (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162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, ’X’, </a:t>
            </a: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true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);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3" name="TextBox 2"/>
          <p:cNvSpPr/>
          <p:nvPr/>
        </p:nvSpPr>
        <p:spPr>
          <a:xfrm>
            <a:off x="827640" y="2431080"/>
            <a:ext cx="6525360" cy="69228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8000"/>
                </a:solidFill>
                <a:effectLst/>
                <a:uFillTx/>
                <a:latin typeface="Menlo"/>
              </a:rPr>
              <a:t>// Arrays have a fixed size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nums: [i32,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5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] = [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1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,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2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,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3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,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4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,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5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];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second = nums[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1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];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4" name="TextBox 3"/>
          <p:cNvSpPr/>
          <p:nvPr/>
        </p:nvSpPr>
        <p:spPr>
          <a:xfrm>
            <a:off x="827640" y="3511080"/>
            <a:ext cx="6525360" cy="129240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struct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Coordinate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x: i32, 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y: i32, </a:t>
            </a:r>
            <a:br>
              <a:rPr sz="1300"/>
            </a:b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br>
              <a:rPr sz="1300"/>
            </a:b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point = Coordinate { x: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5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, y: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3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, };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ECA65F5E-B715-4D5C-A84D-7A02A31D176D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Functions</a:t>
            </a:r>
            <a:endParaRPr lang="de-DE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46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 function that squares the input: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Equivalent to: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a function does not return a value, just omit the return type: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47" name="TextBox 1"/>
          <p:cNvSpPr/>
          <p:nvPr/>
        </p:nvSpPr>
        <p:spPr>
          <a:xfrm>
            <a:off x="781560" y="1566720"/>
            <a:ext cx="6571440" cy="69228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fn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square(x: i32) -&gt; i32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   return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x * x;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8" name="TextBox 2"/>
          <p:cNvSpPr/>
          <p:nvPr/>
        </p:nvSpPr>
        <p:spPr>
          <a:xfrm>
            <a:off x="781560" y="2746440"/>
            <a:ext cx="6571440" cy="69228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fn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square(x: i32) -&gt; i32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x * x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9" name="TextBox 3"/>
          <p:cNvSpPr/>
          <p:nvPr/>
        </p:nvSpPr>
        <p:spPr>
          <a:xfrm>
            <a:off x="780840" y="3970800"/>
            <a:ext cx="6571440" cy="69228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fn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add_one(x: &amp;</a:t>
            </a: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mut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i32)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*x +=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1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335A2E50-DA23-4D25-992F-653508DA5B46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Hello World!</a:t>
            </a:r>
            <a:endParaRPr lang="de-DE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51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 function that prints a string: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println!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a 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macro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 The latter always have the excalamtion mark as suffix.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compiler expands macros during compilation and macros will be replaced by „regular“ Rust source code.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52" name="TextBox 4"/>
          <p:cNvSpPr/>
          <p:nvPr/>
        </p:nvSpPr>
        <p:spPr>
          <a:xfrm>
            <a:off x="826560" y="1566720"/>
            <a:ext cx="6526440" cy="69228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fn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main()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   println!("Hello world!");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E02BDB64-3563-4839-8A8E-1317187BF296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If statements</a:t>
            </a:r>
            <a:endParaRPr lang="de-DE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54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Rust has conditional if statements. No parentheses for the boolean expressions!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55" name="TextBox 1"/>
          <p:cNvSpPr/>
          <p:nvPr/>
        </p:nvSpPr>
        <p:spPr>
          <a:xfrm>
            <a:off x="827640" y="1602360"/>
            <a:ext cx="6525360" cy="169236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x =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4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if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x &gt;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5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println!(</a:t>
            </a:r>
            <a:r>
              <a:rPr lang="en-GB" sz="13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"Greater than 5"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);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 </a:t>
            </a: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else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if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x &gt;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3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println!(</a:t>
            </a:r>
            <a:r>
              <a:rPr lang="en-GB" sz="13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"Greater than 3"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);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 </a:t>
            </a: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else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println!(</a:t>
            </a:r>
            <a:r>
              <a:rPr lang="en-GB" sz="13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"x was not big enough"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);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EFCE64AE-21AC-4BE4-85B6-EBA05DD2D18A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If statements</a:t>
            </a:r>
            <a:endParaRPr lang="de-DE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57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All expressions can evalute to a value.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58" name="TextBox 2"/>
          <p:cNvSpPr/>
          <p:nvPr/>
        </p:nvSpPr>
        <p:spPr>
          <a:xfrm>
            <a:off x="754560" y="1618200"/>
            <a:ext cx="6598440" cy="189252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x =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4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message = </a:t>
            </a: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if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x &gt;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5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   "Greater than 5"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 </a:t>
            </a: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else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if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x &gt;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3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   "Greater than 3"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 </a:t>
            </a: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else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   "x was not big enough"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println!(</a:t>
            </a:r>
            <a:r>
              <a:rPr lang="en-GB" sz="1300" b="0" u="none" strike="noStrike">
                <a:solidFill>
                  <a:schemeClr val="dk1"/>
                </a:solidFill>
                <a:effectLst/>
                <a:uFillTx/>
                <a:latin typeface="Menlo"/>
              </a:rPr>
              <a:t>"{}"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, message)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2BBC53C4-EB01-41D0-9DB7-23AC55B4939C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If statements</a:t>
            </a:r>
            <a:endParaRPr lang="de-DE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60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All expressions can evalute to a value.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61" name="TextBox 6"/>
          <p:cNvSpPr/>
          <p:nvPr/>
        </p:nvSpPr>
        <p:spPr>
          <a:xfrm>
            <a:off x="754560" y="1618200"/>
            <a:ext cx="6598440" cy="187560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x =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4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message = </a:t>
            </a: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if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x &gt;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5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   "Greater than 5"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 </a:t>
            </a: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else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if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x &gt;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3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   "Greater than 3"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 </a:t>
            </a: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else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   "x was not big enough"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println!(</a:t>
            </a:r>
            <a:r>
              <a:rPr lang="en-GB" sz="1300" b="0" u="none" strike="noStrike">
                <a:solidFill>
                  <a:schemeClr val="dk1"/>
                </a:solidFill>
                <a:effectLst/>
                <a:uFillTx/>
                <a:latin typeface="Menlo"/>
              </a:rPr>
              <a:t>"{}"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, message)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D0B0A608-B630-423F-B74B-2F4D3B0F5D36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Courier New"/>
              </a:rPr>
              <a:t>loop</a:t>
            </a:r>
            <a:endParaRPr lang="de-DE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63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break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to exit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Loop expressions can evalute to a value, just like any other expression: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64" name="TextBox 1"/>
          <p:cNvSpPr/>
          <p:nvPr/>
        </p:nvSpPr>
        <p:spPr>
          <a:xfrm>
            <a:off x="754560" y="1107720"/>
            <a:ext cx="6598440" cy="69228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loop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println!(</a:t>
            </a:r>
            <a:r>
              <a:rPr lang="en-GB" sz="13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"stuck in a loop"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);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5" name="TextBox 3"/>
          <p:cNvSpPr/>
          <p:nvPr/>
        </p:nvSpPr>
        <p:spPr>
          <a:xfrm>
            <a:off x="754560" y="2187720"/>
            <a:ext cx="6598440" cy="69228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loop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   break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6" name="TextBox 4"/>
          <p:cNvSpPr/>
          <p:nvPr/>
        </p:nvSpPr>
        <p:spPr>
          <a:xfrm>
            <a:off x="754560" y="3367800"/>
            <a:ext cx="6598440" cy="149220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mut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count =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0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three = </a:t>
            </a: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loop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count +=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1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   if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count &gt;=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3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      break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count;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}</a:t>
            </a:r>
            <a:br>
              <a:rPr sz="1300"/>
            </a:b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7289D77F-4B5D-4603-96FD-D8D9E291B6EE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Courier New"/>
              </a:rPr>
              <a:t>while</a:t>
            </a:r>
            <a:endParaRPr lang="de-DE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68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Rust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while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loops are fairly straightforward: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69" name="TextBox 5"/>
          <p:cNvSpPr/>
          <p:nvPr/>
        </p:nvSpPr>
        <p:spPr>
          <a:xfrm>
            <a:off x="754560" y="1610280"/>
            <a:ext cx="6598440" cy="89208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mut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count =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5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while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count &gt;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0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count -=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1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BC8138C2-F63F-43A3-8D6E-8461211B74B0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Courier New"/>
              </a:rPr>
              <a:t>for</a:t>
            </a:r>
            <a:endParaRPr lang="de-DE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71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for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loop can iterate over a collection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Range notion: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72" name="TextBox 1"/>
          <p:cNvSpPr/>
          <p:nvPr/>
        </p:nvSpPr>
        <p:spPr>
          <a:xfrm>
            <a:off x="754560" y="1581840"/>
            <a:ext cx="6599160" cy="10922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nums = [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0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,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1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,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2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,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3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,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4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];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for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n </a:t>
            </a: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in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nums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println!(</a:t>
            </a:r>
            <a:r>
              <a:rPr lang="en-GB" sz="13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"{}"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, n);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8000"/>
                </a:solidFill>
                <a:effectLst/>
                <a:uFillTx/>
                <a:latin typeface="Menlo"/>
              </a:rPr>
              <a:t>// Prints 0 1 2 3 4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3" name="TextBox 2"/>
          <p:cNvSpPr/>
          <p:nvPr/>
        </p:nvSpPr>
        <p:spPr>
          <a:xfrm>
            <a:off x="753840" y="3338640"/>
            <a:ext cx="6599160" cy="89208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for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n </a:t>
            </a: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in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0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..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5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println!(</a:t>
            </a:r>
            <a:r>
              <a:rPr lang="en-GB" sz="13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"{}"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, n);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  <a:tabLst>
                <a:tab pos="1150920" algn="l"/>
              </a:tabLst>
            </a:pPr>
            <a:r>
              <a:rPr lang="en-GB" sz="1300" b="0" u="none" strike="noStrike">
                <a:solidFill>
                  <a:srgbClr val="008000"/>
                </a:solidFill>
                <a:effectLst/>
                <a:uFillTx/>
                <a:latin typeface="Menlo"/>
              </a:rPr>
              <a:t>// Prints 0 1 2 3 4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D6E38E56-297A-4FA4-8661-3E82EF9D16E0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More primitive types: </a:t>
            </a: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Courier New"/>
              </a:rPr>
              <a:t>usize </a:t>
            </a: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and </a:t>
            </a: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Courier New"/>
              </a:rPr>
              <a:t>isize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75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On a 32-bit (x86) system: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usize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equivalent to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u32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On a 64-bit (x86_64) system: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usize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equivalent to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u64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signed counterpart is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isize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which follows the same rule: </a:t>
            </a:r>
            <a:br>
              <a:rPr sz="1600"/>
            </a:b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it has the same number of bits as a pointer on the target architecture, </a:t>
            </a:r>
            <a:br>
              <a:rPr sz="1600"/>
            </a:b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but is a signed integer type (with sign).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usize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and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isize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are used mainly for: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Indexing arrays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Representing memory sizes and offsets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Example: 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arr.len()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returns a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usize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i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also of type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usize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76" name="TextBox 5"/>
          <p:cNvSpPr/>
          <p:nvPr/>
        </p:nvSpPr>
        <p:spPr>
          <a:xfrm>
            <a:off x="3780000" y="3583080"/>
            <a:ext cx="3456000" cy="111780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arr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[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20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30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];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i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0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arr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len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println!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"{}"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arr[i]);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EB45BFD1-5588-4F82-824E-B4213B9A1828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Enums</a:t>
            </a:r>
            <a:endParaRPr lang="de-DE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78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Useful when a type should have only a few possible values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Each value in an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enum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called a 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variant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79" name="TextBox 3"/>
          <p:cNvSpPr/>
          <p:nvPr/>
        </p:nvSpPr>
        <p:spPr>
          <a:xfrm>
            <a:off x="754560" y="1586160"/>
            <a:ext cx="6598440" cy="149220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enum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Coin {</a:t>
            </a:r>
            <a:br>
              <a:rPr sz="1300"/>
            </a:b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Head,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Tail,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br>
              <a:rPr sz="1300"/>
            </a:b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a = Coin::Head;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b = Coin::Tail;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CCC5B0A6-534E-4671-B5A1-19A7C4430951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PlaceHolder 1"/>
          <p:cNvSpPr>
            <a:spLocks noGrp="1"/>
          </p:cNvSpPr>
          <p:nvPr>
            <p:ph/>
          </p:nvPr>
        </p:nvSpPr>
        <p:spPr>
          <a:xfrm>
            <a:off x="540000" y="97236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Enums can also store data!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81" name="TextBox 8"/>
          <p:cNvSpPr/>
          <p:nvPr/>
        </p:nvSpPr>
        <p:spPr>
          <a:xfrm>
            <a:off x="854640" y="1315800"/>
            <a:ext cx="6525360" cy="336420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#[</a:t>
            </a:r>
            <a:r>
              <a:rPr lang="en-GB" sz="13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derive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Debug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)]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#[</a:t>
            </a:r>
            <a:r>
              <a:rPr lang="en-GB" sz="13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allow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dead_code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)]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enum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OperatingSystem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   Mac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   Windows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   Linux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   </a:t>
            </a:r>
            <a:r>
              <a:rPr lang="en-GB" sz="1300" b="0" u="none" strike="noStrike">
                <a:solidFill>
                  <a:srgbClr val="005CC5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Other</a:t>
            </a:r>
            <a:r>
              <a:rPr lang="en-GB" sz="130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(</a:t>
            </a:r>
            <a:r>
              <a:rPr lang="en-GB" sz="130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String</a:t>
            </a:r>
            <a:r>
              <a:rPr lang="en-GB" sz="130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),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 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a 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OperatingSystem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0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Linux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b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=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OperatingSystem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::</a:t>
            </a:r>
            <a:r>
              <a:rPr lang="en-GB" sz="1300" b="0" u="none" strike="noStrike">
                <a:solidFill>
                  <a:srgbClr val="005CC5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Other</a:t>
            </a:r>
            <a:r>
              <a:rPr lang="en-GB" sz="130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(</a:t>
            </a:r>
            <a:r>
              <a:rPr lang="en-GB" sz="1300" b="0" u="none" strike="noStrike">
                <a:solidFill>
                  <a:srgbClr val="032F62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"Redox OS"</a:t>
            </a:r>
            <a:r>
              <a:rPr lang="en-GB" sz="130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.</a:t>
            </a:r>
            <a:r>
              <a:rPr lang="en-GB" sz="130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to_string</a:t>
            </a:r>
            <a:r>
              <a:rPr lang="en-GB" sz="130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()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br>
              <a:rPr sz="1300"/>
            </a:b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</a:t>
            </a:r>
            <a:r>
              <a:rPr lang="en-GB" sz="13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println!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0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"Operating System A: {:?}"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a);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println!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0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"Operating System B: {:?}"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b);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2" name="PlaceHolder 2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Enums (2)</a:t>
            </a:r>
            <a:endParaRPr lang="de-DE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83" name="TextBox 1"/>
          <p:cNvSpPr/>
          <p:nvPr/>
        </p:nvSpPr>
        <p:spPr>
          <a:xfrm>
            <a:off x="6660360" y="1392480"/>
            <a:ext cx="645840" cy="245880"/>
          </a:xfrm>
          <a:prstGeom prst="rect">
            <a:avLst/>
          </a:prstGeom>
          <a:solidFill>
            <a:schemeClr val="bg1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en</a:t>
            </a:r>
            <a:r>
              <a:rPr lang="en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um.rs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4" name="Rounded Rectangular Callout 9"/>
          <p:cNvSpPr/>
          <p:nvPr/>
        </p:nvSpPr>
        <p:spPr>
          <a:xfrm>
            <a:off x="3672000" y="936360"/>
            <a:ext cx="2088000" cy="704880"/>
          </a:xfrm>
          <a:prstGeom prst="wedgeRoundRectCallout">
            <a:avLst>
              <a:gd name="adj1" fmla="val -106272"/>
              <a:gd name="adj2" fmla="val 27234"/>
              <a:gd name="adj3" fmla="val 16667"/>
            </a:avLst>
          </a:prstGeom>
          <a:solidFill>
            <a:schemeClr val="bg1"/>
          </a:solidFill>
          <a:ln w="63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000" tIns="36000" rIns="36000" bIns="3600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en-GB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</a:t>
            </a:r>
            <a:r>
              <a:rPr lang="en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ttribute telling compiler to automatically generate the debug trait, used for formatted output (see later)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5" name="Rounded Rectangular Callout 10"/>
          <p:cNvSpPr/>
          <p:nvPr/>
        </p:nvSpPr>
        <p:spPr>
          <a:xfrm>
            <a:off x="4320000" y="4487040"/>
            <a:ext cx="2849760" cy="372960"/>
          </a:xfrm>
          <a:prstGeom prst="wedgeRoundRectCallout">
            <a:avLst>
              <a:gd name="adj1" fmla="val -43439"/>
              <a:gd name="adj2" fmla="val -78486"/>
              <a:gd name="adj3" fmla="val 16667"/>
            </a:avLst>
          </a:prstGeom>
          <a:solidFill>
            <a:schemeClr val="bg1"/>
          </a:solidFill>
          <a:ln w="63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en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Formatted output using debug trait which is automatically derived, see above.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6" name="Rounded Rectangular Callout 2"/>
          <p:cNvSpPr/>
          <p:nvPr/>
        </p:nvSpPr>
        <p:spPr>
          <a:xfrm>
            <a:off x="3636000" y="1764000"/>
            <a:ext cx="2112480" cy="704880"/>
          </a:xfrm>
          <a:prstGeom prst="wedgeRoundRectCallout">
            <a:avLst>
              <a:gd name="adj1" fmla="val -89199"/>
              <a:gd name="adj2" fmla="val -58847"/>
              <a:gd name="adj3" fmla="val 16667"/>
            </a:avLst>
          </a:prstGeom>
          <a:solidFill>
            <a:schemeClr val="bg1"/>
          </a:solidFill>
          <a:ln w="635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36000" tIns="36000" rIns="36000" bIns="3600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en-GB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Attribute telling compiler to suppress warnings because of unused items and that the String in Other is never accessed. 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C6E1D43C-DD78-4461-BC08-1E9802A787BA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Matching</a:t>
            </a:r>
            <a:endParaRPr lang="de-DE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88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Rust 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match expressions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are like C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switch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statements. 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However, they must </a:t>
            </a:r>
            <a:r>
              <a:rPr lang="de-DE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always be exhaustive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What is wrong here?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match is not exhaustive! What if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num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was 164 or 10?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89" name="TextBox 1"/>
          <p:cNvSpPr/>
          <p:nvPr/>
        </p:nvSpPr>
        <p:spPr>
          <a:xfrm>
            <a:off x="754560" y="2142720"/>
            <a:ext cx="6598440" cy="149220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num =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162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br>
              <a:rPr sz="1300"/>
            </a:b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match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num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   160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=&gt; println!(</a:t>
            </a:r>
            <a:r>
              <a:rPr lang="en-GB" sz="13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"{}"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,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160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);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   161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=&gt; println!(</a:t>
            </a:r>
            <a:r>
              <a:rPr lang="en-GB" sz="13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"{}"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,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161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);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   168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=&gt; println!(</a:t>
            </a:r>
            <a:r>
              <a:rPr lang="en-GB" sz="13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"{}"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,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168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);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9361EC93-0C96-46EC-9EAB-1ABFDFFD830A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Matching</a:t>
            </a:r>
            <a:endParaRPr lang="de-DE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91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This 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is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valid: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underscore matches anything that was not already matched.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Each pattern in the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match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statement is called a 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match arm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92" name="TextBox 2"/>
          <p:cNvSpPr/>
          <p:nvPr/>
        </p:nvSpPr>
        <p:spPr>
          <a:xfrm>
            <a:off x="754560" y="1566720"/>
            <a:ext cx="6598440" cy="169236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num =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162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br>
              <a:rPr sz="1300"/>
            </a:b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match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num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   160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=&gt; println!(</a:t>
            </a:r>
            <a:r>
              <a:rPr lang="en-GB" sz="13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"{}"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,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160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);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   161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=&gt; println!(</a:t>
            </a:r>
            <a:r>
              <a:rPr lang="en-GB" sz="13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"{}"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,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161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);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   168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=&gt; println!(</a:t>
            </a:r>
            <a:r>
              <a:rPr lang="en-GB" sz="13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"{}"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,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168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); 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   </a:t>
            </a:r>
            <a:r>
              <a:rPr lang="en-GB" sz="1300" b="0" u="none" strike="noStrike"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_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=&gt; println!(</a:t>
            </a:r>
            <a:r>
              <a:rPr lang="en-GB" sz="13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"another case"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);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3" name="Oval 3"/>
          <p:cNvSpPr/>
          <p:nvPr/>
        </p:nvSpPr>
        <p:spPr>
          <a:xfrm>
            <a:off x="1043640" y="2791080"/>
            <a:ext cx="359640" cy="2876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DE" sz="135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DE1EFC87-00CC-49B3-A9E4-7FD28FB95F52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Matching</a:t>
            </a:r>
            <a:endParaRPr lang="de-DE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95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Matching is very useful in combination with enums. Match expressions can 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also evaluate to a value (just like any other expression).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96" name="TextBox 1"/>
          <p:cNvSpPr/>
          <p:nvPr/>
        </p:nvSpPr>
        <p:spPr>
          <a:xfrm>
            <a:off x="754560" y="1782720"/>
            <a:ext cx="6598440" cy="309276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enum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OperatingSystem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Mac,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Windows,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Linux,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Other(String),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br>
              <a:rPr sz="1300"/>
            </a:b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fn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os_name(os: OperatingSystem) -&gt; String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   match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os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   OperatingSystem::Mac      =&gt; </a:t>
            </a:r>
            <a:r>
              <a:rPr lang="en-GB" sz="13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"mac"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.to_string(),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   OperatingSystem:: Windows  =&gt; </a:t>
            </a:r>
            <a:r>
              <a:rPr lang="en-GB" sz="13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"windows"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.to_string(), 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   OperatingSystem:: Linux    =&gt; </a:t>
            </a:r>
            <a:r>
              <a:rPr lang="en-GB" sz="13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"linux"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.to_string(), 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   OperatingSystem:: Other(s) =&gt; s,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7" name="TextBox 2"/>
          <p:cNvSpPr/>
          <p:nvPr/>
        </p:nvSpPr>
        <p:spPr>
          <a:xfrm>
            <a:off x="6660360" y="1896480"/>
            <a:ext cx="675000" cy="245880"/>
          </a:xfrm>
          <a:prstGeom prst="rect">
            <a:avLst/>
          </a:prstGeom>
          <a:solidFill>
            <a:schemeClr val="bg1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match</a:t>
            </a:r>
            <a:r>
              <a:rPr lang="en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.rs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360A243A-E76E-4D44-B96A-DCD7BBBF392B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Scopes</a:t>
            </a:r>
            <a:endParaRPr lang="de-DE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399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Scopes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are enclosed in curly braces: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Functions, loops, if statements etc. have their own scope. 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You can also create nested scopes using curly braces.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00" name="TextBox 2"/>
          <p:cNvSpPr/>
          <p:nvPr/>
        </p:nvSpPr>
        <p:spPr>
          <a:xfrm>
            <a:off x="754560" y="1566720"/>
            <a:ext cx="7129440" cy="233676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DE" sz="1200" b="0" u="none" strike="noStrike">
                <a:solidFill>
                  <a:srgbClr val="0000FF"/>
                </a:solidFill>
                <a:effectLst/>
                <a:uFillTx/>
                <a:latin typeface="Menlo"/>
                <a:ea typeface="Times New Roman"/>
              </a:rPr>
              <a:t>fn</a:t>
            </a:r>
            <a:r>
              <a:rPr lang="en-DE" sz="1200" b="0" u="none" strike="noStrike">
                <a:solidFill>
                  <a:srgbClr val="000000"/>
                </a:solidFill>
                <a:effectLst/>
                <a:uFillTx/>
                <a:latin typeface="Menlo"/>
                <a:ea typeface="Times New Roman"/>
              </a:rPr>
              <a:t> do_stuff() {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DE" sz="1200" b="0" u="none" strike="noStrike">
                <a:solidFill>
                  <a:srgbClr val="000000"/>
                </a:solidFill>
                <a:effectLst/>
                <a:uFillTx/>
                <a:latin typeface="Menlo"/>
                <a:ea typeface="Times New Roman"/>
              </a:rPr>
              <a:t>   </a:t>
            </a:r>
            <a:r>
              <a:rPr lang="en-DE" sz="1200" b="0" u="none" strike="noStrike">
                <a:solidFill>
                  <a:srgbClr val="0000FF"/>
                </a:solidFill>
                <a:effectLst/>
                <a:uFillTx/>
                <a:latin typeface="Menlo"/>
                <a:ea typeface="Times New Roman"/>
              </a:rPr>
              <a:t>let</a:t>
            </a:r>
            <a:r>
              <a:rPr lang="en-DE" sz="1200" b="0" u="none" strike="noStrike">
                <a:solidFill>
                  <a:srgbClr val="000000"/>
                </a:solidFill>
                <a:effectLst/>
                <a:uFillTx/>
                <a:latin typeface="Menlo"/>
                <a:ea typeface="Times New Roman"/>
              </a:rPr>
              <a:t> a = String::from(</a:t>
            </a:r>
            <a:r>
              <a:rPr lang="en-DE" sz="1200" b="0" u="none" strike="noStrike">
                <a:solidFill>
                  <a:srgbClr val="A31515"/>
                </a:solidFill>
                <a:effectLst/>
                <a:uFillTx/>
                <a:latin typeface="Menlo"/>
                <a:ea typeface="Times New Roman"/>
              </a:rPr>
              <a:t>"hello"</a:t>
            </a:r>
            <a:r>
              <a:rPr lang="en-DE" sz="1200" b="0" u="none" strike="noStrike">
                <a:solidFill>
                  <a:srgbClr val="000000"/>
                </a:solidFill>
                <a:effectLst/>
                <a:uFillTx/>
                <a:latin typeface="Menlo"/>
                <a:ea typeface="Times New Roman"/>
              </a:rPr>
              <a:t>);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DE" sz="1200" b="0" u="none" strike="noStrike">
                <a:solidFill>
                  <a:srgbClr val="000000"/>
                </a:solidFill>
                <a:effectLst/>
                <a:uFillTx/>
                <a:latin typeface="Menlo"/>
                <a:ea typeface="Times New Roman"/>
              </a:rPr>
              <a:t>   {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DE" sz="1200" b="0" u="none" strike="noStrike">
                <a:solidFill>
                  <a:srgbClr val="000000"/>
                </a:solidFill>
                <a:effectLst/>
                <a:uFillTx/>
                <a:latin typeface="Menlo"/>
                <a:ea typeface="Times New Roman"/>
              </a:rPr>
              <a:t>    </a:t>
            </a:r>
            <a:r>
              <a:rPr lang="en-DE" sz="1200" b="0" u="none" strike="noStrike">
                <a:solidFill>
                  <a:srgbClr val="0000FF"/>
                </a:solidFill>
                <a:effectLst/>
                <a:uFillTx/>
                <a:latin typeface="Menlo"/>
                <a:ea typeface="Times New Roman"/>
              </a:rPr>
              <a:t>let</a:t>
            </a:r>
            <a:r>
              <a:rPr lang="en-DE" sz="1200" b="0" u="none" strike="noStrike">
                <a:solidFill>
                  <a:srgbClr val="000000"/>
                </a:solidFill>
                <a:effectLst/>
                <a:uFillTx/>
                <a:latin typeface="Menlo"/>
                <a:ea typeface="Times New Roman"/>
              </a:rPr>
              <a:t> b = String::from(</a:t>
            </a:r>
            <a:r>
              <a:rPr lang="en-DE" sz="1200" b="0" u="none" strike="noStrike">
                <a:solidFill>
                  <a:srgbClr val="A31515"/>
                </a:solidFill>
                <a:effectLst/>
                <a:uFillTx/>
                <a:latin typeface="Menlo"/>
                <a:ea typeface="Times New Roman"/>
              </a:rPr>
              <a:t>"goodbye"</a:t>
            </a:r>
            <a:r>
              <a:rPr lang="en-DE" sz="1200" b="0" u="none" strike="noStrike">
                <a:solidFill>
                  <a:srgbClr val="000000"/>
                </a:solidFill>
                <a:effectLst/>
                <a:uFillTx/>
                <a:latin typeface="Menlo"/>
                <a:ea typeface="Times New Roman"/>
              </a:rPr>
              <a:t>);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DE" sz="1200" b="0" u="none" strike="noStrike">
                <a:solidFill>
                  <a:srgbClr val="008000"/>
                </a:solidFill>
                <a:effectLst/>
                <a:uFillTx/>
                <a:latin typeface="Menlo"/>
                <a:ea typeface="Times New Roman"/>
              </a:rPr>
              <a:t>    // Can access a and b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DE" sz="1200" b="0" u="none" strike="noStrike">
                <a:solidFill>
                  <a:srgbClr val="008000"/>
                </a:solidFill>
                <a:effectLst/>
                <a:uFillTx/>
                <a:latin typeface="Menlo"/>
                <a:ea typeface="Times New Roman"/>
              </a:rPr>
              <a:t>    // ...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DE" sz="1200" b="0" u="none" strike="noStrike">
                <a:solidFill>
                  <a:srgbClr val="008000"/>
                </a:solidFill>
                <a:effectLst/>
                <a:uFillTx/>
                <a:latin typeface="Menlo"/>
                <a:ea typeface="Times New Roman"/>
              </a:rPr>
              <a:t>    // b goes out of scope and is dropped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DE" sz="1200" b="0" u="none" strike="noStrike">
                <a:solidFill>
                  <a:srgbClr val="000000"/>
                </a:solidFill>
                <a:effectLst/>
                <a:uFillTx/>
                <a:latin typeface="Menlo"/>
                <a:ea typeface="Times New Roman"/>
              </a:rPr>
              <a:t>  }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DE" sz="1200" b="0" u="none" strike="noStrike">
                <a:solidFill>
                  <a:srgbClr val="008000"/>
                </a:solidFill>
                <a:effectLst/>
                <a:uFillTx/>
                <a:latin typeface="Menlo"/>
                <a:ea typeface="Times New Roman"/>
              </a:rPr>
              <a:t>  // Cannot access b here: it is out of scope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DE" sz="1200" b="0" u="none" strike="noStrike">
                <a:solidFill>
                  <a:srgbClr val="008000"/>
                </a:solidFill>
                <a:effectLst/>
                <a:uFillTx/>
                <a:latin typeface="Menlo"/>
                <a:ea typeface="Times New Roman"/>
              </a:rPr>
              <a:t>  // a is dropped at the end of the function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DE" sz="1200" b="0" u="none" strike="noStrike">
                <a:solidFill>
                  <a:srgbClr val="000000"/>
                </a:solidFill>
                <a:effectLst/>
                <a:uFillTx/>
                <a:latin typeface="Menlo"/>
                <a:ea typeface="Times New Roman"/>
              </a:rPr>
              <a:t>} 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0AE9F4BC-7492-43D2-B008-1C8DD68DED4D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Courier New"/>
              </a:rPr>
              <a:t>impl</a:t>
            </a: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 blocks for compound types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02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Suppose we have the following struct definition: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We might want to add 2 Vectors elementwise. Here is one way to do that: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03" name="TextBox 2"/>
          <p:cNvSpPr/>
          <p:nvPr/>
        </p:nvSpPr>
        <p:spPr>
          <a:xfrm>
            <a:off x="826560" y="1566720"/>
            <a:ext cx="6526440" cy="89208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struct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Vector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x: f64,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y: f64,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4" name="TextBox 1"/>
          <p:cNvSpPr/>
          <p:nvPr/>
        </p:nvSpPr>
        <p:spPr>
          <a:xfrm>
            <a:off x="826560" y="3050640"/>
            <a:ext cx="6526440" cy="89208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fn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add(v1: Vector, v2: Vector) -&gt; Vector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x: v1.x + v2.x,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y: v1.y + v2.y,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7E75D2C7-9526-4D8A-83AF-960E1253263C}" type="slidenum">
              <a:t>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Courier New"/>
              </a:rPr>
              <a:t>impl</a:t>
            </a: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 blocks for compound types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06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199548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We can also do the same thing using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impl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blocks, wich define methods 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related to a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struct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(or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enum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199548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199548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199548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199548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199548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199548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  <a:tabLst>
                <a:tab pos="1995480" algn="l"/>
              </a:tabLst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199548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Self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a shorthand for the type of the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impl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block (in this case,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Vector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  <a:tabLst>
                <a:tab pos="1995480" algn="l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  <a:ea typeface="Source Han Sans CN"/>
              </a:rPr>
              <a:t>self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refers to the instance the method is called on.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07" name="TextBox 2"/>
          <p:cNvSpPr/>
          <p:nvPr/>
        </p:nvSpPr>
        <p:spPr>
          <a:xfrm>
            <a:off x="827640" y="1826280"/>
            <a:ext cx="6525360" cy="16772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impl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Vector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   fn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add</a:t>
            </a:r>
            <a:r>
              <a:rPr lang="en-GB" sz="1300" b="0" u="none" strike="noStrike"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(&amp;</a:t>
            </a:r>
            <a:r>
              <a:rPr lang="en-GB" sz="1300" b="0" u="none" strike="noStrike">
                <a:solidFill>
                  <a:srgbClr val="0000FF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self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, other: Vector) -&gt; </a:t>
            </a:r>
            <a:r>
              <a:rPr lang="en-GB" sz="1300" b="0" u="none" strike="noStrike">
                <a:solidFill>
                  <a:srgbClr val="0000FF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Self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   x: </a:t>
            </a: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self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.x + other.x,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   y: </a:t>
            </a: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self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.y + other.y,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br>
              <a:rPr sz="1300"/>
            </a:b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sum = v1.add(v2);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6ED71840-867C-486D-87DC-A2534D360D5E}" type="slidenum">
              <a:t>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Courier New"/>
              </a:rPr>
              <a:t>impl</a:t>
            </a: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 blocks for compound types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09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Now first argument is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&amp;mut self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allowing us to mutate the object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Rust strictly distinguishes between read and write access!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10" name="TextBox 5"/>
          <p:cNvSpPr/>
          <p:nvPr/>
        </p:nvSpPr>
        <p:spPr>
          <a:xfrm>
            <a:off x="755640" y="1566720"/>
            <a:ext cx="6597360" cy="129240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impl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Vector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   fn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double</a:t>
            </a:r>
            <a:r>
              <a:rPr lang="en-GB" sz="1300" b="0" u="none" strike="noStrike"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(&amp;</a:t>
            </a:r>
            <a:r>
              <a:rPr lang="en-GB" sz="1300" b="0" u="none" strike="noStrike">
                <a:solidFill>
                  <a:srgbClr val="0000FF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mut</a:t>
            </a:r>
            <a:r>
              <a:rPr lang="en-GB" sz="1300" b="0" u="none" strike="noStrike"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0000FF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self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)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      self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.x *=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2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      self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.y *=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2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A22745E5-1183-485C-91F3-30DA2B703120}" type="slidenum">
              <a:t>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The Borrow Checker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12" name="Inhaltsplatzhalter 7"/>
          <p:cNvSpPr/>
          <p:nvPr/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72000" rIns="0" bIns="0" anchor="t">
            <a:noAutofit/>
          </a:bodyPr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 very important concept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Used to ensure: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Memory safety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Compile-time garbage collection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41440" lvl="1" indent="-274680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Data-race-free concurrency by default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66760" indent="-266760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At the beginning sometimes difficult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601"/>
              </a:spcBef>
            </a:pP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AE1F3C6E-EB16-4347-A6B3-B2314D5BEACF}" type="slidenum">
              <a:t>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What is wrong here?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14" name="TextBox 4"/>
          <p:cNvSpPr/>
          <p:nvPr/>
        </p:nvSpPr>
        <p:spPr>
          <a:xfrm>
            <a:off x="526680" y="1162440"/>
            <a:ext cx="4576320" cy="255420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struct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x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f64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y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f64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br>
              <a:rPr sz="1300"/>
            </a:b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add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(v1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v2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 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-&gt;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Vector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   x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v1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x 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+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v2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x,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   y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v1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y 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+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v2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y,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  <a:tabLst>
                <a:tab pos="1949400" algn="l"/>
              </a:tabLst>
            </a:pP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5" name="TextBox 10"/>
          <p:cNvSpPr/>
          <p:nvPr/>
        </p:nvSpPr>
        <p:spPr>
          <a:xfrm>
            <a:off x="4068000" y="3120840"/>
            <a:ext cx="5008320" cy="173340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v1 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{x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1.0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y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2.0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}; 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v2 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{x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3.0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y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4.0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}; 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v3 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add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(v1, v2);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br>
              <a:rPr sz="1300"/>
            </a:b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</a:t>
            </a:r>
            <a:r>
              <a:rPr lang="en-GB" sz="13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println!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0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"Result: ({}, {})"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v3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x, v3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y);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println!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0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"Result: ({}, {})"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v1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x, v1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y);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6" name="TextBox 1"/>
          <p:cNvSpPr/>
          <p:nvPr/>
        </p:nvSpPr>
        <p:spPr>
          <a:xfrm>
            <a:off x="4284000" y="1229040"/>
            <a:ext cx="745200" cy="245880"/>
          </a:xfrm>
          <a:prstGeom prst="rect">
            <a:avLst/>
          </a:prstGeom>
          <a:solidFill>
            <a:schemeClr val="bg1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vector1</a:t>
            </a:r>
            <a:r>
              <a:rPr lang="en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.rs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80B29918-EAF8-47B5-B1CA-008FA704DBD1}" type="slidenum">
              <a:t>27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What is wrong here?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18" name="TextBox 10"/>
          <p:cNvSpPr/>
          <p:nvPr/>
        </p:nvSpPr>
        <p:spPr>
          <a:xfrm>
            <a:off x="526680" y="1263960"/>
            <a:ext cx="6826320" cy="173340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v1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y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2.0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}; 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v2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3.0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y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4.0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}; 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v3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add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(v1, v2);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br>
              <a:rPr sz="1350"/>
            </a:b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println!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"Result: ({}, {})"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v3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x, v3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y);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   println!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"Result: ({}, {})"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, v1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x, v1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y);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19" name="Picture 3"/>
          <p:cNvPicPr/>
          <p:nvPr/>
        </p:nvPicPr>
        <p:blipFill>
          <a:blip r:embed="rId1"/>
          <a:stretch/>
        </p:blipFill>
        <p:spPr>
          <a:xfrm>
            <a:off x="526680" y="3086640"/>
            <a:ext cx="8447760" cy="180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0" name="TextBox 1"/>
          <p:cNvSpPr/>
          <p:nvPr/>
        </p:nvSpPr>
        <p:spPr>
          <a:xfrm>
            <a:off x="4428000" y="126720"/>
            <a:ext cx="4576320" cy="131220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add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(v1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v2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 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-&gt;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Vector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   x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v1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x 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+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v2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x,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   y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v1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y 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+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v2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y,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  <a:tabLst>
                <a:tab pos="1949400" algn="l"/>
              </a:tabLst>
            </a:pP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1" name="TextBox 2"/>
          <p:cNvSpPr/>
          <p:nvPr/>
        </p:nvSpPr>
        <p:spPr>
          <a:xfrm>
            <a:off x="6516360" y="2673000"/>
            <a:ext cx="745200" cy="245880"/>
          </a:xfrm>
          <a:prstGeom prst="rect">
            <a:avLst/>
          </a:prstGeom>
          <a:solidFill>
            <a:schemeClr val="bg1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vector1</a:t>
            </a:r>
            <a:r>
              <a:rPr lang="en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.rs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BF8F3D9D-31FA-415E-861B-E79AF450C171}" type="slidenum">
              <a:t>28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Owner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23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Instantiating a type and 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binding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it to a variable name creates a memory resource 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that the Rust compiler will validate through its whole 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lifetime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 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bound variable is called the resource's 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owner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Our example: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24" name="TextBox 23"/>
          <p:cNvSpPr/>
          <p:nvPr/>
        </p:nvSpPr>
        <p:spPr>
          <a:xfrm>
            <a:off x="827640" y="2575080"/>
            <a:ext cx="6525360" cy="110412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2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2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2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2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8000"/>
                </a:solidFill>
                <a:effectLst/>
                <a:uFillTx/>
                <a:latin typeface="Menlo"/>
              </a:rPr>
              <a:t>   // Below we instantiate a struct Vector </a:t>
            </a:r>
            <a:br>
              <a:rPr sz="1200"/>
            </a:br>
            <a:r>
              <a:rPr lang="en-GB" sz="1200" b="0" u="none" strike="noStrike">
                <a:solidFill>
                  <a:srgbClr val="008000"/>
                </a:solidFill>
                <a:effectLst/>
                <a:uFillTx/>
                <a:latin typeface="Menlo"/>
              </a:rPr>
              <a:t>   // and bind it to variable 'v1' to create a memory resource</a:t>
            </a:r>
            <a:br>
              <a:rPr sz="1200"/>
            </a:br>
            <a:r>
              <a:rPr lang="en-GB" sz="12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2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v1 </a:t>
            </a:r>
            <a:r>
              <a:rPr lang="en-GB" sz="12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2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2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2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{x</a:t>
            </a:r>
            <a:r>
              <a:rPr lang="en-GB" sz="12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2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20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1.0</a:t>
            </a:r>
            <a:r>
              <a:rPr lang="en-GB" sz="12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y</a:t>
            </a:r>
            <a:r>
              <a:rPr lang="en-GB" sz="12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2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20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2.0</a:t>
            </a:r>
            <a:r>
              <a:rPr lang="en-GB" sz="12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};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8000"/>
                </a:solidFill>
                <a:effectLst/>
                <a:uFillTx/>
                <a:latin typeface="Menlo"/>
              </a:rPr>
              <a:t>   // 'v1' is the </a:t>
            </a:r>
            <a:r>
              <a:rPr lang="en-GB" sz="1200" b="0" u="none" strike="noStrike">
                <a:solidFill>
                  <a:srgbClr val="008000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owner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8D101112-05CB-4DB7-8827-B29085FC6E29}" type="slidenum">
              <a:t>29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Moves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26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Sometimes that owner can change. This is called a 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move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Assignment moves values.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This is invalid: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This is fine: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27" name="TextBox 23"/>
          <p:cNvSpPr/>
          <p:nvPr/>
        </p:nvSpPr>
        <p:spPr>
          <a:xfrm>
            <a:off x="611640" y="2181960"/>
            <a:ext cx="7488360" cy="10922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s1 = String::from(</a:t>
            </a:r>
            <a:r>
              <a:rPr lang="en-GB" sz="13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"my string"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);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s2 = s1;</a:t>
            </a:r>
            <a:r>
              <a:rPr lang="en-GB" sz="1300" b="0" u="none" strike="noStrike">
                <a:solidFill>
                  <a:srgbClr val="008000"/>
                </a:solidFill>
                <a:effectLst/>
                <a:uFillTx/>
                <a:latin typeface="Menlo"/>
              </a:rPr>
              <a:t>        // Ownership of the string moves from s1 to s2.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8000"/>
                </a:solidFill>
                <a:effectLst/>
                <a:uFillTx/>
                <a:latin typeface="Menlo"/>
              </a:rPr>
              <a:t>// s1 no longer owns the string, so we can't access data via s1.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highlight>
                  <a:srgbClr val="E39F9F"/>
                </a:highlight>
                <a:uFillTx/>
                <a:latin typeface="Menlo"/>
              </a:rPr>
              <a:t>println!(</a:t>
            </a:r>
            <a:r>
              <a:rPr lang="en-GB" sz="1300" b="0" u="none" strike="noStrike">
                <a:solidFill>
                  <a:srgbClr val="A31515"/>
                </a:solidFill>
                <a:effectLst/>
                <a:highlight>
                  <a:srgbClr val="E39F9F"/>
                </a:highlight>
                <a:uFillTx/>
                <a:latin typeface="Menlo"/>
              </a:rPr>
              <a:t>"{}"</a:t>
            </a:r>
            <a:r>
              <a:rPr lang="en-GB" sz="1300" b="0" u="none" strike="noStrike">
                <a:solidFill>
                  <a:srgbClr val="000000"/>
                </a:solidFill>
                <a:effectLst/>
                <a:highlight>
                  <a:srgbClr val="E39F9F"/>
                </a:highlight>
                <a:uFillTx/>
                <a:latin typeface="Menlo"/>
              </a:rPr>
              <a:t>, s1);</a:t>
            </a:r>
            <a:r>
              <a:rPr lang="en-GB" sz="1300" b="0" u="none" strike="noStrike">
                <a:solidFill>
                  <a:srgbClr val="008000"/>
                </a:solidFill>
                <a:effectLst/>
                <a:highlight>
                  <a:srgbClr val="E39F9F"/>
                </a:highlight>
                <a:uFillTx/>
                <a:latin typeface="Menlo"/>
              </a:rPr>
              <a:t> // This is an error; data has been moved out of s1.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8" name="TextBox 1"/>
          <p:cNvSpPr/>
          <p:nvPr/>
        </p:nvSpPr>
        <p:spPr>
          <a:xfrm>
            <a:off x="628560" y="3642480"/>
            <a:ext cx="7488360" cy="69228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s1 = String::from(</a:t>
            </a:r>
            <a:r>
              <a:rPr lang="en-GB" sz="13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"my string"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);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s2 = s1;</a:t>
            </a:r>
            <a:r>
              <a:rPr lang="en-GB" sz="1300" b="0" u="none" strike="noStrike">
                <a:solidFill>
                  <a:srgbClr val="008000"/>
                </a:solidFill>
                <a:effectLst/>
                <a:uFillTx/>
                <a:latin typeface="Menlo"/>
              </a:rPr>
              <a:t>        // Ownership of the string moves from s1 to s2.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println!(</a:t>
            </a:r>
            <a:r>
              <a:rPr lang="en-GB" sz="13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"{}"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, s2);</a:t>
            </a:r>
            <a:r>
              <a:rPr lang="en-GB" sz="1300" b="0" u="none" strike="noStrike">
                <a:solidFill>
                  <a:srgbClr val="008000"/>
                </a:solidFill>
                <a:effectLst/>
                <a:uFillTx/>
                <a:latin typeface="Menlo"/>
              </a:rPr>
              <a:t> // This is okay; s2 owns the string now.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2E540D53-E13D-440A-840A-0469EA24A63D}" type="slidenum">
              <a:t>30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Moves (2)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30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Passing a value to a function moves the value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31" name="TextBox 2"/>
          <p:cNvSpPr/>
          <p:nvPr/>
        </p:nvSpPr>
        <p:spPr>
          <a:xfrm>
            <a:off x="611640" y="1566720"/>
            <a:ext cx="7488360" cy="189252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fn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main()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   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s = String::from(</a:t>
            </a:r>
            <a:r>
              <a:rPr lang="en-GB" sz="13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"hello"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);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do_stuff(s);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8000"/>
                </a:solidFill>
                <a:effectLst/>
                <a:uFillTx/>
                <a:latin typeface="Menlo"/>
              </a:rPr>
              <a:t>   // s no longer accessible; it was moved into do_stuff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fn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do_stuff(s: String)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8000"/>
                </a:solidFill>
                <a:effectLst/>
                <a:uFillTx/>
                <a:latin typeface="Menlo"/>
              </a:rPr>
              <a:t>   // do stuff with s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3EBA7293-B628-48D0-A153-BB3BA4CF6CAE}" type="slidenum">
              <a:t>31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Moves (3)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33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Returning a value from a function moves the value back to the caller: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34" name="TextBox 2"/>
          <p:cNvSpPr/>
          <p:nvPr/>
        </p:nvSpPr>
        <p:spPr>
          <a:xfrm>
            <a:off x="611640" y="1566720"/>
            <a:ext cx="7488360" cy="169236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fn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main()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   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s = get_string();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8000"/>
                </a:solidFill>
                <a:effectLst/>
                <a:uFillTx/>
                <a:latin typeface="Menlo"/>
              </a:rPr>
              <a:t>   // We can now use s, which owns the string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fn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get_string() -&gt; String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String::from(</a:t>
            </a:r>
            <a:r>
              <a:rPr lang="en-GB" sz="13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"hello"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)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B9D362C4-72BE-4E59-B17E-D269E0AA71E1}" type="slidenum">
              <a:t>32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Recap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36" name="TextBox 10"/>
          <p:cNvSpPr/>
          <p:nvPr/>
        </p:nvSpPr>
        <p:spPr>
          <a:xfrm>
            <a:off x="526680" y="1263960"/>
            <a:ext cx="6826320" cy="173340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v1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y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2.0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}; 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v2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3.0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y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4.0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}; 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v3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add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(v1, v2);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br>
              <a:rPr sz="1350"/>
            </a:b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println!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"Result: ({}, {})"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v3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x, v3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y);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   println!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"Result: ({}, {})"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, v1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x, v1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y);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37" name="Picture 3"/>
          <p:cNvPicPr/>
          <p:nvPr/>
        </p:nvPicPr>
        <p:blipFill>
          <a:blip r:embed="rId1"/>
          <a:stretch/>
        </p:blipFill>
        <p:spPr>
          <a:xfrm>
            <a:off x="526680" y="3086640"/>
            <a:ext cx="8447760" cy="180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8" name="TextBox 1"/>
          <p:cNvSpPr/>
          <p:nvPr/>
        </p:nvSpPr>
        <p:spPr>
          <a:xfrm>
            <a:off x="4428000" y="126720"/>
            <a:ext cx="4576320" cy="131220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add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(v1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v2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 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-&gt;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Vector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   x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v1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x 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+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v2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x,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   y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v1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y 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+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v2</a:t>
            </a:r>
            <a:r>
              <a:rPr lang="en-GB" sz="130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y,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  <a:tabLst>
                <a:tab pos="1949400" algn="l"/>
              </a:tabLst>
            </a:pPr>
            <a:r>
              <a:rPr lang="en-GB" sz="130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9" name="TextBox 2"/>
          <p:cNvSpPr/>
          <p:nvPr/>
        </p:nvSpPr>
        <p:spPr>
          <a:xfrm>
            <a:off x="6516360" y="2673000"/>
            <a:ext cx="745200" cy="245880"/>
          </a:xfrm>
          <a:prstGeom prst="rect">
            <a:avLst/>
          </a:prstGeom>
          <a:solidFill>
            <a:schemeClr val="bg1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de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vector1</a:t>
            </a:r>
            <a:r>
              <a:rPr lang="en-DE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.rs</a:t>
            </a:r>
            <a:endParaRPr lang="de-DE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7298BDDC-9D79-4675-BE03-2830B25BAA99}" type="slidenum">
              <a:t>33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Cloning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41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you need multiple variables to own data, you can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clone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a value: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Note that cloning is usually </a:t>
            </a:r>
            <a:r>
              <a:rPr lang="en-US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expensive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 </a:t>
            </a:r>
            <a:br>
              <a:rPr sz="1600"/>
            </a:b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 this case, we are allocating memory </a:t>
            </a:r>
            <a:r>
              <a:rPr lang="en-US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twice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Cloned values are completely independent of the value they were cloned from. </a:t>
            </a:r>
            <a:br>
              <a:rPr sz="1600"/>
            </a:b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If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s1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modified, code using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s2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will not see those changes.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42" name="TextBox 23"/>
          <p:cNvSpPr/>
          <p:nvPr/>
        </p:nvSpPr>
        <p:spPr>
          <a:xfrm>
            <a:off x="611640" y="1566720"/>
            <a:ext cx="7488360" cy="89208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s1 = String::from(</a:t>
            </a:r>
            <a:r>
              <a:rPr lang="en-GB" sz="13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"my string"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);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s2 = s1.clone();</a:t>
            </a:r>
            <a:r>
              <a:rPr lang="en-GB" sz="1300" b="0" u="none" strike="noStrike">
                <a:solidFill>
                  <a:srgbClr val="008000"/>
                </a:solidFill>
                <a:effectLst/>
                <a:uFillTx/>
                <a:latin typeface="Menlo"/>
              </a:rPr>
              <a:t>  // s2 is a clone of s1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println!(</a:t>
            </a:r>
            <a:r>
              <a:rPr lang="en-GB" sz="13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"{}"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, s2);</a:t>
            </a:r>
            <a:r>
              <a:rPr lang="en-GB" sz="1300" b="0" u="none" strike="noStrike">
                <a:solidFill>
                  <a:srgbClr val="008000"/>
                </a:solidFill>
                <a:effectLst/>
                <a:uFillTx/>
                <a:latin typeface="Menlo"/>
              </a:rPr>
              <a:t>   // This is okay; s2 owns its data.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println!(</a:t>
            </a:r>
            <a:r>
              <a:rPr lang="en-GB" sz="13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"{}"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, s1);</a:t>
            </a:r>
            <a:r>
              <a:rPr lang="en-GB" sz="1300" b="0" u="none" strike="noStrike">
                <a:solidFill>
                  <a:srgbClr val="008000"/>
                </a:solidFill>
                <a:effectLst/>
                <a:uFillTx/>
                <a:latin typeface="Menlo"/>
              </a:rPr>
              <a:t>   // This is okay; s1 also owns its data.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0C6F00A9-7914-4E65-94A8-9ABF52C541B5}" type="slidenum">
              <a:t>34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Copy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44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29872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There is one case in which a move behaves like a clone: when the type is Copy.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Copy is a 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trait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(traits see later) that indicates that a value is copied whenever it is used.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For example, integers are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Copy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This is fine because the value in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x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(5) is 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copied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not moved. </a:t>
            </a:r>
            <a:br>
              <a:rPr sz="1600"/>
            </a:b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x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and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y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both own their values and can be accessed.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45" name="TextBox 23"/>
          <p:cNvSpPr/>
          <p:nvPr/>
        </p:nvSpPr>
        <p:spPr>
          <a:xfrm>
            <a:off x="611640" y="2142720"/>
            <a:ext cx="7488360" cy="69228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x =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5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y = x;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println!(</a:t>
            </a:r>
            <a:r>
              <a:rPr lang="en-GB" sz="13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"{} {}"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, x, y);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3F4FB599-2E6F-4102-90A6-93DB5AF4770B}" type="slidenum">
              <a:t>35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Copy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47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 general, types that require heap allocations are not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Copy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Copy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integers, floats, booleans, chars, immutable references, </a:t>
            </a:r>
            <a:br>
              <a:rPr sz="1600"/>
            </a:b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and compound types containing only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Copy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types.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Not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Copy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: Strings, Vectors, mutable references, </a:t>
            </a:r>
            <a:br>
              <a:rPr sz="1600"/>
            </a:b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	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and compound types containing at least one non-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Copy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type.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B1334894-C2D9-48FD-B340-2B9061AEFDAF}" type="slidenum">
              <a:t>36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Deriving Copy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49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Consider the following struct:</a:t>
            </a:r>
            <a:br>
              <a:rPr sz="600"/>
            </a:br>
            <a:r>
              <a:rPr lang="en-US" sz="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Is it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nsolas"/>
              </a:rPr>
              <a:t>Copy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? 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 But shouldn't it be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Copy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since it only contains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Copy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types?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We must explicitly tell the Rust compiler we wish to make it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Copy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Copy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always implies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Clone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Clone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a supertrait of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Copy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)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50" name="TextBox 1"/>
          <p:cNvSpPr/>
          <p:nvPr/>
        </p:nvSpPr>
        <p:spPr>
          <a:xfrm>
            <a:off x="611640" y="1566720"/>
            <a:ext cx="7488360" cy="70740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99"/>
              </a:lnSpc>
            </a:pPr>
            <a:r>
              <a:rPr lang="en-GB" sz="14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struct</a:t>
            </a: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Foo {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x: i32,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1" name="TextBox 2"/>
          <p:cNvSpPr/>
          <p:nvPr/>
        </p:nvSpPr>
        <p:spPr>
          <a:xfrm>
            <a:off x="611640" y="3410640"/>
            <a:ext cx="7488360" cy="110772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highlight>
                  <a:srgbClr val="B3B5FF"/>
                </a:highlight>
                <a:uFillTx/>
                <a:latin typeface="Menlo"/>
              </a:rPr>
              <a:t>#[derive(Clone)]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00"/>
                </a:solidFill>
                <a:effectLst/>
                <a:highlight>
                  <a:srgbClr val="B3B5FF"/>
                </a:highlight>
                <a:uFillTx/>
                <a:latin typeface="Menlo"/>
              </a:rPr>
              <a:t>#[derive(Copy)]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4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struct</a:t>
            </a: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Foo {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x: i32,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2" name="Rectangle 3"/>
          <p:cNvSpPr/>
          <p:nvPr/>
        </p:nvSpPr>
        <p:spPr>
          <a:xfrm>
            <a:off x="6930360" y="3510720"/>
            <a:ext cx="1656000" cy="89208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C</a:t>
            </a:r>
            <a:r>
              <a:rPr lang="en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opy is used implicitly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686160">
              <a:lnSpc>
                <a:spcPct val="100000"/>
              </a:lnSpc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686160">
              <a:lnSpc>
                <a:spcPct val="100000"/>
              </a:lnSpc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</a:t>
            </a:r>
            <a:r>
              <a:rPr lang="en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lone is used explicitly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3" name="Rectangle 4"/>
          <p:cNvSpPr/>
          <p:nvPr/>
        </p:nvSpPr>
        <p:spPr>
          <a:xfrm>
            <a:off x="7236360" y="1602720"/>
            <a:ext cx="791640" cy="32364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copy.rs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546FCB13-71E2-40C1-B657-0DBA47E766D1}" type="slidenum">
              <a:t>37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Scope-Based Resource Management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55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Rust uses the end of scope as the place to deallocate a resource.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term for this deallocation is called a 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drop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56" name="TextBox 23"/>
          <p:cNvSpPr/>
          <p:nvPr/>
        </p:nvSpPr>
        <p:spPr>
          <a:xfrm>
            <a:off x="2123640" y="2070720"/>
            <a:ext cx="5528160" cy="274536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struct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Foo {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x: i32,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br>
              <a:rPr sz="1200"/>
            </a:b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fn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main() {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8000"/>
                </a:solidFill>
                <a:effectLst/>
                <a:uFillTx/>
                <a:latin typeface="Menlo"/>
              </a:rPr>
              <a:t>   // We instantiate structs and bind to variables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8000"/>
                </a:solidFill>
                <a:effectLst/>
                <a:uFillTx/>
                <a:latin typeface="Menlo"/>
              </a:rPr>
              <a:t>   // to create memory resources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   let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foo = Foo { x: </a:t>
            </a:r>
            <a:r>
              <a:rPr lang="en-GB" sz="12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42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};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8000"/>
                </a:solidFill>
                <a:effectLst/>
                <a:uFillTx/>
                <a:latin typeface="Menlo"/>
              </a:rPr>
              <a:t>   // 'foo' is the owner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   println!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(</a:t>
            </a:r>
            <a:r>
              <a:rPr lang="en-GB" sz="12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"{}"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, foo.x);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8000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   // 'foo' is dropped here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4382FD9F-8847-4A63-AB7C-DB85A4B2B702}" type="slidenum">
              <a:t>38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GB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Dropping is Hierarchical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58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GB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When a struct is dropped, the struct itself is dropped first, then its children are dropped individually, and so on.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59" name="TextBox 5"/>
          <p:cNvSpPr/>
          <p:nvPr/>
        </p:nvSpPr>
        <p:spPr>
          <a:xfrm>
            <a:off x="2123640" y="1926720"/>
            <a:ext cx="5528160" cy="295056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struct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Bar {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x: i32,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struct</a:t>
            </a: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Foo {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  bar: Bar,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}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br>
              <a:rPr sz="1200"/>
            </a:br>
            <a:r>
              <a:rPr lang="en-GB" sz="1200" b="0" u="none" strike="noStrike">
                <a:solidFill>
                  <a:srgbClr val="0000FF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fn</a:t>
            </a: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main() {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  let</a:t>
            </a: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foo = Foo { bar: Bar { x: </a:t>
            </a:r>
            <a:r>
              <a:rPr lang="en-GB" sz="1200" b="0" u="none" strike="noStrike">
                <a:solidFill>
                  <a:srgbClr val="098658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42</a:t>
            </a: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} };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  println!</a:t>
            </a: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(</a:t>
            </a:r>
            <a:r>
              <a:rPr lang="en-GB" sz="1200" b="0" u="none" strike="noStrike">
                <a:solidFill>
                  <a:srgbClr val="A31515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"{}"</a:t>
            </a: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, foo.bar.x);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8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  // </a:t>
            </a:r>
            <a:r>
              <a:rPr lang="en-GB" sz="1200" b="0" u="none" strike="noStrike">
                <a:solidFill>
                  <a:srgbClr val="008000"/>
                </a:solidFill>
                <a:effectLst/>
                <a:uFillTx/>
                <a:latin typeface="Menlo"/>
              </a:rPr>
              <a:t>'</a:t>
            </a:r>
            <a:r>
              <a:rPr lang="en-GB" sz="1200" b="0" u="none" strike="noStrike">
                <a:solidFill>
                  <a:srgbClr val="008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foo</a:t>
            </a:r>
            <a:r>
              <a:rPr lang="en-GB" sz="1200" b="0" u="none" strike="noStrike">
                <a:solidFill>
                  <a:srgbClr val="008000"/>
                </a:solidFill>
                <a:effectLst/>
                <a:uFillTx/>
                <a:latin typeface="Menlo"/>
              </a:rPr>
              <a:t>'</a:t>
            </a:r>
            <a:r>
              <a:rPr lang="en-GB" sz="1200" b="0" u="none" strike="noStrike">
                <a:solidFill>
                  <a:srgbClr val="008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is dropped first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8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  // then </a:t>
            </a:r>
            <a:r>
              <a:rPr lang="en-GB" sz="1200" b="0" u="none" strike="noStrike">
                <a:solidFill>
                  <a:srgbClr val="008000"/>
                </a:solidFill>
                <a:effectLst/>
                <a:uFillTx/>
                <a:latin typeface="Menlo"/>
              </a:rPr>
              <a:t>'</a:t>
            </a:r>
            <a:r>
              <a:rPr lang="en-GB" sz="1200" b="0" u="none" strike="noStrike">
                <a:solidFill>
                  <a:srgbClr val="008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foo.bar</a:t>
            </a:r>
            <a:r>
              <a:rPr lang="en-GB" sz="1200" b="0" u="none" strike="noStrike">
                <a:solidFill>
                  <a:srgbClr val="008000"/>
                </a:solidFill>
                <a:effectLst/>
                <a:uFillTx/>
                <a:latin typeface="Menlo"/>
              </a:rPr>
              <a:t>'</a:t>
            </a:r>
            <a:r>
              <a:rPr lang="en-GB" sz="1200" b="0" u="none" strike="noStrike">
                <a:solidFill>
                  <a:srgbClr val="008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is dropped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}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EC4EBD36-36D8-4C71-B6C1-B691E0C28C31}" type="slidenum">
              <a:t>39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Early Manual Dropping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61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When a value’s owner goes out of 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scope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the value is automatically 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dropped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(= freed)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To manually drop a value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v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600" b="0" i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early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call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drop(v)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Is it possible to drop a value late?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No. A value is dropped when it goes out of scope. You can modify your code so that the scope is larger, but you cannot call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drop(v)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if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v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not in scope. 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Remark: dropping is a compile-time garbage collection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99C685B1-782F-4C6F-A828-CA63B566D330}" type="slidenum">
              <a:t>40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Borrowing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63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References let you access data by borrowing without taking ownership of it.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borrow checker enforces Rust’s ownership and borrowing rules to guarantee memory safety at compile time - without needing a garbage collector.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F8BF4D96-4D9E-44D4-8E46-2BD84652AF55}" type="slidenum">
              <a:t>41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References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65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Rust 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references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are like pointers in C, but are: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Always valid (no pointers to freed memory)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Never null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Rust compiler checks these properties at 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compile time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Reference with </a:t>
            </a:r>
            <a:r>
              <a:rPr lang="de-DE" sz="16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ourier New"/>
              </a:rPr>
              <a:t>&amp;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dereference with </a:t>
            </a:r>
            <a:r>
              <a:rPr lang="de-DE" sz="16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Courier New"/>
              </a:rPr>
              <a:t>*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66" name="TextBox 1"/>
          <p:cNvSpPr/>
          <p:nvPr/>
        </p:nvSpPr>
        <p:spPr>
          <a:xfrm>
            <a:off x="710640" y="2791080"/>
            <a:ext cx="4077000" cy="69228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x =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2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ptr = </a:t>
            </a:r>
            <a:r>
              <a:rPr lang="en-GB" sz="1300" b="0" u="none" strike="noStrike"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&amp;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x;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println!</a:t>
            </a:r>
            <a:r>
              <a:rPr lang="en-GB" sz="13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(</a:t>
            </a:r>
            <a:r>
              <a:rPr lang="en-GB" sz="1300" b="0" u="none" strike="noStrike">
                <a:solidFill>
                  <a:srgbClr val="A31515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"{}"</a:t>
            </a:r>
            <a:r>
              <a:rPr lang="en-GB" sz="13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, *ptr);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FF92947F-054E-4F44-8E9E-EC890FE96F72}" type="slidenum">
              <a:t>42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Mutable References</a:t>
            </a:r>
            <a:endParaRPr lang="de-DE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68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To obtain a mutable reference, the variable itself must be mutable:</a:t>
            </a:r>
            <a:br>
              <a:rPr sz="1600"/>
            </a:b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Obtaining a (mutable) reference in Rust is called 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borrowing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69" name="TextBox 4"/>
          <p:cNvSpPr/>
          <p:nvPr/>
        </p:nvSpPr>
        <p:spPr>
          <a:xfrm>
            <a:off x="754560" y="1566720"/>
            <a:ext cx="7129440" cy="49212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x =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2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highlight>
                  <a:srgbClr val="E39F9F"/>
                </a:highlight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highlight>
                  <a:srgbClr val="E39F9F"/>
                </a:highlight>
                <a:uFillTx/>
                <a:latin typeface="Menlo"/>
              </a:rPr>
              <a:t> ptr = &amp;</a:t>
            </a:r>
            <a:r>
              <a:rPr lang="en-GB" sz="1300" b="0" u="none" strike="noStrike">
                <a:solidFill>
                  <a:srgbClr val="0000FF"/>
                </a:solidFill>
                <a:effectLst/>
                <a:highlight>
                  <a:srgbClr val="E39F9F"/>
                </a:highlight>
                <a:uFillTx/>
                <a:latin typeface="Menlo"/>
              </a:rPr>
              <a:t>mut</a:t>
            </a:r>
            <a:r>
              <a:rPr lang="en-GB" sz="1300" b="0" u="none" strike="noStrike">
                <a:solidFill>
                  <a:srgbClr val="000000"/>
                </a:solidFill>
                <a:effectLst/>
                <a:highlight>
                  <a:srgbClr val="E39F9F"/>
                </a:highlight>
                <a:uFillTx/>
                <a:latin typeface="Menlo"/>
              </a:rPr>
              <a:t> x;</a:t>
            </a:r>
            <a:r>
              <a:rPr lang="en-GB" sz="1300" b="0" u="none" strike="noStrike">
                <a:solidFill>
                  <a:srgbClr val="008000"/>
                </a:solidFill>
                <a:effectLst/>
                <a:highlight>
                  <a:srgbClr val="E39F9F"/>
                </a:highlight>
                <a:uFillTx/>
                <a:latin typeface="Menlo"/>
              </a:rPr>
              <a:t> // Cannot mutably reference an immutable variable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0" name="TextBox 1"/>
          <p:cNvSpPr/>
          <p:nvPr/>
        </p:nvSpPr>
        <p:spPr>
          <a:xfrm>
            <a:off x="754560" y="2328840"/>
            <a:ext cx="7129440" cy="49212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 mut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x = </a:t>
            </a:r>
            <a:r>
              <a:rPr lang="en-GB" sz="13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2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;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let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ptr = &amp;</a:t>
            </a:r>
            <a:r>
              <a:rPr lang="en-GB" sz="13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mut</a:t>
            </a:r>
            <a:r>
              <a:rPr lang="en-GB" sz="13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x;</a:t>
            </a:r>
            <a:r>
              <a:rPr lang="en-GB" sz="1300" b="0" u="none" strike="noStrike">
                <a:solidFill>
                  <a:srgbClr val="008000"/>
                </a:solidFill>
                <a:effectLst/>
                <a:uFillTx/>
                <a:latin typeface="Menlo"/>
              </a:rPr>
              <a:t> // This is correct</a:t>
            </a:r>
            <a:endParaRPr lang="de-DE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71" name="Gruppierung 10"/>
          <p:cNvGrpSpPr/>
          <p:nvPr/>
        </p:nvGrpSpPr>
        <p:grpSpPr>
          <a:xfrm>
            <a:off x="4640760" y="2342880"/>
            <a:ext cx="482400" cy="436680"/>
            <a:chOff x="4640760" y="2342880"/>
            <a:chExt cx="482400" cy="436680"/>
          </a:xfrm>
        </p:grpSpPr>
        <p:sp>
          <p:nvSpPr>
            <p:cNvPr id="1472" name="Rechteck 12"/>
            <p:cNvSpPr/>
            <p:nvPr/>
          </p:nvSpPr>
          <p:spPr>
            <a:xfrm flipV="1" rot="1984800">
              <a:off x="4917240" y="2328120"/>
              <a:ext cx="86040" cy="464760"/>
            </a:xfrm>
            <a:prstGeom prst="rect">
              <a:avLst/>
            </a:prstGeom>
            <a:solidFill>
              <a:srgbClr val="2DC01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3" name="Rechteck 14"/>
            <p:cNvSpPr/>
            <p:nvPr/>
          </p:nvSpPr>
          <p:spPr>
            <a:xfrm flipV="1" rot="18169200">
              <a:off x="4728600" y="2536920"/>
              <a:ext cx="90000" cy="259200"/>
            </a:xfrm>
            <a:prstGeom prst="rect">
              <a:avLst/>
            </a:prstGeom>
            <a:solidFill>
              <a:srgbClr val="2DC01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2FBB147A-57B9-458B-BBB4-0E53D23C94DE}" type="slidenum">
              <a:t>43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Borrowing ownership with references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75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References allow us 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borrow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read-only access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to a resource with the </a:t>
            </a:r>
            <a:r>
              <a:rPr lang="de-DE" sz="1600" b="1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&amp;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operator.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References are also dropped like other resources.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Example: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We can access the instantiated </a:t>
            </a:r>
            <a:br>
              <a:rPr sz="1400"/>
            </a:b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struct through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foo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and </a:t>
            </a: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f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76" name="TextBox 23"/>
          <p:cNvSpPr/>
          <p:nvPr/>
        </p:nvSpPr>
        <p:spPr>
          <a:xfrm>
            <a:off x="3780000" y="2142720"/>
            <a:ext cx="3441960" cy="272916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chemeClr val="dk1"/>
                </a:solidFill>
                <a:effectLst/>
                <a:uFillTx/>
                <a:latin typeface="Menlo"/>
              </a:rPr>
              <a:t>#[derive(Debug)]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struct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Foo {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x: i32,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br>
              <a:rPr sz="1200"/>
            </a:b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fn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main() {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   let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foo = Foo { x: </a:t>
            </a:r>
            <a:r>
              <a:rPr lang="en-GB" sz="12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42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};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   let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f = &amp;foo;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  <a:ea typeface="Source Han Sans CN"/>
              </a:rPr>
              <a:t>   println</a:t>
            </a: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  <a:ea typeface="Source Han Sans CN"/>
              </a:rPr>
              <a:t>!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  <a:ea typeface="Source Han Sans CN"/>
              </a:rPr>
              <a:t>(</a:t>
            </a:r>
            <a:r>
              <a:rPr lang="en-GB" sz="1200" b="0" u="none" strike="noStrike">
                <a:solidFill>
                  <a:srgbClr val="A31515"/>
                </a:solidFill>
                <a:effectLst/>
                <a:uFillTx/>
                <a:latin typeface="Menlo"/>
                <a:ea typeface="Source Han Sans CN"/>
              </a:rPr>
              <a:t>"{}"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  <a:ea typeface="Source Han Sans CN"/>
              </a:rPr>
              <a:t>, f.x);     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  <a:ea typeface="Source Han Sans CN"/>
              </a:rPr>
              <a:t>   </a:t>
            </a:r>
            <a:br>
              <a:rPr sz="1200"/>
            </a:b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  <a:ea typeface="Source Han Sans CN"/>
              </a:rPr>
              <a:t>   println</a:t>
            </a: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  <a:ea typeface="Source Han Sans CN"/>
              </a:rPr>
              <a:t>!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  <a:ea typeface="Source Han Sans CN"/>
              </a:rPr>
              <a:t>(</a:t>
            </a:r>
            <a:r>
              <a:rPr lang="en-GB" sz="1200" b="0" u="none" strike="noStrike">
                <a:solidFill>
                  <a:srgbClr val="A31515"/>
                </a:solidFill>
                <a:effectLst/>
                <a:uFillTx/>
                <a:latin typeface="Menlo"/>
                <a:ea typeface="Source Han Sans CN"/>
              </a:rPr>
              <a:t>"{}"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  <a:ea typeface="Source Han Sans CN"/>
              </a:rPr>
              <a:t>, foo.x);</a:t>
            </a:r>
            <a:br>
              <a:rPr sz="1200"/>
            </a:br>
            <a:r>
              <a:rPr lang="en-GB" sz="1200" b="0" u="none" strike="noStrike">
                <a:solidFill>
                  <a:srgbClr val="008000"/>
                </a:solidFill>
                <a:effectLst/>
                <a:uFillTx/>
                <a:latin typeface="Menlo"/>
              </a:rPr>
              <a:t>   // 'f' is dropped here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8000"/>
                </a:solidFill>
                <a:effectLst/>
                <a:uFillTx/>
                <a:latin typeface="Menlo"/>
              </a:rPr>
              <a:t>   // 'foo' is dropped here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7" name="Rectangle 1"/>
          <p:cNvSpPr/>
          <p:nvPr/>
        </p:nvSpPr>
        <p:spPr>
          <a:xfrm>
            <a:off x="6372360" y="2244240"/>
            <a:ext cx="791640" cy="32364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borrow.rs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DDA0F2EF-DF5F-42DA-9732-E1CCBC8B0ABA}" type="slidenum">
              <a:t>44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7231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Borrowing ownership with mutable references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79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We can also </a:t>
            </a: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borrow mutable access 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to a resource with the </a:t>
            </a:r>
            <a:r>
              <a:rPr lang="de-DE" sz="1600" b="1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&amp;mut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operator.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rgbClr val="0070C0"/>
                </a:solidFill>
                <a:effectLst/>
                <a:uFillTx/>
                <a:latin typeface="Arial"/>
              </a:rPr>
              <a:t>A resource owner cannot be moved or modified while mutably borrowed.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Reason: Rust prevents having two ways to mutate an owned value because it introduces the possibility of a data race.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Example: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80" name="TextBox 1"/>
          <p:cNvSpPr/>
          <p:nvPr/>
        </p:nvSpPr>
        <p:spPr>
          <a:xfrm>
            <a:off x="4212000" y="2877480"/>
            <a:ext cx="4608000" cy="171972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fn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main() {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   let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</a:t>
            </a: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mut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foo = Foo { x: </a:t>
            </a:r>
            <a:r>
              <a:rPr lang="en-GB" sz="12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42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};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   let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f = &amp;</a:t>
            </a: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mut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foo;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   let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g = &amp;</a:t>
            </a: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mut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foo;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</a:t>
            </a:r>
            <a:br>
              <a:rPr sz="1200"/>
            </a:b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do_something(f);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do_something(g);</a:t>
            </a:r>
            <a:br>
              <a:rPr sz="1200"/>
            </a:b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1" name="Gewitterblitz 2"/>
          <p:cNvSpPr/>
          <p:nvPr/>
        </p:nvSpPr>
        <p:spPr>
          <a:xfrm rot="3039000">
            <a:off x="6053760" y="3942720"/>
            <a:ext cx="448920" cy="406440"/>
          </a:xfrm>
          <a:prstGeom prst="lightningBolt">
            <a:avLst/>
          </a:prstGeom>
          <a:solidFill>
            <a:srgbClr val="FF0000"/>
          </a:solidFill>
          <a:ln w="2540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82" name="TextBox 4"/>
          <p:cNvSpPr/>
          <p:nvPr/>
        </p:nvSpPr>
        <p:spPr>
          <a:xfrm>
            <a:off x="1041840" y="2881080"/>
            <a:ext cx="2953800" cy="192492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struct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Foo {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x: i32,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fn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do_something(f: &amp;</a:t>
            </a: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mut 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Foo) {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println</a:t>
            </a: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!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(</a:t>
            </a:r>
            <a:r>
              <a:rPr lang="en-GB" sz="12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"{}"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, f.x);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f.x += 1;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8000"/>
                </a:solidFill>
                <a:effectLst/>
                <a:uFillTx/>
                <a:latin typeface="Menlo"/>
              </a:rPr>
              <a:t>   // 'f' is dropped here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3" name="Rectangle 2"/>
          <p:cNvSpPr/>
          <p:nvPr/>
        </p:nvSpPr>
        <p:spPr>
          <a:xfrm>
            <a:off x="7668360" y="2904480"/>
            <a:ext cx="1061640" cy="32364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mut-borrow.rs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32B60FD3-1BF1-43FF-8D85-A0A7C5699288}" type="slidenum">
              <a:t>45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7231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Borrowing ownership with mutable references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85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29440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Example: done right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86" name="TextBox 3"/>
          <p:cNvSpPr/>
          <p:nvPr/>
        </p:nvSpPr>
        <p:spPr>
          <a:xfrm>
            <a:off x="4212000" y="2877480"/>
            <a:ext cx="4608000" cy="130932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fn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main() {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   let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</a:t>
            </a: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mut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foo = Foo { x: </a:t>
            </a:r>
            <a:r>
              <a:rPr lang="en-GB" sz="12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42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};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</a:t>
            </a:r>
            <a:br>
              <a:rPr sz="1200"/>
            </a:b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do_something(&amp;</a:t>
            </a: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mut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foo);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do_something(&amp;</a:t>
            </a: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mut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foo);</a:t>
            </a:r>
            <a:br>
              <a:rPr sz="1200"/>
            </a:b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7" name="TextBox 9"/>
          <p:cNvSpPr/>
          <p:nvPr/>
        </p:nvSpPr>
        <p:spPr>
          <a:xfrm>
            <a:off x="1041840" y="2881080"/>
            <a:ext cx="2953800" cy="192492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struct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Foo {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x: i32,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fn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do_something(f: Foo) {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println</a:t>
            </a: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!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(</a:t>
            </a:r>
            <a:r>
              <a:rPr lang="en-GB" sz="12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"{}"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, f.x);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f.x += 1;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8000"/>
                </a:solidFill>
                <a:effectLst/>
                <a:uFillTx/>
                <a:latin typeface="Menlo"/>
              </a:rPr>
              <a:t>   // 'f' is dropped here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8" name="Rectangle 10"/>
          <p:cNvSpPr/>
          <p:nvPr/>
        </p:nvSpPr>
        <p:spPr>
          <a:xfrm>
            <a:off x="7668360" y="2904480"/>
            <a:ext cx="1061640" cy="32364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mut-borrow.rs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89" name="Gruppierung 10"/>
          <p:cNvGrpSpPr/>
          <p:nvPr/>
        </p:nvGrpSpPr>
        <p:grpSpPr>
          <a:xfrm>
            <a:off x="6801120" y="3397320"/>
            <a:ext cx="482400" cy="436680"/>
            <a:chOff x="6801120" y="3397320"/>
            <a:chExt cx="482400" cy="436680"/>
          </a:xfrm>
        </p:grpSpPr>
        <p:sp>
          <p:nvSpPr>
            <p:cNvPr id="1490" name="Rechteck 12"/>
            <p:cNvSpPr/>
            <p:nvPr/>
          </p:nvSpPr>
          <p:spPr>
            <a:xfrm flipV="1" rot="1984800">
              <a:off x="7077600" y="3382560"/>
              <a:ext cx="86040" cy="464760"/>
            </a:xfrm>
            <a:prstGeom prst="rect">
              <a:avLst/>
            </a:prstGeom>
            <a:solidFill>
              <a:srgbClr val="2DC01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1" name="Rechteck 14"/>
            <p:cNvSpPr/>
            <p:nvPr/>
          </p:nvSpPr>
          <p:spPr>
            <a:xfrm flipV="1" rot="18169200">
              <a:off x="6888960" y="3591360"/>
              <a:ext cx="90000" cy="259200"/>
            </a:xfrm>
            <a:prstGeom prst="rect">
              <a:avLst/>
            </a:prstGeom>
            <a:solidFill>
              <a:srgbClr val="2DC01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AEE666EA-4EED-48C9-8C68-F1356149A513}" type="slidenum">
              <a:t>46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Dereferencing for copyable types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93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Dereferencing is done using the </a:t>
            </a:r>
            <a:r>
              <a:rPr lang="de-DE" sz="16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*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operator 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You can read/write the owner's value 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541440" lvl="1" indent="-274680" algn="l" defTabSz="914400">
              <a:lnSpc>
                <a:spcPct val="90000"/>
              </a:lnSpc>
              <a:spcBef>
                <a:spcPts val="601"/>
              </a:spcBef>
              <a:buClr>
                <a:srgbClr val="B5CBD6"/>
              </a:buClr>
              <a:buFont typeface="Wingdings 2" charset="2"/>
              <a:buChar char=""/>
            </a:pPr>
            <a:r>
              <a:rPr lang="de-DE" sz="1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Or you get a copy of an owned value, if the value has copyable type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94" name="TextBox 1"/>
          <p:cNvSpPr/>
          <p:nvPr/>
        </p:nvSpPr>
        <p:spPr>
          <a:xfrm>
            <a:off x="2261880" y="2223000"/>
            <a:ext cx="5330520" cy="171972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fn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main() {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   let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</a:t>
            </a: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mut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val1 = </a:t>
            </a:r>
            <a:r>
              <a:rPr lang="en-GB" sz="12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42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   let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ref1 = &amp;</a:t>
            </a: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mut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val1;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   let</a:t>
            </a: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 val2 = *ref1;</a:t>
            </a:r>
            <a:r>
              <a:rPr lang="en-GB" sz="1200" b="0" u="none" strike="noStrike">
                <a:solidFill>
                  <a:srgbClr val="008000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 // get a copy of the owner's value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*ref1 = </a:t>
            </a:r>
            <a:r>
              <a:rPr lang="en-GB" sz="1200" b="0" u="none" strike="noStrike">
                <a:solidFill>
                  <a:srgbClr val="098658"/>
                </a:solidFill>
                <a:effectLst/>
                <a:uFillTx/>
                <a:latin typeface="Menlo"/>
              </a:rPr>
              <a:t>13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;</a:t>
            </a:r>
            <a:r>
              <a:rPr lang="en-GB" sz="1200" b="0" u="none" strike="noStrike">
                <a:solidFill>
                  <a:srgbClr val="008000"/>
                </a:solidFill>
                <a:effectLst/>
                <a:uFillTx/>
                <a:latin typeface="Menlo"/>
              </a:rPr>
              <a:t> // set the reference's owner's value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println</a:t>
            </a: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!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(</a:t>
            </a:r>
            <a:r>
              <a:rPr lang="en-GB" sz="12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"{}"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, val2);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  println</a:t>
            </a: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!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(</a:t>
            </a:r>
            <a:r>
              <a:rPr lang="en-GB" sz="1200" b="0" u="none" strike="noStrike">
                <a:solidFill>
                  <a:srgbClr val="A31515"/>
                </a:solidFill>
                <a:effectLst/>
                <a:uFillTx/>
                <a:latin typeface="Menlo"/>
              </a:rPr>
              <a:t>"{}"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, val1);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5" name="TextBox 3"/>
          <p:cNvSpPr/>
          <p:nvPr/>
        </p:nvSpPr>
        <p:spPr>
          <a:xfrm>
            <a:off x="2261880" y="4118760"/>
            <a:ext cx="5330520" cy="71568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rgbClr val="00FA00"/>
                </a:solidFill>
                <a:effectLst/>
                <a:highlight>
                  <a:srgbClr val="000000"/>
                </a:highlight>
                <a:uFillTx/>
                <a:latin typeface="Consolas"/>
              </a:rPr>
              <a:t>MBP22:tmp mschoett1$ ./test</a:t>
            </a:r>
            <a:endParaRPr lang="de-DE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rgbClr val="00FA00"/>
                </a:solidFill>
                <a:effectLst/>
                <a:highlight>
                  <a:srgbClr val="000000"/>
                </a:highlight>
                <a:uFillTx/>
                <a:latin typeface="Consolas"/>
              </a:rPr>
              <a:t>42</a:t>
            </a:r>
            <a:endParaRPr lang="de-DE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DE" sz="1350" b="0" u="none" strike="noStrike">
                <a:solidFill>
                  <a:srgbClr val="00FA00"/>
                </a:solidFill>
                <a:effectLst/>
                <a:highlight>
                  <a:srgbClr val="000000"/>
                </a:highlight>
                <a:uFillTx/>
                <a:latin typeface="Consolas"/>
              </a:rPr>
              <a:t>13</a:t>
            </a:r>
            <a:endParaRPr lang="de-DE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6" name="Rectangle 2"/>
          <p:cNvSpPr/>
          <p:nvPr/>
        </p:nvSpPr>
        <p:spPr>
          <a:xfrm>
            <a:off x="6732360" y="2250720"/>
            <a:ext cx="841680" cy="32364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deref.rs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97" name="Gruppierung 10"/>
          <p:cNvGrpSpPr/>
          <p:nvPr/>
        </p:nvGrpSpPr>
        <p:grpSpPr>
          <a:xfrm>
            <a:off x="4640760" y="2427120"/>
            <a:ext cx="482400" cy="436680"/>
            <a:chOff x="4640760" y="2427120"/>
            <a:chExt cx="482400" cy="436680"/>
          </a:xfrm>
        </p:grpSpPr>
        <p:sp>
          <p:nvSpPr>
            <p:cNvPr id="1498" name="Rechteck 12"/>
            <p:cNvSpPr/>
            <p:nvPr/>
          </p:nvSpPr>
          <p:spPr>
            <a:xfrm flipV="1" rot="1984800">
              <a:off x="4917240" y="2412360"/>
              <a:ext cx="86040" cy="464760"/>
            </a:xfrm>
            <a:prstGeom prst="rect">
              <a:avLst/>
            </a:prstGeom>
            <a:solidFill>
              <a:srgbClr val="2DC01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9" name="Rechteck 14"/>
            <p:cNvSpPr/>
            <p:nvPr/>
          </p:nvSpPr>
          <p:spPr>
            <a:xfrm flipV="1" rot="18169200">
              <a:off x="4728600" y="2621160"/>
              <a:ext cx="90000" cy="259200"/>
            </a:xfrm>
            <a:prstGeom prst="rect">
              <a:avLst/>
            </a:prstGeom>
            <a:solidFill>
              <a:srgbClr val="2DC01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5236D19D-3105-4E61-B478-C37C718A2900}" type="slidenum">
              <a:t>47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Dereferencing for non-copyable types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01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Dereferencing is done using the </a:t>
            </a:r>
            <a:r>
              <a:rPr lang="de-DE" sz="16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*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operator 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value is moved, if the value has a non-copyable type!, e.g. struct types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02" name="TextBox 1"/>
          <p:cNvSpPr/>
          <p:nvPr/>
        </p:nvSpPr>
        <p:spPr>
          <a:xfrm>
            <a:off x="827640" y="2799360"/>
            <a:ext cx="6525360" cy="171972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fn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main() {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  let</a:t>
            </a: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</a:t>
            </a:r>
            <a:r>
              <a:rPr lang="en-GB" sz="1200" b="0" u="none" strike="noStrike">
                <a:solidFill>
                  <a:srgbClr val="0000FF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mut</a:t>
            </a: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foo1 = Foo { x: </a:t>
            </a:r>
            <a:r>
              <a:rPr lang="en-GB" sz="1200" b="0" u="none" strike="noStrike">
                <a:solidFill>
                  <a:srgbClr val="098658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42</a:t>
            </a: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};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   let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ref1 = &amp;</a:t>
            </a: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mut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foo1;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   let</a:t>
            </a: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 foo2 = *ref1;</a:t>
            </a:r>
            <a:r>
              <a:rPr lang="en-GB" sz="1200" b="0" u="none" strike="noStrike">
                <a:solidFill>
                  <a:srgbClr val="008000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 // move required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  (*ref1).x = </a:t>
            </a:r>
            <a:r>
              <a:rPr lang="en-GB" sz="1200" b="0" u="none" strike="noStrike">
                <a:solidFill>
                  <a:srgbClr val="098658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13</a:t>
            </a: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;  </a:t>
            </a:r>
            <a:r>
              <a:rPr lang="en-GB" sz="1200" b="0" u="none" strike="noStrike">
                <a:solidFill>
                  <a:srgbClr val="008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// set the reference's owner's value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  println!</a:t>
            </a: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(</a:t>
            </a:r>
            <a:r>
              <a:rPr lang="en-GB" sz="1200" b="0" u="none" strike="noStrike">
                <a:solidFill>
                  <a:srgbClr val="A31515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"{:?}"</a:t>
            </a: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, foo2);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  println!</a:t>
            </a: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(</a:t>
            </a:r>
            <a:r>
              <a:rPr lang="en-GB" sz="1200" b="0" u="none" strike="noStrike">
                <a:solidFill>
                  <a:srgbClr val="A31515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"{:?}"</a:t>
            </a: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, foo1);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3" name="TextBox 5"/>
          <p:cNvSpPr/>
          <p:nvPr/>
        </p:nvSpPr>
        <p:spPr>
          <a:xfrm>
            <a:off x="827640" y="1900080"/>
            <a:ext cx="6525360" cy="89892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#[derive(Debug)]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struct</a:t>
            </a: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Foo {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  x: i32,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}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4" name="Gewitterblitz 2"/>
          <p:cNvSpPr/>
          <p:nvPr/>
        </p:nvSpPr>
        <p:spPr>
          <a:xfrm rot="3039000">
            <a:off x="4313520" y="3144600"/>
            <a:ext cx="448920" cy="406440"/>
          </a:xfrm>
          <a:prstGeom prst="lightningBolt">
            <a:avLst/>
          </a:prstGeom>
          <a:solidFill>
            <a:srgbClr val="FF0000"/>
          </a:solidFill>
          <a:ln w="2540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de-DE" sz="13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05" name="Rectangle 2"/>
          <p:cNvSpPr/>
          <p:nvPr/>
        </p:nvSpPr>
        <p:spPr>
          <a:xfrm>
            <a:off x="6462360" y="1968840"/>
            <a:ext cx="845640" cy="32364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deref2.rs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7A079C68-C52F-4FAC-8CB0-6FA80642924E}" type="slidenum">
              <a:t>48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Dereferencing for non-copyable types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07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Dereferencing is done using the </a:t>
            </a:r>
            <a:r>
              <a:rPr lang="de-DE" sz="16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*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operator 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value is moved, if the value has a non-copyable type!, e.g. struct types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08" name="TextBox 1"/>
          <p:cNvSpPr/>
          <p:nvPr/>
        </p:nvSpPr>
        <p:spPr>
          <a:xfrm>
            <a:off x="827640" y="3151080"/>
            <a:ext cx="6525360" cy="171972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fn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main() {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  let</a:t>
            </a: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</a:t>
            </a:r>
            <a:r>
              <a:rPr lang="en-GB" sz="1200" b="0" u="none" strike="noStrike">
                <a:solidFill>
                  <a:srgbClr val="0000FF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mut</a:t>
            </a: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foo1 = Foo { x: </a:t>
            </a:r>
            <a:r>
              <a:rPr lang="en-GB" sz="1200" b="0" u="none" strike="noStrike">
                <a:solidFill>
                  <a:srgbClr val="098658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42</a:t>
            </a: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};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   let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ref1 = &amp;</a:t>
            </a:r>
            <a:r>
              <a:rPr lang="en-GB" sz="1200" b="0" u="none" strike="noStrike">
                <a:solidFill>
                  <a:srgbClr val="0000FF"/>
                </a:solidFill>
                <a:effectLst/>
                <a:uFillTx/>
                <a:latin typeface="Menlo"/>
              </a:rPr>
              <a:t>mut</a:t>
            </a: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 foo1;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   let</a:t>
            </a: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 foo2 = *ref1;</a:t>
            </a:r>
            <a:r>
              <a:rPr lang="en-GB" sz="1200" b="0" u="none" strike="noStrike">
                <a:solidFill>
                  <a:srgbClr val="008000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 // implicit copy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  (*ref1).x = </a:t>
            </a:r>
            <a:r>
              <a:rPr lang="en-GB" sz="1200" b="0" u="none" strike="noStrike">
                <a:solidFill>
                  <a:srgbClr val="098658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13</a:t>
            </a: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;  </a:t>
            </a:r>
            <a:r>
              <a:rPr lang="en-GB" sz="1200" b="0" u="none" strike="noStrike">
                <a:solidFill>
                  <a:srgbClr val="008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// set the reference's owner's value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  println!</a:t>
            </a: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(</a:t>
            </a:r>
            <a:r>
              <a:rPr lang="en-GB" sz="1200" b="0" u="none" strike="noStrike">
                <a:solidFill>
                  <a:srgbClr val="A31515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"{:?}"</a:t>
            </a: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, foo2);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  println!</a:t>
            </a: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(</a:t>
            </a:r>
            <a:r>
              <a:rPr lang="en-GB" sz="1200" b="0" u="none" strike="noStrike">
                <a:solidFill>
                  <a:srgbClr val="A31515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"{:?}"</a:t>
            </a: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, foo1);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uFillTx/>
                <a:latin typeface="Menlo"/>
              </a:rPr>
              <a:t>}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9" name="TextBox 5"/>
          <p:cNvSpPr/>
          <p:nvPr/>
        </p:nvSpPr>
        <p:spPr>
          <a:xfrm>
            <a:off x="827640" y="1900080"/>
            <a:ext cx="6525360" cy="126828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#[derive(Debug)]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#[derive(Clone)]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ct val="100000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#[derive(Copy)]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FF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struct</a:t>
            </a: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Foo {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   x: i32,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99"/>
              </a:lnSpc>
            </a:pPr>
            <a:r>
              <a:rPr lang="en-GB" sz="1200" b="0" u="none" strike="noStrike">
                <a:solidFill>
                  <a:srgbClr val="000000"/>
                </a:solidFill>
                <a:effectLst/>
                <a:highlight>
                  <a:srgbClr val="F8FFD4"/>
                </a:highlight>
                <a:uFillTx/>
                <a:latin typeface="Menlo"/>
              </a:rPr>
              <a:t>}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0" name="Rectangle 2"/>
          <p:cNvSpPr/>
          <p:nvPr/>
        </p:nvSpPr>
        <p:spPr>
          <a:xfrm>
            <a:off x="6462360" y="1968840"/>
            <a:ext cx="845640" cy="32364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0" tIns="0" rIns="0" bIns="0" anchor="ctr">
            <a:noAutofit/>
          </a:bodyPr>
          <a:p>
            <a:pPr algn="ctr" defTabSz="686160">
              <a:lnSpc>
                <a:spcPct val="100000"/>
              </a:lnSpc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deref2.rs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11" name="Gruppierung 10"/>
          <p:cNvGrpSpPr/>
          <p:nvPr/>
        </p:nvGrpSpPr>
        <p:grpSpPr>
          <a:xfrm>
            <a:off x="2498400" y="2071080"/>
            <a:ext cx="482400" cy="436680"/>
            <a:chOff x="2498400" y="2071080"/>
            <a:chExt cx="482400" cy="436680"/>
          </a:xfrm>
        </p:grpSpPr>
        <p:sp>
          <p:nvSpPr>
            <p:cNvPr id="1512" name="Rechteck 12"/>
            <p:cNvSpPr/>
            <p:nvPr/>
          </p:nvSpPr>
          <p:spPr>
            <a:xfrm flipV="1" rot="1984800">
              <a:off x="2774880" y="2056320"/>
              <a:ext cx="86040" cy="464760"/>
            </a:xfrm>
            <a:prstGeom prst="rect">
              <a:avLst/>
            </a:prstGeom>
            <a:solidFill>
              <a:srgbClr val="2DC01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3" name="Rechteck 14"/>
            <p:cNvSpPr/>
            <p:nvPr/>
          </p:nvSpPr>
          <p:spPr>
            <a:xfrm flipV="1" rot="18169200">
              <a:off x="2586240" y="2265120"/>
              <a:ext cx="90000" cy="259200"/>
            </a:xfrm>
            <a:prstGeom prst="rect">
              <a:avLst/>
            </a:prstGeom>
            <a:solidFill>
              <a:srgbClr val="2DC01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14" name="Gruppierung 10"/>
          <p:cNvGrpSpPr/>
          <p:nvPr/>
        </p:nvGrpSpPr>
        <p:grpSpPr>
          <a:xfrm>
            <a:off x="4386240" y="3492000"/>
            <a:ext cx="482400" cy="436680"/>
            <a:chOff x="4386240" y="3492000"/>
            <a:chExt cx="482400" cy="436680"/>
          </a:xfrm>
        </p:grpSpPr>
        <p:sp>
          <p:nvSpPr>
            <p:cNvPr id="1515" name="Rechteck 12"/>
            <p:cNvSpPr/>
            <p:nvPr/>
          </p:nvSpPr>
          <p:spPr>
            <a:xfrm flipV="1" rot="1984800">
              <a:off x="4662720" y="3477240"/>
              <a:ext cx="86040" cy="464760"/>
            </a:xfrm>
            <a:prstGeom prst="rect">
              <a:avLst/>
            </a:prstGeom>
            <a:solidFill>
              <a:srgbClr val="2DC01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6" name="Rechteck 14"/>
            <p:cNvSpPr/>
            <p:nvPr/>
          </p:nvSpPr>
          <p:spPr>
            <a:xfrm flipV="1" rot="18169200">
              <a:off x="4474080" y="3686040"/>
              <a:ext cx="90000" cy="259200"/>
            </a:xfrm>
            <a:prstGeom prst="rect">
              <a:avLst/>
            </a:prstGeom>
            <a:solidFill>
              <a:srgbClr val="2DC01C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de-DE" sz="135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3D1B039F-3952-4142-8AC0-E52FAAC05767}" type="slidenum">
              <a:t>49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Dereferencing for non-copyable types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18" name="PlaceHolder 2"/>
          <p:cNvSpPr>
            <a:spLocks noGrp="1"/>
          </p:cNvSpPr>
          <p:nvPr>
            <p:ph type="ftr" idx="59"/>
          </p:nvPr>
        </p:nvSpPr>
        <p:spPr>
          <a:xfrm>
            <a:off x="628560" y="4975560"/>
            <a:ext cx="7129440" cy="14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6160">
              <a:lnSpc>
                <a:spcPct val="100000"/>
              </a:lnSpc>
              <a:buNone/>
              <a:def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686160">
              <a:lnSpc>
                <a:spcPct val="100000"/>
              </a:lnSpc>
              <a:buNone/>
            </a:pPr>
            <a:r>
              <a:rPr lang="de-DE" sz="9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Borrowing</a:t>
            </a:r>
            <a:endParaRPr lang="de-DE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9" name="PlaceHolder 3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Copy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implicit, inexpensive, and cannot be re-implemented.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Clone</a:t>
            </a: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 is explicit, may be expensive, and may be re-implemented.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B03B7B02-04D2-456D-BF59-A4F8CCB9F4CC}" type="slidenum">
              <a:t>50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Q1: What is wrong here?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21" name="TextBox 10"/>
          <p:cNvSpPr/>
          <p:nvPr/>
        </p:nvSpPr>
        <p:spPr>
          <a:xfrm>
            <a:off x="526680" y="1263960"/>
            <a:ext cx="6826320" cy="173340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v1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y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2.0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}; 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v2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3.0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y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4.0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}; 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v3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add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(v1, v2);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br>
              <a:rPr sz="1350"/>
            </a:b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println!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"Result: ({}, {})"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v3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x, v3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y);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println!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"Result: ({}, {})"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v1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x, v1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y);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28D0A82E-2D9B-4AB4-9AD6-1E073DACAE00}" type="slidenum">
              <a:t>51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Q1: What is wrong here?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23" name="TextBox 10"/>
          <p:cNvSpPr/>
          <p:nvPr/>
        </p:nvSpPr>
        <p:spPr>
          <a:xfrm>
            <a:off x="526680" y="1263960"/>
            <a:ext cx="6826320" cy="173340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v1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y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2.0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}; 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v2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3.0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y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4.0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}; 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v3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add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(v1, v2);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br>
              <a:rPr sz="1350"/>
            </a:b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println!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"Result: ({}, {})"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v3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x, v3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y);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   println!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"Result: ({}, {})"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, v1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x, v1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y);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24" name="Picture 3"/>
          <p:cNvPicPr/>
          <p:nvPr/>
        </p:nvPicPr>
        <p:blipFill>
          <a:blip r:embed="rId1"/>
          <a:stretch/>
        </p:blipFill>
        <p:spPr>
          <a:xfrm>
            <a:off x="526680" y="3086640"/>
            <a:ext cx="8447760" cy="180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E6FC4CC5-66FD-4E84-93BC-9F2C3C1CB038}" type="slidenum">
              <a:t>52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Q1: What is wrong here?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26" name="TextBox 1"/>
          <p:cNvSpPr/>
          <p:nvPr/>
        </p:nvSpPr>
        <p:spPr>
          <a:xfrm>
            <a:off x="526680" y="1162440"/>
            <a:ext cx="5125320" cy="255420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struct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f64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y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f64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br>
              <a:rPr sz="1350"/>
            </a:b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add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(v1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&amp;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v2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DE" sz="135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&amp;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-&gt;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Vector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   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v1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x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+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v2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x,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   y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v1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y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+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v2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y,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  <a:tabLst>
                <a:tab pos="1949400" algn="l"/>
              </a:tabLst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7" name="TextBox 2"/>
          <p:cNvSpPr/>
          <p:nvPr/>
        </p:nvSpPr>
        <p:spPr>
          <a:xfrm>
            <a:off x="4068000" y="3120840"/>
            <a:ext cx="5008320" cy="173340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v1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y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2.0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}; 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v2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3.0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y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4.0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}; 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v3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add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&amp;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v1, </a:t>
            </a:r>
            <a:r>
              <a:rPr lang="en-GB" sz="1350" b="0" u="none" strike="noStrike">
                <a:solidFill>
                  <a:srgbClr val="24292E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&amp;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v2);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br>
              <a:rPr sz="1350"/>
            </a:b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println!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"Result: ({}, {})"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v3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x, v3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y);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println!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"Result: ({}, {})"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v1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x, v1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y);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8" name="Inhaltsplatzhalter 7"/>
          <p:cNvSpPr/>
          <p:nvPr/>
        </p:nvSpPr>
        <p:spPr>
          <a:xfrm>
            <a:off x="4077000" y="1412640"/>
            <a:ext cx="3452040" cy="358200"/>
          </a:xfrm>
          <a:prstGeom prst="rect">
            <a:avLst/>
          </a:prstGeom>
          <a:solidFill>
            <a:schemeClr val="bg1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36000" tIns="36000" rIns="36000" bIns="36000" anchor="t">
            <a:noAutofit/>
          </a:bodyPr>
          <a:p>
            <a:pPr algn="ctr" defTabSz="914400">
              <a:lnSpc>
                <a:spcPct val="9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de-DE" sz="2000" b="0" u="none" strike="noStrik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Solution: borrowing v1 and v2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BFFD58E3-7A7E-4A8F-BD0A-3E7221248FF9}" type="slidenum">
              <a:t>53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Q2: What is wrong here?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30" name="TextBox 4"/>
          <p:cNvSpPr/>
          <p:nvPr/>
        </p:nvSpPr>
        <p:spPr>
          <a:xfrm>
            <a:off x="526680" y="1162440"/>
            <a:ext cx="3036960" cy="255420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struct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 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f64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y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f64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br>
              <a:rPr sz="1350"/>
            </a:b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impl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double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self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      self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x </a:t>
            </a:r>
            <a:r>
              <a:rPr lang="en-GB" sz="1350" b="0" u="sng" strike="noStrike">
                <a:solidFill>
                  <a:srgbClr val="D73A49"/>
                </a:solidFill>
                <a:effectLst/>
                <a:uFillTx/>
                <a:latin typeface="Menlo"/>
              </a:rPr>
              <a:t>*=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2.0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      self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y </a:t>
            </a:r>
            <a:r>
              <a:rPr lang="en-GB" sz="1350" b="0" u="sng" strike="noStrike">
                <a:solidFill>
                  <a:srgbClr val="D73A49"/>
                </a:solidFill>
                <a:effectLst/>
                <a:uFillTx/>
                <a:latin typeface="Menlo"/>
              </a:rPr>
              <a:t>*=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2.0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1" name="TextBox 5"/>
          <p:cNvSpPr/>
          <p:nvPr/>
        </p:nvSpPr>
        <p:spPr>
          <a:xfrm>
            <a:off x="3780000" y="1162440"/>
            <a:ext cx="4836960" cy="173340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v1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 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y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2.0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};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v2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v1;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br>
              <a:rPr sz="1350"/>
            </a:b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v1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double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(); 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println!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"borrow = ({}, {})"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v2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x, v2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y);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CD21C218-F26D-4C81-B851-1053634A1C70}" type="slidenum">
              <a:t>54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Q2: What is wrong here?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33" name="TextBox 4"/>
          <p:cNvSpPr/>
          <p:nvPr/>
        </p:nvSpPr>
        <p:spPr>
          <a:xfrm>
            <a:off x="526680" y="1162440"/>
            <a:ext cx="3036960" cy="132300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impl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double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self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      self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x </a:t>
            </a:r>
            <a:r>
              <a:rPr lang="en-GB" sz="1350" b="0" u="sng" strike="noStrike">
                <a:solidFill>
                  <a:srgbClr val="D73A49"/>
                </a:solidFill>
                <a:effectLst/>
                <a:uFillTx/>
                <a:latin typeface="Menlo"/>
              </a:rPr>
              <a:t>*=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2.0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      self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y </a:t>
            </a:r>
            <a:r>
              <a:rPr lang="en-GB" sz="1350" b="0" u="sng" strike="noStrike">
                <a:solidFill>
                  <a:srgbClr val="D73A49"/>
                </a:solidFill>
                <a:effectLst/>
                <a:uFillTx/>
                <a:latin typeface="Menlo"/>
              </a:rPr>
              <a:t>*=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2.0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4" name="TextBox 5"/>
          <p:cNvSpPr/>
          <p:nvPr/>
        </p:nvSpPr>
        <p:spPr>
          <a:xfrm>
            <a:off x="3780000" y="1162440"/>
            <a:ext cx="4836960" cy="169164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v1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 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y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2.0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};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v2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v1;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br>
              <a:rPr sz="1350"/>
            </a:b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v1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double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(); 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println!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"borrow = ({}, {})"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v2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x, v2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y);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5" name="Picture 1"/>
          <p:cNvPicPr/>
          <p:nvPr/>
        </p:nvPicPr>
        <p:blipFill>
          <a:blip r:embed="rId1"/>
          <a:stretch/>
        </p:blipFill>
        <p:spPr>
          <a:xfrm>
            <a:off x="685800" y="3165480"/>
            <a:ext cx="7772040" cy="195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8611CEF8-1C10-449B-86F3-BD4653189909}" type="slidenum">
              <a:t>55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Q3: What is wrong here?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37" name="TextBox 4"/>
          <p:cNvSpPr/>
          <p:nvPr/>
        </p:nvSpPr>
        <p:spPr>
          <a:xfrm>
            <a:off x="526680" y="1162440"/>
            <a:ext cx="3036960" cy="255420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struct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 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f64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y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f64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br>
              <a:rPr sz="1350"/>
            </a:b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impl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double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self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      self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x </a:t>
            </a:r>
            <a:r>
              <a:rPr lang="en-GB" sz="1350" b="0" u="sng" strike="noStrike">
                <a:solidFill>
                  <a:srgbClr val="D73A49"/>
                </a:solidFill>
                <a:effectLst/>
                <a:uFillTx/>
                <a:latin typeface="Menlo"/>
              </a:rPr>
              <a:t>*=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2.0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      self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y </a:t>
            </a:r>
            <a:r>
              <a:rPr lang="en-GB" sz="1350" b="0" u="sng" strike="noStrike">
                <a:solidFill>
                  <a:srgbClr val="D73A49"/>
                </a:solidFill>
                <a:effectLst/>
                <a:uFillTx/>
                <a:latin typeface="Menlo"/>
              </a:rPr>
              <a:t>*=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2.0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8" name="TextBox 5"/>
          <p:cNvSpPr/>
          <p:nvPr/>
        </p:nvSpPr>
        <p:spPr>
          <a:xfrm>
            <a:off x="3780000" y="1162440"/>
            <a:ext cx="4836960" cy="193860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v1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 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y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2.0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};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br>
              <a:rPr sz="1350"/>
            </a:br>
            <a:r>
              <a:rPr lang="en-GB" sz="1350" b="0" u="none" strike="noStrike">
                <a:solidFill>
                  <a:srgbClr val="6A737D"/>
                </a:solidFill>
                <a:effectLst/>
                <a:uFillTx/>
                <a:latin typeface="Menlo"/>
              </a:rPr>
              <a:t>   // Mutable borrow of v1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v2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&amp;mut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v1;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br>
              <a:rPr sz="1350"/>
            </a:b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v1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double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(); 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println!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"borrow = ({}, {})"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v2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x, v2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y);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E693E097-49AC-4AFE-AD4D-62D0BE5550BD}" type="slidenum">
              <a:t>56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DE" sz="27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Q3: What is wrong here?</a:t>
            </a:r>
            <a:endParaRPr lang="de-DE" sz="27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40" name="TextBox 4"/>
          <p:cNvSpPr/>
          <p:nvPr/>
        </p:nvSpPr>
        <p:spPr>
          <a:xfrm>
            <a:off x="526680" y="1162440"/>
            <a:ext cx="3036960" cy="132300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impl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double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&amp;mut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self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      self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x </a:t>
            </a:r>
            <a:r>
              <a:rPr lang="en-GB" sz="1350" b="0" u="sng" strike="noStrike">
                <a:solidFill>
                  <a:srgbClr val="D73A49"/>
                </a:solidFill>
                <a:effectLst/>
                <a:uFillTx/>
                <a:latin typeface="Menlo"/>
              </a:rPr>
              <a:t>*=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2.0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      self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y </a:t>
            </a:r>
            <a:r>
              <a:rPr lang="en-GB" sz="1350" b="0" u="sng" strike="noStrike">
                <a:solidFill>
                  <a:srgbClr val="D73A49"/>
                </a:solidFill>
                <a:effectLst/>
                <a:uFillTx/>
                <a:latin typeface="Menlo"/>
              </a:rPr>
              <a:t>*=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2.0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  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1" name="TextBox 5"/>
          <p:cNvSpPr/>
          <p:nvPr/>
        </p:nvSpPr>
        <p:spPr>
          <a:xfrm>
            <a:off x="3780000" y="1162440"/>
            <a:ext cx="4836960" cy="1938600"/>
          </a:xfrm>
          <a:prstGeom prst="rect">
            <a:avLst/>
          </a:prstGeom>
          <a:solidFill>
            <a:srgbClr val="F8FF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fn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main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 {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v1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Vector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{ x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1.0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y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: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005CC5"/>
                </a:solidFill>
                <a:effectLst/>
                <a:uFillTx/>
                <a:latin typeface="Menlo"/>
              </a:rPr>
              <a:t>2.0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};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br>
              <a:rPr sz="1350"/>
            </a:br>
            <a:r>
              <a:rPr lang="en-GB" sz="1350" b="0" u="none" strike="noStrike">
                <a:solidFill>
                  <a:srgbClr val="6A737D"/>
                </a:solidFill>
                <a:effectLst/>
                <a:uFillTx/>
                <a:latin typeface="Menlo"/>
              </a:rPr>
              <a:t>   // Mutable borrow of v1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let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v2 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=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 </a:t>
            </a:r>
            <a:r>
              <a:rPr lang="en-GB" sz="1350" b="0" u="none" strike="noStrike">
                <a:solidFill>
                  <a:srgbClr val="D73A49"/>
                </a:solidFill>
                <a:effectLst/>
                <a:highlight>
                  <a:srgbClr val="FFFF00"/>
                </a:highlight>
                <a:uFillTx/>
                <a:latin typeface="Menlo"/>
              </a:rPr>
              <a:t>&amp;mut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v1;</a:t>
            </a:r>
            <a:br>
              <a:rPr sz="1350"/>
            </a:br>
            <a:br>
              <a:rPr sz="1350"/>
            </a:b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   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v1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double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(); 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6F42C1"/>
                </a:solidFill>
                <a:effectLst/>
                <a:uFillTx/>
                <a:latin typeface="Menlo"/>
              </a:rPr>
              <a:t>   println!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(</a:t>
            </a:r>
            <a:r>
              <a:rPr lang="en-GB" sz="1350" b="0" u="none" strike="noStrike">
                <a:solidFill>
                  <a:srgbClr val="032F62"/>
                </a:solidFill>
                <a:effectLst/>
                <a:uFillTx/>
                <a:latin typeface="Menlo"/>
              </a:rPr>
              <a:t>"borrow = ({}, {})"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, v2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x, v2</a:t>
            </a:r>
            <a:r>
              <a:rPr lang="en-GB" sz="1350" b="0" u="none" strike="noStrike">
                <a:solidFill>
                  <a:srgbClr val="D73A49"/>
                </a:solidFill>
                <a:effectLst/>
                <a:uFillTx/>
                <a:latin typeface="Menlo"/>
              </a:rPr>
              <a:t>.</a:t>
            </a: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y);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686160">
              <a:lnSpc>
                <a:spcPts val="1576"/>
              </a:lnSpc>
            </a:pPr>
            <a:r>
              <a:rPr lang="en-GB" sz="1350" b="0" u="none" strike="noStrike">
                <a:solidFill>
                  <a:srgbClr val="24292E"/>
                </a:solidFill>
                <a:effectLst/>
                <a:uFillTx/>
                <a:latin typeface="Menlo"/>
              </a:rPr>
              <a:t>}</a:t>
            </a:r>
            <a:endParaRPr lang="de-DE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2" name="Picture 2"/>
          <p:cNvPicPr/>
          <p:nvPr/>
        </p:nvPicPr>
        <p:blipFill>
          <a:blip r:embed="rId1"/>
          <a:stretch/>
        </p:blipFill>
        <p:spPr>
          <a:xfrm>
            <a:off x="1195920" y="3134520"/>
            <a:ext cx="6550200" cy="200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4.2 Basics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9CE6C4DF-2F41-450F-9F67-DD7F5E0F104F}" type="slidenum">
              <a:t>57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PlaceHolder 1"/>
          <p:cNvSpPr>
            <a:spLocks noGrp="1"/>
          </p:cNvSpPr>
          <p:nvPr>
            <p:ph type="title"/>
          </p:nvPr>
        </p:nvSpPr>
        <p:spPr>
          <a:xfrm>
            <a:off x="526680" y="330840"/>
            <a:ext cx="6826320" cy="4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Summary of borrowing rules</a:t>
            </a:r>
            <a:endParaRPr lang="de-DE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44" name="PlaceHolder 2"/>
          <p:cNvSpPr>
            <a:spLocks noGrp="1"/>
          </p:cNvSpPr>
          <p:nvPr>
            <p:ph/>
          </p:nvPr>
        </p:nvSpPr>
        <p:spPr>
          <a:xfrm>
            <a:off x="521640" y="1206720"/>
            <a:ext cx="8096040" cy="3707640"/>
          </a:xfrm>
          <a:prstGeom prst="rect">
            <a:avLst/>
          </a:prstGeom>
          <a:noFill/>
          <a:ln w="0">
            <a:noFill/>
          </a:ln>
        </p:spPr>
        <p:txBody>
          <a:bodyPr lIns="0" tIns="72000" rIns="0" bIns="0" anchor="t">
            <a:noAutofit/>
          </a:bodyPr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You can have one mutable reference, or multiple immutable references. </a:t>
            </a:r>
            <a:br>
              <a:rPr sz="1600"/>
            </a:b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But not both.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References are always valid and non-null.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Every value has one owner.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Values are freed when their owner goes out of scope.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Assignment moves values (unless the value is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Copy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, see later).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66760" indent="-266760" algn="l" defTabSz="914400">
              <a:lnSpc>
                <a:spcPct val="90000"/>
              </a:lnSpc>
              <a:spcBef>
                <a:spcPts val="601"/>
              </a:spcBef>
              <a:buClr>
                <a:srgbClr val="006AB3"/>
              </a:buClr>
              <a:buFont typeface="Wingdings 2" charset="2"/>
              <a:buChar char="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 reference can never outlive its value (see later)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601"/>
              </a:spcBef>
              <a:buNone/>
            </a:pP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1"/>
          </p:nvPr>
        </p:nvSpPr>
        <p:spPr/>
        <p:txBody>
          <a:bodyPr/>
          <a:p>
            <a:r>
              <a:t>4.3 References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2"/>
          </p:nvPr>
        </p:nvSpPr>
        <p:spPr/>
        <p:txBody>
          <a:bodyPr/>
          <a:p>
            <a:fld id="{734608A8-66AB-4D40-A1DB-4E290BE7C9FB}" type="slidenum">
              <a:t>58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HU_PPT_Vorlage">
  <a:themeElements>
    <a:clrScheme name="HHU">
      <a:dk1>
        <a:srgbClr val="000000"/>
      </a:dk1>
      <a:lt1>
        <a:srgbClr val="FFFFFF"/>
      </a:lt1>
      <a:dk2>
        <a:srgbClr val="006AB3"/>
      </a:dk2>
      <a:lt2>
        <a:srgbClr val="CCCCCC"/>
      </a:lt2>
      <a:accent1>
        <a:srgbClr val="003964"/>
      </a:accent1>
      <a:accent2>
        <a:srgbClr val="57BAB1"/>
      </a:accent2>
      <a:accent3>
        <a:srgbClr val="EE7F00"/>
      </a:accent3>
      <a:accent4>
        <a:srgbClr val="BE0A26"/>
      </a:accent4>
      <a:accent5>
        <a:srgbClr val="8CB110"/>
      </a:accent5>
      <a:accent6>
        <a:srgbClr val="B5CBD6"/>
      </a:accent6>
      <a:hlink>
        <a:srgbClr val="AEABAB"/>
      </a:hlink>
      <a:folHlink>
        <a:srgbClr val="D0CECE"/>
      </a:folHlink>
    </a:clrScheme>
    <a:fontScheme name="HHU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HHU_PPT_Vorlage</Template>
  <TotalTime>74979</TotalTime>
  <Application>LibreOffice/26.2.2.2$Linux_X86_64 LibreOffice_project/b8d3d8168498fa6cc231901342a3b8d72dd2bb7e</Application>
  <AppVersion>15.0000</AppVersion>
  <Words>4822</Words>
  <Paragraphs>904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2020-08-15T15:36:48Z</dcterms:created>
  <dc:creator>Microsoft Office User</dc:creator>
  <dc:description/>
  <dc:language>de-DE</dc:language>
  <cp:lastModifiedBy/>
  <cp:lastPrinted>2025-11-06T11:29:48Z</cp:lastPrinted>
  <dcterms:modified xsi:type="dcterms:W3CDTF">2026-04-14T15:12:13Z</dcterms:modified>
  <cp:revision>1611</cp:revision>
  <dc:subject/>
  <dc:title>Lorem ipsum  dolor sit amet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56</vt:i4>
  </property>
  <property fmtid="{D5CDD505-2E9C-101B-9397-08002B2CF9AE}" pid="3" name="PresentationFormat">
    <vt:lpwstr>Custom</vt:lpwstr>
  </property>
  <property fmtid="{D5CDD505-2E9C-101B-9397-08002B2CF9AE}" pid="4" name="Slides">
    <vt:i4>57</vt:i4>
  </property>
</Properties>
</file>