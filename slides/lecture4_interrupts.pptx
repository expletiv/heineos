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7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1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9.xml" ContentType="application/vnd.openxmlformats-officedocument.presentationml.slideLayout+xml"/>
  <Override PartName="/ppt/presProps.xml" ContentType="application/vnd.openxmlformats-officedocument.presentationml.presProps+xml"/>
  <Override PartName="/ppt/media/image8.emf" ContentType="image/x-emf"/>
  <Override PartName="/ppt/media/image11.emf" ContentType="image/x-emf"/>
  <Override PartName="/ppt/media/image12.emf" ContentType="image/x-emf"/>
  <Override PartName="/ppt/notesMasters/notesMaster1.xml" ContentType="application/vnd.openxmlformats-officedocument.presentationml.notesMaster+xml"/>
  <Override PartName="/ppt/slides/slide29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21.xml" ContentType="application/vnd.openxmlformats-officedocument.presentationml.slide+xml"/>
  <Override PartName="/ppt/slides/slide34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6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38.xml" ContentType="application/vnd.openxmlformats-officedocument.presentationml.slide+xml"/>
  <Override PartName="/ppt/slides/slide18.xml" ContentType="application/vnd.openxmlformats-officedocument.presentationml.slide+xml"/>
  <Override PartName="/ppt/slides/slide41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37.xml" ContentType="application/vnd.openxmlformats-officedocument.presentationml.slide+xml"/>
  <Override PartName="/ppt/slides/slide16.xml" ContentType="application/vnd.openxmlformats-officedocument.presentationml.slide+xml"/>
  <Override PartName="/ppt/slides/slide40.xml" ContentType="application/vnd.openxmlformats-officedocument.presentationml.slide+xml"/>
  <Override PartName="/ppt/slides/slide2.xml" ContentType="application/vnd.openxmlformats-officedocument.presentationml.slide+xml"/>
  <Override PartName="/ppt/slides/slide23.xml" ContentType="application/vnd.openxmlformats-officedocument.presentationml.slide+xml"/>
  <Override PartName="/ppt/slides/slide25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9.xml" ContentType="application/vnd.openxmlformats-officedocument.presentationml.slide+xml"/>
  <Override PartName="/ppt/slides/slide24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</p:sldIdLst>
  <p:sldSz cx="9144000" cy="514985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7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1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Folie mittels Klicken verschieben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1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der Notizen mittels Klicken bearbeiten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&lt;Kopfzeile&gt;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7" name="PlaceHolder 4"/>
          <p:cNvSpPr>
            <a:spLocks noGrp="1"/>
          </p:cNvSpPr>
          <p:nvPr>
            <p:ph type="dt" idx="5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8" name="PlaceHolder 5"/>
          <p:cNvSpPr>
            <a:spLocks noGrp="1"/>
          </p:cNvSpPr>
          <p:nvPr>
            <p:ph type="ftr" idx="5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9" name="PlaceHolder 6"/>
          <p:cNvSpPr>
            <a:spLocks noGrp="1"/>
          </p:cNvSpPr>
          <p:nvPr>
            <p:ph type="sldNum" idx="5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88374C6-5C39-4D91-B08E-7EA2E0229F86}" type="slidenum"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&lt;Foliennummer&gt;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400" cy="3083760"/>
          </a:xfrm>
          <a:prstGeom prst="rect">
            <a:avLst/>
          </a:prstGeom>
          <a:ln w="0">
            <a:noFill/>
          </a:ln>
        </p:spPr>
      </p:sp>
      <p:sp>
        <p:nvSpPr>
          <p:cNvPr id="15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5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400" cy="3083760"/>
          </a:xfrm>
          <a:prstGeom prst="rect">
            <a:avLst/>
          </a:prstGeom>
          <a:ln w="0">
            <a:noFill/>
          </a:ln>
        </p:spPr>
      </p:sp>
      <p:sp>
        <p:nvSpPr>
          <p:cNvPr id="15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8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400" cy="3083760"/>
          </a:xfrm>
          <a:prstGeom prst="rect">
            <a:avLst/>
          </a:prstGeom>
          <a:ln w="0">
            <a:noFill/>
          </a:ln>
        </p:spPr>
      </p:sp>
      <p:sp>
        <p:nvSpPr>
          <p:cNvPr id="15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1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400" cy="3083760"/>
          </a:xfrm>
          <a:prstGeom prst="rect">
            <a:avLst/>
          </a:prstGeom>
          <a:ln w="0">
            <a:noFill/>
          </a:ln>
        </p:spPr>
      </p:sp>
      <p:sp>
        <p:nvSpPr>
          <p:cNvPr id="15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4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400" cy="3083760"/>
          </a:xfrm>
          <a:prstGeom prst="rect">
            <a:avLst/>
          </a:prstGeom>
          <a:ln w="0">
            <a:noFill/>
          </a:ln>
        </p:spPr>
      </p:sp>
      <p:sp>
        <p:nvSpPr>
          <p:cNvPr id="15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7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400" cy="3083760"/>
          </a:xfrm>
          <a:prstGeom prst="rect">
            <a:avLst/>
          </a:prstGeom>
          <a:ln w="0">
            <a:noFill/>
          </a:ln>
        </p:spPr>
      </p:sp>
      <p:sp>
        <p:nvSpPr>
          <p:cNvPr id="15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0" name="PlaceHolder 3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400" cy="3083760"/>
          </a:xfrm>
          <a:prstGeom prst="rect">
            <a:avLst/>
          </a:prstGeom>
          <a:ln w="0">
            <a:noFill/>
          </a:ln>
        </p:spPr>
      </p:sp>
      <p:sp>
        <p:nvSpPr>
          <p:cNvPr id="15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3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400" cy="3083760"/>
          </a:xfrm>
          <a:prstGeom prst="rect">
            <a:avLst/>
          </a:prstGeom>
          <a:ln w="0">
            <a:noFill/>
          </a:ln>
        </p:spPr>
      </p:sp>
      <p:sp>
        <p:nvSpPr>
          <p:cNvPr id="15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6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400" cy="3083760"/>
          </a:xfrm>
          <a:prstGeom prst="rect">
            <a:avLst/>
          </a:prstGeom>
          <a:ln w="0">
            <a:noFill/>
          </a:ln>
        </p:spPr>
      </p:sp>
      <p:sp>
        <p:nvSpPr>
          <p:cNvPr id="15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9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400" cy="3083760"/>
          </a:xfrm>
          <a:prstGeom prst="rect">
            <a:avLst/>
          </a:prstGeom>
          <a:ln w="0">
            <a:noFill/>
          </a:ln>
        </p:spPr>
      </p:sp>
      <p:sp>
        <p:nvSpPr>
          <p:cNvPr id="15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2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400" cy="3083760"/>
          </a:xfrm>
          <a:prstGeom prst="rect">
            <a:avLst/>
          </a:prstGeom>
          <a:ln w="0">
            <a:noFill/>
          </a:ln>
        </p:spPr>
      </p:sp>
      <p:sp>
        <p:nvSpPr>
          <p:cNvPr id="15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5" name="PlaceHolder 3"/>
          <p:cNvSpPr>
            <a:spLocks noGrp="1"/>
          </p:cNvSpPr>
          <p:nvPr>
            <p:ph type="sldNum" idx="71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400" cy="3083760"/>
          </a:xfrm>
          <a:prstGeom prst="rect">
            <a:avLst/>
          </a:prstGeom>
          <a:ln w="0">
            <a:noFill/>
          </a:ln>
        </p:spPr>
      </p:sp>
      <p:sp>
        <p:nvSpPr>
          <p:cNvPr id="15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8" name="PlaceHolder 3"/>
          <p:cNvSpPr>
            <a:spLocks noGrp="1"/>
          </p:cNvSpPr>
          <p:nvPr>
            <p:ph type="sldNum" idx="72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400" cy="3083760"/>
          </a:xfrm>
          <a:prstGeom prst="rect">
            <a:avLst/>
          </a:prstGeom>
          <a:ln w="0">
            <a:noFill/>
          </a:ln>
        </p:spPr>
      </p:sp>
      <p:sp>
        <p:nvSpPr>
          <p:cNvPr id="15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1" name="PlaceHolder 3"/>
          <p:cNvSpPr>
            <a:spLocks noGrp="1"/>
          </p:cNvSpPr>
          <p:nvPr>
            <p:ph type="sldNum" idx="73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400" cy="3083760"/>
          </a:xfrm>
          <a:prstGeom prst="rect">
            <a:avLst/>
          </a:prstGeom>
          <a:ln w="0">
            <a:noFill/>
          </a:ln>
        </p:spPr>
      </p:sp>
      <p:sp>
        <p:nvSpPr>
          <p:cNvPr id="15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4" name="PlaceHolder 3"/>
          <p:cNvSpPr>
            <a:spLocks noGrp="1"/>
          </p:cNvSpPr>
          <p:nvPr>
            <p:ph type="sldNum" idx="74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400" cy="3083760"/>
          </a:xfrm>
          <a:prstGeom prst="rect">
            <a:avLst/>
          </a:prstGeom>
          <a:ln w="0">
            <a:noFill/>
          </a:ln>
        </p:spPr>
      </p:sp>
      <p:sp>
        <p:nvSpPr>
          <p:cNvPr id="15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7" name="PlaceHolder 3"/>
          <p:cNvSpPr>
            <a:spLocks noGrp="1"/>
          </p:cNvSpPr>
          <p:nvPr>
            <p:ph type="sldNum" idx="75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400" cy="3083760"/>
          </a:xfrm>
          <a:prstGeom prst="rect">
            <a:avLst/>
          </a:prstGeom>
          <a:ln w="0">
            <a:noFill/>
          </a:ln>
        </p:spPr>
      </p:sp>
      <p:sp>
        <p:nvSpPr>
          <p:cNvPr id="15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0" name="PlaceHolder 3"/>
          <p:cNvSpPr>
            <a:spLocks noGrp="1"/>
          </p:cNvSpPr>
          <p:nvPr>
            <p:ph type="sldNum" idx="76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400" cy="3083760"/>
          </a:xfrm>
          <a:prstGeom prst="rect">
            <a:avLst/>
          </a:prstGeom>
          <a:ln w="0">
            <a:noFill/>
          </a:ln>
        </p:spPr>
      </p:sp>
      <p:sp>
        <p:nvSpPr>
          <p:cNvPr id="15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3" name="PlaceHolder 3"/>
          <p:cNvSpPr>
            <a:spLocks noGrp="1"/>
          </p:cNvSpPr>
          <p:nvPr>
            <p:ph type="sldNum" idx="77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400" cy="3083760"/>
          </a:xfrm>
          <a:prstGeom prst="rect">
            <a:avLst/>
          </a:prstGeom>
          <a:ln w="0">
            <a:noFill/>
          </a:ln>
        </p:spPr>
      </p:sp>
      <p:sp>
        <p:nvSpPr>
          <p:cNvPr id="15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6" name="PlaceHolder 3"/>
          <p:cNvSpPr>
            <a:spLocks noGrp="1"/>
          </p:cNvSpPr>
          <p:nvPr>
            <p:ph type="sldNum" idx="78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400" cy="3083760"/>
          </a:xfrm>
          <a:prstGeom prst="rect">
            <a:avLst/>
          </a:prstGeom>
          <a:ln w="0">
            <a:noFill/>
          </a:ln>
        </p:spPr>
      </p:sp>
      <p:sp>
        <p:nvSpPr>
          <p:cNvPr id="15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9" name="PlaceHolder 3"/>
          <p:cNvSpPr>
            <a:spLocks noGrp="1"/>
          </p:cNvSpPr>
          <p:nvPr>
            <p:ph type="sldNum" idx="79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400" cy="3083760"/>
          </a:xfrm>
          <a:prstGeom prst="rect">
            <a:avLst/>
          </a:prstGeom>
          <a:ln w="0">
            <a:noFill/>
          </a:ln>
        </p:spPr>
      </p:sp>
      <p:sp>
        <p:nvSpPr>
          <p:cNvPr id="15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2" name="PlaceHolder 3"/>
          <p:cNvSpPr>
            <a:spLocks noGrp="1"/>
          </p:cNvSpPr>
          <p:nvPr>
            <p:ph type="sldNum" idx="80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3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400" cy="3083760"/>
          </a:xfrm>
          <a:prstGeom prst="rect">
            <a:avLst/>
          </a:prstGeom>
          <a:ln w="0">
            <a:noFill/>
          </a:ln>
        </p:spPr>
      </p:sp>
      <p:sp>
        <p:nvSpPr>
          <p:cNvPr id="15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5" name="PlaceHolder 3"/>
          <p:cNvSpPr>
            <a:spLocks noGrp="1"/>
          </p:cNvSpPr>
          <p:nvPr>
            <p:ph type="sldNum" idx="81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400" cy="3083760"/>
          </a:xfrm>
          <a:prstGeom prst="rect">
            <a:avLst/>
          </a:prstGeom>
          <a:ln w="0">
            <a:noFill/>
          </a:ln>
        </p:spPr>
      </p:sp>
      <p:sp>
        <p:nvSpPr>
          <p:cNvPr id="15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8" name="PlaceHolder 3"/>
          <p:cNvSpPr>
            <a:spLocks noGrp="1"/>
          </p:cNvSpPr>
          <p:nvPr>
            <p:ph type="sldNum" idx="82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400" cy="3083760"/>
          </a:xfrm>
          <a:prstGeom prst="rect">
            <a:avLst/>
          </a:prstGeom>
          <a:ln w="0">
            <a:noFill/>
          </a:ln>
        </p:spPr>
      </p:sp>
      <p:sp>
        <p:nvSpPr>
          <p:cNvPr id="15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1" name="PlaceHolder 3"/>
          <p:cNvSpPr>
            <a:spLocks noGrp="1"/>
          </p:cNvSpPr>
          <p:nvPr>
            <p:ph type="sldNum" idx="83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400" cy="3083760"/>
          </a:xfrm>
          <a:prstGeom prst="rect">
            <a:avLst/>
          </a:prstGeom>
          <a:ln w="0">
            <a:noFill/>
          </a:ln>
        </p:spPr>
      </p:sp>
      <p:sp>
        <p:nvSpPr>
          <p:cNvPr id="15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4" name="PlaceHolder 3"/>
          <p:cNvSpPr>
            <a:spLocks noGrp="1"/>
          </p:cNvSpPr>
          <p:nvPr>
            <p:ph type="sldNum" idx="84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400" cy="3083760"/>
          </a:xfrm>
          <a:prstGeom prst="rect">
            <a:avLst/>
          </a:prstGeom>
          <a:ln w="0">
            <a:noFill/>
          </a:ln>
        </p:spPr>
      </p:sp>
      <p:sp>
        <p:nvSpPr>
          <p:cNvPr id="15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7" name="PlaceHolder 3"/>
          <p:cNvSpPr>
            <a:spLocks noGrp="1"/>
          </p:cNvSpPr>
          <p:nvPr>
            <p:ph type="sldNum" idx="85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400" cy="3083760"/>
          </a:xfrm>
          <a:prstGeom prst="rect">
            <a:avLst/>
          </a:prstGeom>
          <a:ln w="0">
            <a:noFill/>
          </a:ln>
        </p:spPr>
      </p:sp>
      <p:sp>
        <p:nvSpPr>
          <p:cNvPr id="15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0" name="PlaceHolder 3"/>
          <p:cNvSpPr>
            <a:spLocks noGrp="1"/>
          </p:cNvSpPr>
          <p:nvPr>
            <p:ph type="sldNum" idx="86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400" cy="3083760"/>
          </a:xfrm>
          <a:prstGeom prst="rect">
            <a:avLst/>
          </a:prstGeom>
          <a:ln w="0">
            <a:noFill/>
          </a:ln>
        </p:spPr>
      </p:sp>
      <p:sp>
        <p:nvSpPr>
          <p:cNvPr id="15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3" name="PlaceHolder 3"/>
          <p:cNvSpPr>
            <a:spLocks noGrp="1"/>
          </p:cNvSpPr>
          <p:nvPr>
            <p:ph type="sldNum" idx="87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400" cy="3083760"/>
          </a:xfrm>
          <a:prstGeom prst="rect">
            <a:avLst/>
          </a:prstGeom>
          <a:ln w="0">
            <a:noFill/>
          </a:ln>
        </p:spPr>
      </p:sp>
      <p:sp>
        <p:nvSpPr>
          <p:cNvPr id="15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6" name="PlaceHolder 3"/>
          <p:cNvSpPr>
            <a:spLocks noGrp="1"/>
          </p:cNvSpPr>
          <p:nvPr>
            <p:ph type="sldNum" idx="88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400" cy="3083760"/>
          </a:xfrm>
          <a:prstGeom prst="rect">
            <a:avLst/>
          </a:prstGeom>
          <a:ln w="0">
            <a:noFill/>
          </a:ln>
        </p:spPr>
      </p:sp>
      <p:sp>
        <p:nvSpPr>
          <p:cNvPr id="15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9" name="PlaceHolder 3"/>
          <p:cNvSpPr>
            <a:spLocks noGrp="1"/>
          </p:cNvSpPr>
          <p:nvPr>
            <p:ph type="sldNum" idx="89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400" cy="3083760"/>
          </a:xfrm>
          <a:prstGeom prst="rect">
            <a:avLst/>
          </a:prstGeom>
          <a:ln w="0">
            <a:noFill/>
          </a:ln>
        </p:spPr>
      </p:sp>
      <p:sp>
        <p:nvSpPr>
          <p:cNvPr id="16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2" name="PlaceHolder 3"/>
          <p:cNvSpPr>
            <a:spLocks noGrp="1"/>
          </p:cNvSpPr>
          <p:nvPr>
            <p:ph type="sldNum" idx="90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3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400" cy="3083760"/>
          </a:xfrm>
          <a:prstGeom prst="rect">
            <a:avLst/>
          </a:prstGeom>
          <a:ln w="0">
            <a:noFill/>
          </a:ln>
        </p:spPr>
      </p:sp>
      <p:sp>
        <p:nvSpPr>
          <p:cNvPr id="16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5" name="PlaceHolder 3"/>
          <p:cNvSpPr>
            <a:spLocks noGrp="1"/>
          </p:cNvSpPr>
          <p:nvPr>
            <p:ph type="sldNum" idx="91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400" cy="3083760"/>
          </a:xfrm>
          <a:prstGeom prst="rect">
            <a:avLst/>
          </a:prstGeom>
          <a:ln w="0">
            <a:noFill/>
          </a:ln>
        </p:spPr>
      </p:sp>
      <p:sp>
        <p:nvSpPr>
          <p:cNvPr id="16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8" name="PlaceHolder 3"/>
          <p:cNvSpPr>
            <a:spLocks noGrp="1"/>
          </p:cNvSpPr>
          <p:nvPr>
            <p:ph type="sldNum" idx="92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9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400" cy="3083760"/>
          </a:xfrm>
          <a:prstGeom prst="rect">
            <a:avLst/>
          </a:prstGeom>
          <a:ln w="0">
            <a:noFill/>
          </a:ln>
        </p:spPr>
      </p:sp>
      <p:sp>
        <p:nvSpPr>
          <p:cNvPr id="16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1" name="PlaceHolder 3"/>
          <p:cNvSpPr>
            <a:spLocks noGrp="1"/>
          </p:cNvSpPr>
          <p:nvPr>
            <p:ph type="sldNum" idx="93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400" cy="3083760"/>
          </a:xfrm>
          <a:prstGeom prst="rect">
            <a:avLst/>
          </a:prstGeom>
          <a:ln w="0">
            <a:noFill/>
          </a:ln>
        </p:spPr>
      </p:sp>
      <p:sp>
        <p:nvSpPr>
          <p:cNvPr id="16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4" name="PlaceHolder 3"/>
          <p:cNvSpPr>
            <a:spLocks noGrp="1"/>
          </p:cNvSpPr>
          <p:nvPr>
            <p:ph type="sldNum" idx="94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5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400" cy="3083760"/>
          </a:xfrm>
          <a:prstGeom prst="rect">
            <a:avLst/>
          </a:prstGeom>
          <a:ln w="0">
            <a:noFill/>
          </a:ln>
        </p:spPr>
      </p:sp>
      <p:sp>
        <p:nvSpPr>
          <p:cNvPr id="16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7" name="PlaceHolder 3"/>
          <p:cNvSpPr>
            <a:spLocks noGrp="1"/>
          </p:cNvSpPr>
          <p:nvPr>
            <p:ph type="sldNum" idx="95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400" cy="3083760"/>
          </a:xfrm>
          <a:prstGeom prst="rect">
            <a:avLst/>
          </a:prstGeom>
          <a:ln w="0">
            <a:noFill/>
          </a:ln>
        </p:spPr>
      </p:sp>
      <p:sp>
        <p:nvSpPr>
          <p:cNvPr id="16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0" name="PlaceHolder 3"/>
          <p:cNvSpPr>
            <a:spLocks noGrp="1"/>
          </p:cNvSpPr>
          <p:nvPr>
            <p:ph type="sldNum" idx="96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400" cy="3083760"/>
          </a:xfrm>
          <a:prstGeom prst="rect">
            <a:avLst/>
          </a:prstGeom>
          <a:ln w="0">
            <a:noFill/>
          </a:ln>
        </p:spPr>
      </p:sp>
      <p:sp>
        <p:nvSpPr>
          <p:cNvPr id="16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3" name="PlaceHolder 3"/>
          <p:cNvSpPr>
            <a:spLocks noGrp="1"/>
          </p:cNvSpPr>
          <p:nvPr>
            <p:ph type="sldNum" idx="97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400" cy="3083760"/>
          </a:xfrm>
          <a:prstGeom prst="rect">
            <a:avLst/>
          </a:prstGeom>
          <a:ln w="0">
            <a:noFill/>
          </a:ln>
        </p:spPr>
      </p:sp>
      <p:sp>
        <p:nvSpPr>
          <p:cNvPr id="16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6" name="PlaceHolder 3"/>
          <p:cNvSpPr>
            <a:spLocks noGrp="1"/>
          </p:cNvSpPr>
          <p:nvPr>
            <p:ph type="sldNum" idx="98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400" cy="3083760"/>
          </a:xfrm>
          <a:prstGeom prst="rect">
            <a:avLst/>
          </a:prstGeom>
          <a:ln w="0">
            <a:noFill/>
          </a:ln>
        </p:spPr>
      </p:sp>
      <p:sp>
        <p:nvSpPr>
          <p:cNvPr id="16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9" name="PlaceHolder 3"/>
          <p:cNvSpPr>
            <a:spLocks noGrp="1"/>
          </p:cNvSpPr>
          <p:nvPr>
            <p:ph type="sldNum" idx="99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400" cy="3083760"/>
          </a:xfrm>
          <a:prstGeom prst="rect">
            <a:avLst/>
          </a:prstGeom>
          <a:ln w="0">
            <a:noFill/>
          </a:ln>
        </p:spPr>
      </p:sp>
      <p:sp>
        <p:nvSpPr>
          <p:cNvPr id="16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2" name="PlaceHolder 3"/>
          <p:cNvSpPr>
            <a:spLocks noGrp="1"/>
          </p:cNvSpPr>
          <p:nvPr>
            <p:ph type="sldNum" idx="100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7400" cy="3083760"/>
          </a:xfrm>
          <a:prstGeom prst="rect">
            <a:avLst/>
          </a:prstGeom>
          <a:ln w="0">
            <a:noFill/>
          </a:ln>
        </p:spPr>
      </p:sp>
      <p:sp>
        <p:nvSpPr>
          <p:cNvPr id="16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5" name="PlaceHolder 3"/>
          <p:cNvSpPr>
            <a:spLocks noGrp="1"/>
          </p:cNvSpPr>
          <p:nvPr>
            <p:ph type="sldNum" idx="101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3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" name="Gerader Verbinder 11"/>
          <p:cNvCxnSpPr/>
          <p:nvPr/>
        </p:nvCxnSpPr>
        <p:spPr>
          <a:xfrm>
            <a:off x="521280" y="974520"/>
            <a:ext cx="683460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7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8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9" name="Freihandform: Form 20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Freihandform: Form 21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Freihandform: Form 22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" name="Freihandform: Form 23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" name="Freihandform: Form 24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" name="Freihandform: Form 25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5" name="Freihandform: Form 26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Freihandform: Form 2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Freihandform: Form 2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8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19" name="Freihandform: Form 30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" name="Freihandform: Form 31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1" name="Freihandform: Form 32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2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23" name="Freihandform: Form 3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" name="Freihandform: Form 3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5" name="Freihandform: Form 36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Freihandform: Form 3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Freihandform: Form 3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29" name="Freihandform: Form 4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" name="Freihandform: Form 4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" name="Freihandform: Form 4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" name="Freihandform: Form 4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3" name="Freihandform: Form 44" hidden="1"/>
          <p:cNvSpPr/>
          <p:nvPr/>
        </p:nvSpPr>
        <p:spPr>
          <a:xfrm>
            <a:off x="-5040" y="407880"/>
            <a:ext cx="334800" cy="292320"/>
          </a:xfrm>
          <a:custGeom>
            <a:avLst/>
            <a:gdLst>
              <a:gd name="textAreaLeft" fmla="*/ 0 w 334800"/>
              <a:gd name="textAreaRight" fmla="*/ 337320 w 334800"/>
              <a:gd name="textAreaTop" fmla="*/ 0 h 292320"/>
              <a:gd name="textAreaBottom" fmla="*/ 294840 h 2923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34" name="Gruppieren 25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35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8" name="Freihandform: Form 26"/>
          <p:cNvSpPr/>
          <p:nvPr/>
        </p:nvSpPr>
        <p:spPr>
          <a:xfrm>
            <a:off x="0" y="1422360"/>
            <a:ext cx="3165480" cy="3489840"/>
          </a:xfrm>
          <a:custGeom>
            <a:avLst/>
            <a:gdLst>
              <a:gd name="textAreaLeft" fmla="*/ 0 w 3165480"/>
              <a:gd name="textAreaRight" fmla="*/ 3168000 w 3165480"/>
              <a:gd name="textAreaTop" fmla="*/ 0 h 3489840"/>
              <a:gd name="textAreaBottom" fmla="*/ 3492360 h 3489840"/>
              <a:gd name="GluePoint1X" fmla="*/ 3773588 w 4271120"/>
              <a:gd name="GluePoint1Y" fmla="*/ 3280579 h 4702819"/>
              <a:gd name="GluePoint2X" fmla="*/ 3717970 w 4271120"/>
              <a:gd name="GluePoint2Y" fmla="*/ 3393838 h 4702819"/>
              <a:gd name="GluePoint3X" fmla="*/ 3755385 w 4271120"/>
              <a:gd name="GluePoint3Y" fmla="*/ 3541480 h 4702819"/>
              <a:gd name="GluePoint4X" fmla="*/ 3742240 w 4271120"/>
              <a:gd name="GluePoint4Y" fmla="*/ 3544514 h 4702819"/>
              <a:gd name="GluePoint5X" fmla="*/ 3594598 w 4271120"/>
              <a:gd name="GluePoint5Y" fmla="*/ 3403951 h 4702819"/>
              <a:gd name="GluePoint6X" fmla="*/ 3773588 w 4271120"/>
              <a:gd name="GluePoint6Y" fmla="*/ 3280579 h 4702819"/>
              <a:gd name="GluePoint7X" fmla="*/ 3937409 w 4271120"/>
              <a:gd name="GluePoint7Y" fmla="*/ 2981250 h 4702819"/>
              <a:gd name="GluePoint8X" fmla="*/ 3833252 w 4271120"/>
              <a:gd name="GluePoint8Y" fmla="*/ 3118780 h 4702819"/>
              <a:gd name="GluePoint9X" fmla="*/ 3480327 w 4271120"/>
              <a:gd name="GluePoint9Y" fmla="*/ 3142039 h 4702819"/>
              <a:gd name="GluePoint10X" fmla="*/ 3488417 w 4271120"/>
              <a:gd name="GluePoint10Y" fmla="*/ 3070240 h 4702819"/>
              <a:gd name="GluePoint11X" fmla="*/ 3802914 w 4271120"/>
              <a:gd name="GluePoint11Y" fmla="*/ 3008554 h 4702819"/>
              <a:gd name="GluePoint12X" fmla="*/ 3937409 w 4271120"/>
              <a:gd name="GluePoint12Y" fmla="*/ 2981250 h 4702819"/>
              <a:gd name="GluePoint13X" fmla="*/ 1530647 w 4271120"/>
              <a:gd name="GluePoint13Y" fmla="*/ 2816671 h 4702819"/>
              <a:gd name="GluePoint14X" fmla="*/ 1538737 w 4271120"/>
              <a:gd name="GluePoint14Y" fmla="*/ 2820463 h 4702819"/>
              <a:gd name="GluePoint15X" fmla="*/ 1944246 w 4271120"/>
              <a:gd name="GluePoint15Y" fmla="*/ 3409008 h 4702819"/>
              <a:gd name="GluePoint16X" fmla="*/ 3606733 w 4271120"/>
              <a:gd name="GluePoint16Y" fmla="*/ 3913618 h 4702819"/>
              <a:gd name="GluePoint17X" fmla="*/ 3607744 w 4271120"/>
              <a:gd name="GluePoint17Y" fmla="*/ 3926765 h 4702819"/>
              <a:gd name="GluePoint18X" fmla="*/ 2423576 w 4271120"/>
              <a:gd name="GluePoint18Y" fmla="*/ 3894405 h 4702819"/>
              <a:gd name="GluePoint19X" fmla="*/ 2077731 w 4271120"/>
              <a:gd name="GluePoint19Y" fmla="*/ 3806426 h 4702819"/>
              <a:gd name="GluePoint20X" fmla="*/ 1525591 w 4271120"/>
              <a:gd name="GluePoint20Y" fmla="*/ 2823496 h 4702819"/>
              <a:gd name="GluePoint21X" fmla="*/ 1530647 w 4271120"/>
              <a:gd name="GluePoint21Y" fmla="*/ 2816671 h 4702819"/>
              <a:gd name="GluePoint22X" fmla="*/ 3996062 w 4271120"/>
              <a:gd name="GluePoint22Y" fmla="*/ 2605067 h 4702819"/>
              <a:gd name="GluePoint23X" fmla="*/ 4271120 w 4271120"/>
              <a:gd name="GluePoint23Y" fmla="*/ 2676866 h 4702819"/>
              <a:gd name="GluePoint24X" fmla="*/ 4008197 w 4271120"/>
              <a:gd name="GluePoint24Y" fmla="*/ 2693046 h 4702819"/>
              <a:gd name="GluePoint25X" fmla="*/ 3829207 w 4271120"/>
              <a:gd name="GluePoint25Y" fmla="*/ 2680911 h 4702819"/>
              <a:gd name="GluePoint26X" fmla="*/ 3670441 w 4271120"/>
              <a:gd name="GluePoint26Y" fmla="*/ 2642484 h 4702819"/>
              <a:gd name="GluePoint27X" fmla="*/ 3996062 w 4271120"/>
              <a:gd name="GluePoint27Y" fmla="*/ 2605067 h 4702819"/>
              <a:gd name="GluePoint28X" fmla="*/ 3443991 w 4271120"/>
              <a:gd name="GluePoint28Y" fmla="*/ 1373753 h 4702819"/>
              <a:gd name="GluePoint29X" fmla="*/ 3808982 w 4271120"/>
              <a:gd name="GluePoint29Y" fmla="*/ 1505845 h 4702819"/>
              <a:gd name="GluePoint30X" fmla="*/ 3766510 w 4271120"/>
              <a:gd name="GluePoint30Y" fmla="*/ 1714160 h 4702819"/>
              <a:gd name="GluePoint31X" fmla="*/ 3673475 w 4271120"/>
              <a:gd name="GluePoint31Y" fmla="*/ 1626182 h 4702819"/>
              <a:gd name="GluePoint32X" fmla="*/ 3503586 w 4271120"/>
              <a:gd name="GluePoint32Y" fmla="*/ 1940680 h 4702819"/>
              <a:gd name="GluePoint33X" fmla="*/ 3349877 w 4271120"/>
              <a:gd name="GluePoint33Y" fmla="*/ 1900230 h 4702819"/>
              <a:gd name="GluePoint34X" fmla="*/ 3263920 w 4271120"/>
              <a:gd name="GluePoint34Y" fmla="*/ 1778881 h 4702819"/>
              <a:gd name="GluePoint35X" fmla="*/ 2886727 w 4271120"/>
              <a:gd name="GluePoint35Y" fmla="*/ 1881016 h 4702819"/>
              <a:gd name="GluePoint36X" fmla="*/ 3400439 w 4271120"/>
              <a:gd name="GluePoint36Y" fmla="*/ 1585733 h 4702819"/>
              <a:gd name="GluePoint37X" fmla="*/ 2921109 w 4271120"/>
              <a:gd name="GluePoint37Y" fmla="*/ 1605957 h 4702819"/>
              <a:gd name="GluePoint38X" fmla="*/ 2913019 w 4271120"/>
              <a:gd name="GluePoint38Y" fmla="*/ 1594835 h 4702819"/>
              <a:gd name="GluePoint39X" fmla="*/ 3443991 w 4271120"/>
              <a:gd name="GluePoint39Y" fmla="*/ 1373753 h 4702819"/>
              <a:gd name="GluePoint40X" fmla="*/ 0 w 4271120"/>
              <a:gd name="GluePoint40Y" fmla="*/ 0 h 4702819"/>
              <a:gd name="GluePoint41X" fmla="*/ 115292 w 4271120"/>
              <a:gd name="GluePoint41Y" fmla="*/ 0 h 4702819"/>
              <a:gd name="GluePoint42X" fmla="*/ 274676 w 4271120"/>
              <a:gd name="GluePoint42Y" fmla="*/ 0 h 4702819"/>
              <a:gd name="GluePoint43X" fmla="*/ 3942724 w 4271120"/>
              <a:gd name="GluePoint43Y" fmla="*/ 0 h 4702819"/>
              <a:gd name="GluePoint44X" fmla="*/ 3939432 w 4271120"/>
              <a:gd name="GluePoint44Y" fmla="*/ 53696 h 4702819"/>
              <a:gd name="GluePoint45X" fmla="*/ 3684598 w 4271120"/>
              <a:gd name="GluePoint45Y" fmla="*/ 334822 h 4702819"/>
              <a:gd name="GluePoint46X" fmla="*/ 3981904 w 4271120"/>
              <a:gd name="GluePoint46Y" fmla="*/ 155833 h 4702819"/>
              <a:gd name="GluePoint47X" fmla="*/ 3993028 w 4271120"/>
              <a:gd name="GluePoint47Y" fmla="*/ 404599 h 4702819"/>
              <a:gd name="GluePoint48X" fmla="*/ 3433810 w 4271120"/>
              <a:gd name="GluePoint48Y" fmla="*/ 635163 h 4702819"/>
              <a:gd name="GluePoint49X" fmla="*/ 2283013 w 4271120"/>
              <a:gd name="GluePoint49Y" fmla="*/ 464262 h 4702819"/>
              <a:gd name="GluePoint50X" fmla="*/ 2284025 w 4271120"/>
              <a:gd name="GluePoint50Y" fmla="*/ 455161 h 4702819"/>
              <a:gd name="GluePoint51X" fmla="*/ 2959536 w 4271120"/>
              <a:gd name="GluePoint51Y" fmla="*/ 115383 h 4702819"/>
              <a:gd name="GluePoint52X" fmla="*/ 2949424 w 4271120"/>
              <a:gd name="GluePoint52Y" fmla="*/ 107293 h 4702819"/>
              <a:gd name="GluePoint53X" fmla="*/ 1789525 w 4271120"/>
              <a:gd name="GluePoint53Y" fmla="*/ 314598 h 4702819"/>
              <a:gd name="GluePoint54X" fmla="*/ 1564018 w 4271120"/>
              <a:gd name="GluePoint54Y" fmla="*/ 251900 h 4702819"/>
              <a:gd name="GluePoint55X" fmla="*/ 1554917 w 4271120"/>
              <a:gd name="GluePoint55Y" fmla="*/ 262013 h 4702819"/>
              <a:gd name="GluePoint56X" fmla="*/ 2389194 w 4271120"/>
              <a:gd name="GluePoint56Y" fmla="*/ 907188 h 4702819"/>
              <a:gd name="GluePoint57X" fmla="*/ 2159641 w 4271120"/>
              <a:gd name="GluePoint57Y" fmla="*/ 613927 h 4702819"/>
              <a:gd name="GluePoint58X" fmla="*/ 2255710 w 4271120"/>
              <a:gd name="GluePoint58Y" fmla="*/ 818197 h 4702819"/>
              <a:gd name="GluePoint59X" fmla="*/ 2248631 w 4271120"/>
              <a:gd name="GluePoint59Y" fmla="*/ 897075 h 4702819"/>
              <a:gd name="GluePoint60X" fmla="*/ 2071663 w 4271120"/>
              <a:gd name="GluePoint60Y" fmla="*/ 706960 h 4702819"/>
              <a:gd name="GluePoint61X" fmla="*/ 2063573 w 4271120"/>
              <a:gd name="GluePoint61Y" fmla="*/ 718085 h 4702819"/>
              <a:gd name="GluePoint62X" fmla="*/ 1981662 w 4271120"/>
              <a:gd name="GluePoint62Y" fmla="*/ 1090223 h 4702819"/>
              <a:gd name="GluePoint63X" fmla="*/ 2015034 w 4271120"/>
              <a:gd name="GluePoint63Y" fmla="*/ 1068987 h 4702819"/>
              <a:gd name="GluePoint64X" fmla="*/ 2152563 w 4271120"/>
              <a:gd name="GluePoint64Y" fmla="*/ 876851 h 4702819"/>
              <a:gd name="GluePoint65X" fmla="*/ 2193013 w 4271120"/>
              <a:gd name="GluePoint65Y" fmla="*/ 935503 h 4702819"/>
              <a:gd name="GluePoint66X" fmla="*/ 2042337 w 4271120"/>
              <a:gd name="GluePoint66Y" fmla="*/ 1153931 h 4702819"/>
              <a:gd name="GluePoint67X" fmla="*/ 1195925 w 4271120"/>
              <a:gd name="GluePoint67Y" fmla="*/ 1315731 h 4702819"/>
              <a:gd name="GluePoint68X" fmla="*/ 1759188 w 4271120"/>
              <a:gd name="GluePoint68Y" fmla="*/ 1329888 h 4702819"/>
              <a:gd name="GluePoint69X" fmla="*/ 1762222 w 4271120"/>
              <a:gd name="GluePoint69Y" fmla="*/ 1336967 h 4702819"/>
              <a:gd name="GluePoint70X" fmla="*/ 1303117 w 4271120"/>
              <a:gd name="GluePoint70Y" fmla="*/ 1458316 h 4702819"/>
              <a:gd name="GluePoint71X" fmla="*/ 1879527 w 4271120"/>
              <a:gd name="GluePoint71Y" fmla="*/ 1385506 h 4702819"/>
              <a:gd name="GluePoint72X" fmla="*/ 1882560 w 4271120"/>
              <a:gd name="GluePoint72Y" fmla="*/ 1389551 h 4702819"/>
              <a:gd name="GluePoint73X" fmla="*/ 1158509 w 4271120"/>
              <a:gd name="GluePoint73Y" fmla="*/ 1608992 h 4702819"/>
              <a:gd name="GluePoint74X" fmla="*/ 1500309 w 4271120"/>
              <a:gd name="GluePoint74Y" fmla="*/ 1648430 h 4702819"/>
              <a:gd name="GluePoint75X" fmla="*/ 1502332 w 4271120"/>
              <a:gd name="GluePoint75Y" fmla="*/ 1651464 h 4702819"/>
              <a:gd name="GluePoint76X" fmla="*/ 1323342 w 4271120"/>
              <a:gd name="GluePoint76Y" fmla="*/ 1726296 h 4702819"/>
              <a:gd name="GluePoint77X" fmla="*/ 1387050 w 4271120"/>
              <a:gd name="GluePoint77Y" fmla="*/ 1741465 h 4702819"/>
              <a:gd name="GluePoint78X" fmla="*/ 1442669 w 4271120"/>
              <a:gd name="GluePoint78Y" fmla="*/ 1750566 h 4702819"/>
              <a:gd name="GluePoint79X" fmla="*/ 1983684 w 4271120"/>
              <a:gd name="GluePoint79Y" fmla="*/ 1635284 h 4702819"/>
              <a:gd name="GluePoint80X" fmla="*/ 2041326 w 4271120"/>
              <a:gd name="GluePoint80Y" fmla="*/ 1604947 h 4702819"/>
              <a:gd name="GluePoint81X" fmla="*/ 1993797 w 4271120"/>
              <a:gd name="GluePoint81Y" fmla="*/ 1723262 h 4702819"/>
              <a:gd name="GluePoint82X" fmla="*/ 1881549 w 4271120"/>
              <a:gd name="GluePoint82Y" fmla="*/ 1801128 h 4702819"/>
              <a:gd name="GluePoint83X" fmla="*/ 1868403 w 4271120"/>
              <a:gd name="GluePoint83Y" fmla="*/ 1865847 h 4702819"/>
              <a:gd name="GluePoint84X" fmla="*/ 1001766 w 4271120"/>
              <a:gd name="GluePoint84Y" fmla="*/ 1993265 h 4702819"/>
              <a:gd name="GluePoint85X" fmla="*/ 999744 w 4271120"/>
              <a:gd name="GluePoint85Y" fmla="*/ 1993265 h 4702819"/>
              <a:gd name="GluePoint86X" fmla="*/ 1477051 w 4271120"/>
              <a:gd name="GluePoint86Y" fmla="*/ 2115625 h 4702819"/>
              <a:gd name="GluePoint87X" fmla="*/ 1478062 w 4271120"/>
              <a:gd name="GluePoint87Y" fmla="*/ 2118658 h 4702819"/>
              <a:gd name="GluePoint88X" fmla="*/ 1337500 w 4271120"/>
              <a:gd name="GluePoint88Y" fmla="*/ 2160120 h 4702819"/>
              <a:gd name="GluePoint89X" fmla="*/ 1830987 w 4271120"/>
              <a:gd name="GluePoint89Y" fmla="*/ 2044838 h 4702819"/>
              <a:gd name="GluePoint90X" fmla="*/ 1840088 w 4271120"/>
              <a:gd name="GluePoint90Y" fmla="*/ 2054950 h 4702819"/>
              <a:gd name="GluePoint91X" fmla="*/ 1610536 w 4271120"/>
              <a:gd name="GluePoint91Y" fmla="*/ 2209670 h 4702819"/>
              <a:gd name="GluePoint92X" fmla="*/ 970417 w 4271120"/>
              <a:gd name="GluePoint92Y" fmla="*/ 2143940 h 4702819"/>
              <a:gd name="GluePoint93X" fmla="*/ 1531659 w 4271120"/>
              <a:gd name="GluePoint93Y" fmla="*/ 2446302 h 4702819"/>
              <a:gd name="GluePoint94X" fmla="*/ 1040194 w 4271120"/>
              <a:gd name="GluePoint94Y" fmla="*/ 2520123 h 4702819"/>
              <a:gd name="GluePoint95X" fmla="*/ 1012890 w 4271120"/>
              <a:gd name="GluePoint95Y" fmla="*/ 2497875 h 4702819"/>
              <a:gd name="GluePoint96X" fmla="*/ 585134 w 4271120"/>
              <a:gd name="GluePoint96Y" fmla="*/ 2905408 h 4702819"/>
              <a:gd name="GluePoint97X" fmla="*/ 2443801 w 4271120"/>
              <a:gd name="GluePoint97Y" fmla="*/ 4164407 h 4702819"/>
              <a:gd name="GluePoint98X" fmla="*/ 2680749 w 4271120"/>
              <a:gd name="GluePoint98Y" fmla="*/ 4641304 h 4702819"/>
              <a:gd name="GluePoint99X" fmla="*/ 2704586 w 4271120"/>
              <a:gd name="GluePoint99Y" fmla="*/ 4702819 h 4702819"/>
              <a:gd name="GluePoint100X" fmla="*/ 274676 w 4271120"/>
              <a:gd name="GluePoint100Y" fmla="*/ 4702819 h 4702819"/>
              <a:gd name="GluePoint101X" fmla="*/ 115292 w 4271120"/>
              <a:gd name="GluePoint101Y" fmla="*/ 4702819 h 4702819"/>
              <a:gd name="GluePoint102X" fmla="*/ 0 w 4271120"/>
              <a:gd name="GluePoint102Y" fmla="*/ 4702819 h 470281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  <a:cxn ang="0">
                <a:pos x="GluePoint63X" y="GluePoint63Y"/>
              </a:cxn>
              <a:cxn ang="0">
                <a:pos x="GluePoint64X" y="GluePoint64Y"/>
              </a:cxn>
              <a:cxn ang="0">
                <a:pos x="GluePoint65X" y="GluePoint65Y"/>
              </a:cxn>
              <a:cxn ang="0">
                <a:pos x="GluePoint66X" y="GluePoint66Y"/>
              </a:cxn>
              <a:cxn ang="0">
                <a:pos x="GluePoint67X" y="GluePoint67Y"/>
              </a:cxn>
              <a:cxn ang="0">
                <a:pos x="GluePoint68X" y="GluePoint68Y"/>
              </a:cxn>
              <a:cxn ang="0">
                <a:pos x="GluePoint69X" y="GluePoint69Y"/>
              </a:cxn>
              <a:cxn ang="0">
                <a:pos x="GluePoint70X" y="GluePoint70Y"/>
              </a:cxn>
              <a:cxn ang="0">
                <a:pos x="GluePoint71X" y="GluePoint71Y"/>
              </a:cxn>
              <a:cxn ang="0">
                <a:pos x="GluePoint72X" y="GluePoint72Y"/>
              </a:cxn>
              <a:cxn ang="0">
                <a:pos x="GluePoint73X" y="GluePoint73Y"/>
              </a:cxn>
              <a:cxn ang="0">
                <a:pos x="GluePoint74X" y="GluePoint74Y"/>
              </a:cxn>
              <a:cxn ang="0">
                <a:pos x="GluePoint75X" y="GluePoint75Y"/>
              </a:cxn>
              <a:cxn ang="0">
                <a:pos x="GluePoint76X" y="GluePoint76Y"/>
              </a:cxn>
              <a:cxn ang="0">
                <a:pos x="GluePoint77X" y="GluePoint77Y"/>
              </a:cxn>
              <a:cxn ang="0">
                <a:pos x="GluePoint78X" y="GluePoint78Y"/>
              </a:cxn>
              <a:cxn ang="0">
                <a:pos x="GluePoint79X" y="GluePoint79Y"/>
              </a:cxn>
              <a:cxn ang="0">
                <a:pos x="GluePoint80X" y="GluePoint80Y"/>
              </a:cxn>
              <a:cxn ang="0">
                <a:pos x="GluePoint81X" y="GluePoint81Y"/>
              </a:cxn>
              <a:cxn ang="0">
                <a:pos x="GluePoint82X" y="GluePoint82Y"/>
              </a:cxn>
              <a:cxn ang="0">
                <a:pos x="GluePoint83X" y="GluePoint83Y"/>
              </a:cxn>
              <a:cxn ang="0">
                <a:pos x="GluePoint84X" y="GluePoint84Y"/>
              </a:cxn>
              <a:cxn ang="0">
                <a:pos x="GluePoint85X" y="GluePoint85Y"/>
              </a:cxn>
              <a:cxn ang="0">
                <a:pos x="GluePoint86X" y="GluePoint86Y"/>
              </a:cxn>
              <a:cxn ang="0">
                <a:pos x="GluePoint87X" y="GluePoint87Y"/>
              </a:cxn>
              <a:cxn ang="0">
                <a:pos x="GluePoint88X" y="GluePoint88Y"/>
              </a:cxn>
              <a:cxn ang="0">
                <a:pos x="GluePoint89X" y="GluePoint89Y"/>
              </a:cxn>
              <a:cxn ang="0">
                <a:pos x="GluePoint90X" y="GluePoint90Y"/>
              </a:cxn>
              <a:cxn ang="0">
                <a:pos x="GluePoint91X" y="GluePoint91Y"/>
              </a:cxn>
              <a:cxn ang="0">
                <a:pos x="GluePoint92X" y="GluePoint92Y"/>
              </a:cxn>
              <a:cxn ang="0">
                <a:pos x="GluePoint93X" y="GluePoint93Y"/>
              </a:cxn>
              <a:cxn ang="0">
                <a:pos x="GluePoint94X" y="GluePoint94Y"/>
              </a:cxn>
              <a:cxn ang="0">
                <a:pos x="GluePoint95X" y="GluePoint95Y"/>
              </a:cxn>
              <a:cxn ang="0">
                <a:pos x="GluePoint96X" y="GluePoint96Y"/>
              </a:cxn>
              <a:cxn ang="0">
                <a:pos x="GluePoint97X" y="GluePoint97Y"/>
              </a:cxn>
              <a:cxn ang="0">
                <a:pos x="GluePoint98X" y="GluePoint98Y"/>
              </a:cxn>
              <a:cxn ang="0">
                <a:pos x="GluePoint99X" y="GluePoint99Y"/>
              </a:cxn>
              <a:cxn ang="0">
                <a:pos x="GluePoint100X" y="GluePoint100Y"/>
              </a:cxn>
              <a:cxn ang="0">
                <a:pos x="GluePoint101X" y="GluePoint101Y"/>
              </a:cxn>
              <a:cxn ang="0">
                <a:pos x="GluePoint102X" y="GluePoint102Y"/>
              </a:cxn>
            </a:cxnLst>
            <a:rect l="textAreaLeft" t="textAreaTop" r="textAreaRight" b="textAreaBottom"/>
            <a:pathLst>
              <a:path w="4271120" h="4702819">
                <a:moveTo>
                  <a:pt x="3773588" y="3280579"/>
                </a:moveTo>
                <a:cubicBezTo>
                  <a:pt x="3773588" y="3280579"/>
                  <a:pt x="3730105" y="3343276"/>
                  <a:pt x="3717970" y="3393838"/>
                </a:cubicBezTo>
                <a:cubicBezTo>
                  <a:pt x="3745273" y="3430243"/>
                  <a:pt x="3753363" y="3442378"/>
                  <a:pt x="3755385" y="3541480"/>
                </a:cubicBezTo>
                <a:cubicBezTo>
                  <a:pt x="3755385" y="3549570"/>
                  <a:pt x="3745273" y="3551593"/>
                  <a:pt x="3742240" y="3544514"/>
                </a:cubicBezTo>
                <a:cubicBezTo>
                  <a:pt x="3714936" y="3479795"/>
                  <a:pt x="3663363" y="3420131"/>
                  <a:pt x="3594598" y="3403951"/>
                </a:cubicBezTo>
                <a:cubicBezTo>
                  <a:pt x="3610778" y="3321029"/>
                  <a:pt x="3667408" y="3281590"/>
                  <a:pt x="3773588" y="3280579"/>
                </a:cubicBezTo>
                <a:close/>
                <a:moveTo>
                  <a:pt x="3937409" y="2981250"/>
                </a:moveTo>
                <a:cubicBezTo>
                  <a:pt x="3924264" y="3035858"/>
                  <a:pt x="3891904" y="3080352"/>
                  <a:pt x="3833252" y="3118780"/>
                </a:cubicBezTo>
                <a:cubicBezTo>
                  <a:pt x="3598643" y="3075297"/>
                  <a:pt x="3669430" y="3152151"/>
                  <a:pt x="3480327" y="3142039"/>
                </a:cubicBezTo>
                <a:cubicBezTo>
                  <a:pt x="3479316" y="3127881"/>
                  <a:pt x="3479316" y="3081364"/>
                  <a:pt x="3488417" y="3070240"/>
                </a:cubicBezTo>
                <a:cubicBezTo>
                  <a:pt x="3640104" y="3123836"/>
                  <a:pt x="3659318" y="3035858"/>
                  <a:pt x="3802914" y="3008554"/>
                </a:cubicBezTo>
                <a:cubicBezTo>
                  <a:pt x="3851454" y="2999453"/>
                  <a:pt x="3909095" y="2995408"/>
                  <a:pt x="3937409" y="2981250"/>
                </a:cubicBezTo>
                <a:close/>
                <a:moveTo>
                  <a:pt x="1530647" y="2816671"/>
                </a:moveTo>
                <a:cubicBezTo>
                  <a:pt x="1533681" y="2815912"/>
                  <a:pt x="1537220" y="2816924"/>
                  <a:pt x="1538737" y="2820463"/>
                </a:cubicBezTo>
                <a:cubicBezTo>
                  <a:pt x="1704581" y="3184511"/>
                  <a:pt x="1838065" y="3351366"/>
                  <a:pt x="1944246" y="3409008"/>
                </a:cubicBezTo>
                <a:cubicBezTo>
                  <a:pt x="2164698" y="3528335"/>
                  <a:pt x="3031334" y="3856989"/>
                  <a:pt x="3606733" y="3913618"/>
                </a:cubicBezTo>
                <a:cubicBezTo>
                  <a:pt x="3614823" y="3913618"/>
                  <a:pt x="3615834" y="3924742"/>
                  <a:pt x="3607744" y="3926765"/>
                </a:cubicBezTo>
                <a:cubicBezTo>
                  <a:pt x="3352910" y="3984405"/>
                  <a:pt x="2663241" y="3916653"/>
                  <a:pt x="2423576" y="3894405"/>
                </a:cubicBezTo>
                <a:cubicBezTo>
                  <a:pt x="2159641" y="3869123"/>
                  <a:pt x="2078741" y="3805416"/>
                  <a:pt x="2077731" y="3806426"/>
                </a:cubicBezTo>
                <a:cubicBezTo>
                  <a:pt x="1903797" y="3672942"/>
                  <a:pt x="1564018" y="3144061"/>
                  <a:pt x="1525591" y="2823496"/>
                </a:cubicBezTo>
                <a:cubicBezTo>
                  <a:pt x="1525085" y="2819957"/>
                  <a:pt x="1527613" y="2817429"/>
                  <a:pt x="1530647" y="2816671"/>
                </a:cubicBezTo>
                <a:close/>
                <a:moveTo>
                  <a:pt x="3996062" y="2605067"/>
                </a:moveTo>
                <a:cubicBezTo>
                  <a:pt x="4069883" y="2597989"/>
                  <a:pt x="4190221" y="2621247"/>
                  <a:pt x="4271120" y="2676866"/>
                </a:cubicBezTo>
                <a:cubicBezTo>
                  <a:pt x="4252918" y="2737541"/>
                  <a:pt x="4086063" y="2706192"/>
                  <a:pt x="4008197" y="2693046"/>
                </a:cubicBezTo>
                <a:cubicBezTo>
                  <a:pt x="3953589" y="2684955"/>
                  <a:pt x="3889881" y="2681922"/>
                  <a:pt x="3829207" y="2680911"/>
                </a:cubicBezTo>
                <a:cubicBezTo>
                  <a:pt x="3777633" y="2679899"/>
                  <a:pt x="3693700" y="2671810"/>
                  <a:pt x="3670441" y="2642484"/>
                </a:cubicBezTo>
                <a:cubicBezTo>
                  <a:pt x="3719992" y="2647540"/>
                  <a:pt x="3843364" y="2620237"/>
                  <a:pt x="3996062" y="2605067"/>
                </a:cubicBezTo>
                <a:close/>
                <a:moveTo>
                  <a:pt x="3443991" y="1373753"/>
                </a:moveTo>
                <a:cubicBezTo>
                  <a:pt x="3569601" y="1369611"/>
                  <a:pt x="3697113" y="1404594"/>
                  <a:pt x="3808982" y="1505845"/>
                </a:cubicBezTo>
                <a:cubicBezTo>
                  <a:pt x="3760442" y="1576632"/>
                  <a:pt x="3761453" y="1685847"/>
                  <a:pt x="3766510" y="1714160"/>
                </a:cubicBezTo>
                <a:cubicBezTo>
                  <a:pt x="3739205" y="1705060"/>
                  <a:pt x="3695722" y="1653485"/>
                  <a:pt x="3673475" y="1626182"/>
                </a:cubicBezTo>
                <a:cubicBezTo>
                  <a:pt x="3582463" y="1677757"/>
                  <a:pt x="3486394" y="1844611"/>
                  <a:pt x="3503586" y="1940680"/>
                </a:cubicBezTo>
                <a:cubicBezTo>
                  <a:pt x="3512687" y="2019557"/>
                  <a:pt x="3455046" y="2031692"/>
                  <a:pt x="3349877" y="1900230"/>
                </a:cubicBezTo>
                <a:cubicBezTo>
                  <a:pt x="3299315" y="1936634"/>
                  <a:pt x="3250775" y="1870904"/>
                  <a:pt x="3263920" y="1778881"/>
                </a:cubicBezTo>
                <a:cubicBezTo>
                  <a:pt x="3182010" y="1864836"/>
                  <a:pt x="2961559" y="1908320"/>
                  <a:pt x="2886727" y="1881016"/>
                </a:cubicBezTo>
                <a:cubicBezTo>
                  <a:pt x="3034368" y="1838544"/>
                  <a:pt x="3254820" y="1604947"/>
                  <a:pt x="3400439" y="1585733"/>
                </a:cubicBezTo>
                <a:cubicBezTo>
                  <a:pt x="3282123" y="1528092"/>
                  <a:pt x="3076841" y="1513935"/>
                  <a:pt x="2921109" y="1605957"/>
                </a:cubicBezTo>
                <a:cubicBezTo>
                  <a:pt x="2914030" y="1610002"/>
                  <a:pt x="2906951" y="1599890"/>
                  <a:pt x="2913019" y="1594835"/>
                </a:cubicBezTo>
                <a:cubicBezTo>
                  <a:pt x="3030576" y="1496238"/>
                  <a:pt x="3234642" y="1380656"/>
                  <a:pt x="3443991" y="1373753"/>
                </a:cubicBezTo>
                <a:close/>
                <a:moveTo>
                  <a:pt x="0" y="0"/>
                </a:moveTo>
                <a:lnTo>
                  <a:pt x="115292" y="0"/>
                </a:lnTo>
                <a:lnTo>
                  <a:pt x="274676" y="0"/>
                </a:lnTo>
                <a:lnTo>
                  <a:pt x="3942724" y="0"/>
                </a:lnTo>
                <a:lnTo>
                  <a:pt x="3939432" y="53696"/>
                </a:lnTo>
                <a:cubicBezTo>
                  <a:pt x="3926286" y="139653"/>
                  <a:pt x="3890892" y="219541"/>
                  <a:pt x="3684598" y="334822"/>
                </a:cubicBezTo>
                <a:cubicBezTo>
                  <a:pt x="3918196" y="331789"/>
                  <a:pt x="3971792" y="185158"/>
                  <a:pt x="3981904" y="155833"/>
                </a:cubicBezTo>
                <a:cubicBezTo>
                  <a:pt x="4027411" y="317632"/>
                  <a:pt x="3993028" y="404599"/>
                  <a:pt x="3993028" y="404599"/>
                </a:cubicBezTo>
                <a:cubicBezTo>
                  <a:pt x="3940444" y="578533"/>
                  <a:pt x="3623924" y="771681"/>
                  <a:pt x="3433810" y="635163"/>
                </a:cubicBezTo>
                <a:cubicBezTo>
                  <a:pt x="2893805" y="156844"/>
                  <a:pt x="3099088" y="642242"/>
                  <a:pt x="2283013" y="464262"/>
                </a:cubicBezTo>
                <a:cubicBezTo>
                  <a:pt x="2277957" y="463251"/>
                  <a:pt x="2278968" y="455161"/>
                  <a:pt x="2284025" y="455161"/>
                </a:cubicBezTo>
                <a:cubicBezTo>
                  <a:pt x="2601556" y="444037"/>
                  <a:pt x="2854367" y="256957"/>
                  <a:pt x="2959536" y="115383"/>
                </a:cubicBezTo>
                <a:cubicBezTo>
                  <a:pt x="2963581" y="109315"/>
                  <a:pt x="2955491" y="101225"/>
                  <a:pt x="2949424" y="107293"/>
                </a:cubicBezTo>
                <a:cubicBezTo>
                  <a:pt x="2789647" y="273137"/>
                  <a:pt x="2362902" y="477408"/>
                  <a:pt x="1789525" y="314598"/>
                </a:cubicBezTo>
                <a:cubicBezTo>
                  <a:pt x="1719750" y="288306"/>
                  <a:pt x="1577164" y="254935"/>
                  <a:pt x="1564018" y="251900"/>
                </a:cubicBezTo>
                <a:cubicBezTo>
                  <a:pt x="1542782" y="245833"/>
                  <a:pt x="1554917" y="262013"/>
                  <a:pt x="1554917" y="262013"/>
                </a:cubicBezTo>
                <a:cubicBezTo>
                  <a:pt x="2567173" y="576510"/>
                  <a:pt x="2389194" y="907188"/>
                  <a:pt x="2389194" y="907188"/>
                </a:cubicBezTo>
                <a:cubicBezTo>
                  <a:pt x="2370992" y="796962"/>
                  <a:pt x="2292115" y="689770"/>
                  <a:pt x="2159641" y="613927"/>
                </a:cubicBezTo>
                <a:cubicBezTo>
                  <a:pt x="2258743" y="732242"/>
                  <a:pt x="2255710" y="818197"/>
                  <a:pt x="2255710" y="818197"/>
                </a:cubicBezTo>
                <a:cubicBezTo>
                  <a:pt x="2256721" y="837412"/>
                  <a:pt x="2256721" y="904154"/>
                  <a:pt x="2248631" y="897075"/>
                </a:cubicBezTo>
                <a:cubicBezTo>
                  <a:pt x="2238518" y="886963"/>
                  <a:pt x="2210203" y="755501"/>
                  <a:pt x="2071663" y="706960"/>
                </a:cubicBezTo>
                <a:cubicBezTo>
                  <a:pt x="2049416" y="701905"/>
                  <a:pt x="2063573" y="718085"/>
                  <a:pt x="2063573" y="718085"/>
                </a:cubicBezTo>
                <a:cubicBezTo>
                  <a:pt x="2150540" y="841456"/>
                  <a:pt x="2086831" y="984043"/>
                  <a:pt x="1981662" y="1090223"/>
                </a:cubicBezTo>
                <a:cubicBezTo>
                  <a:pt x="1992786" y="1084155"/>
                  <a:pt x="2003909" y="1077077"/>
                  <a:pt x="2015034" y="1068987"/>
                </a:cubicBezTo>
                <a:cubicBezTo>
                  <a:pt x="2088854" y="1009323"/>
                  <a:pt x="2150540" y="961794"/>
                  <a:pt x="2152563" y="876851"/>
                </a:cubicBezTo>
                <a:cubicBezTo>
                  <a:pt x="2152563" y="848535"/>
                  <a:pt x="2189978" y="899097"/>
                  <a:pt x="2193013" y="935503"/>
                </a:cubicBezTo>
                <a:cubicBezTo>
                  <a:pt x="2190990" y="1046740"/>
                  <a:pt x="2126271" y="1094268"/>
                  <a:pt x="2042337" y="1153931"/>
                </a:cubicBezTo>
                <a:cubicBezTo>
                  <a:pt x="1941212" y="1225730"/>
                  <a:pt x="1609524" y="1394608"/>
                  <a:pt x="1195925" y="1315731"/>
                </a:cubicBezTo>
                <a:cubicBezTo>
                  <a:pt x="1484130" y="1399664"/>
                  <a:pt x="1645929" y="1362248"/>
                  <a:pt x="1759188" y="1329888"/>
                </a:cubicBezTo>
                <a:cubicBezTo>
                  <a:pt x="1763233" y="1328876"/>
                  <a:pt x="1766267" y="1334944"/>
                  <a:pt x="1762222" y="1336967"/>
                </a:cubicBezTo>
                <a:cubicBezTo>
                  <a:pt x="1691435" y="1385506"/>
                  <a:pt x="1611546" y="1409776"/>
                  <a:pt x="1303117" y="1458316"/>
                </a:cubicBezTo>
                <a:cubicBezTo>
                  <a:pt x="1585254" y="1480563"/>
                  <a:pt x="1740986" y="1459328"/>
                  <a:pt x="1879527" y="1385506"/>
                </a:cubicBezTo>
                <a:cubicBezTo>
                  <a:pt x="1882560" y="1383484"/>
                  <a:pt x="1885594" y="1387529"/>
                  <a:pt x="1882560" y="1389551"/>
                </a:cubicBezTo>
                <a:cubicBezTo>
                  <a:pt x="1799638" y="1452248"/>
                  <a:pt x="1517501" y="1619104"/>
                  <a:pt x="1158509" y="1608992"/>
                </a:cubicBezTo>
                <a:cubicBezTo>
                  <a:pt x="1213116" y="1658542"/>
                  <a:pt x="1464916" y="1649442"/>
                  <a:pt x="1500309" y="1648430"/>
                </a:cubicBezTo>
                <a:cubicBezTo>
                  <a:pt x="1502332" y="1648430"/>
                  <a:pt x="1503344" y="1650453"/>
                  <a:pt x="1502332" y="1651464"/>
                </a:cubicBezTo>
                <a:cubicBezTo>
                  <a:pt x="1450759" y="1717194"/>
                  <a:pt x="1323342" y="1726296"/>
                  <a:pt x="1323342" y="1726296"/>
                </a:cubicBezTo>
                <a:cubicBezTo>
                  <a:pt x="1347612" y="1731352"/>
                  <a:pt x="1368848" y="1736409"/>
                  <a:pt x="1387050" y="1741465"/>
                </a:cubicBezTo>
                <a:cubicBezTo>
                  <a:pt x="1405252" y="1745509"/>
                  <a:pt x="1424467" y="1748544"/>
                  <a:pt x="1442669" y="1750566"/>
                </a:cubicBezTo>
                <a:cubicBezTo>
                  <a:pt x="1624693" y="1761689"/>
                  <a:pt x="1816830" y="1717194"/>
                  <a:pt x="1983684" y="1635284"/>
                </a:cubicBezTo>
                <a:cubicBezTo>
                  <a:pt x="1989752" y="1632250"/>
                  <a:pt x="2041326" y="1604947"/>
                  <a:pt x="2041326" y="1604947"/>
                </a:cubicBezTo>
                <a:cubicBezTo>
                  <a:pt x="2046382" y="1641352"/>
                  <a:pt x="2021101" y="1692925"/>
                  <a:pt x="1993797" y="1723262"/>
                </a:cubicBezTo>
                <a:cubicBezTo>
                  <a:pt x="1962449" y="1757644"/>
                  <a:pt x="1921999" y="1780903"/>
                  <a:pt x="1881549" y="1801128"/>
                </a:cubicBezTo>
                <a:cubicBezTo>
                  <a:pt x="1892672" y="1818319"/>
                  <a:pt x="1875482" y="1856746"/>
                  <a:pt x="1868403" y="1865847"/>
                </a:cubicBezTo>
                <a:cubicBezTo>
                  <a:pt x="1612558" y="2185401"/>
                  <a:pt x="1001766" y="1993265"/>
                  <a:pt x="1001766" y="1993265"/>
                </a:cubicBezTo>
                <a:cubicBezTo>
                  <a:pt x="1001766" y="1993265"/>
                  <a:pt x="1000754" y="1993265"/>
                  <a:pt x="999744" y="1993265"/>
                </a:cubicBezTo>
                <a:cubicBezTo>
                  <a:pt x="1145363" y="2093377"/>
                  <a:pt x="1362780" y="2123715"/>
                  <a:pt x="1477051" y="2115625"/>
                </a:cubicBezTo>
                <a:cubicBezTo>
                  <a:pt x="1479074" y="2115625"/>
                  <a:pt x="1480085" y="2117648"/>
                  <a:pt x="1478062" y="2118658"/>
                </a:cubicBezTo>
                <a:cubicBezTo>
                  <a:pt x="1447725" y="2137873"/>
                  <a:pt x="1347612" y="2158097"/>
                  <a:pt x="1337500" y="2160120"/>
                </a:cubicBezTo>
                <a:cubicBezTo>
                  <a:pt x="1571097" y="2180345"/>
                  <a:pt x="1753121" y="2096412"/>
                  <a:pt x="1830987" y="2044838"/>
                </a:cubicBezTo>
                <a:cubicBezTo>
                  <a:pt x="1837055" y="2040793"/>
                  <a:pt x="1845144" y="2048883"/>
                  <a:pt x="1840088" y="2054950"/>
                </a:cubicBezTo>
                <a:cubicBezTo>
                  <a:pt x="1765256" y="2154052"/>
                  <a:pt x="1717728" y="2182367"/>
                  <a:pt x="1610536" y="2209670"/>
                </a:cubicBezTo>
                <a:cubicBezTo>
                  <a:pt x="1399185" y="2261244"/>
                  <a:pt x="1159521" y="2246076"/>
                  <a:pt x="970417" y="2143940"/>
                </a:cubicBezTo>
                <a:cubicBezTo>
                  <a:pt x="1170644" y="2526190"/>
                  <a:pt x="1447725" y="2465516"/>
                  <a:pt x="1531659" y="2446302"/>
                </a:cubicBezTo>
                <a:cubicBezTo>
                  <a:pt x="1427500" y="2605067"/>
                  <a:pt x="1220195" y="2650574"/>
                  <a:pt x="1040194" y="2520123"/>
                </a:cubicBezTo>
                <a:cubicBezTo>
                  <a:pt x="1030081" y="2513044"/>
                  <a:pt x="1021991" y="2504955"/>
                  <a:pt x="1012890" y="2497875"/>
                </a:cubicBezTo>
                <a:cubicBezTo>
                  <a:pt x="890529" y="2709226"/>
                  <a:pt x="464795" y="2786080"/>
                  <a:pt x="585134" y="2905408"/>
                </a:cubicBezTo>
                <a:cubicBezTo>
                  <a:pt x="1526602" y="3840809"/>
                  <a:pt x="2443801" y="4164407"/>
                  <a:pt x="2443801" y="4164407"/>
                </a:cubicBezTo>
                <a:cubicBezTo>
                  <a:pt x="2521667" y="4282217"/>
                  <a:pt x="2602820" y="4452359"/>
                  <a:pt x="2680749" y="4641304"/>
                </a:cubicBezTo>
                <a:lnTo>
                  <a:pt x="2704586" y="4702819"/>
                </a:lnTo>
                <a:lnTo>
                  <a:pt x="274676" y="4702819"/>
                </a:lnTo>
                <a:lnTo>
                  <a:pt x="115292" y="4702819"/>
                </a:lnTo>
                <a:lnTo>
                  <a:pt x="0" y="4702819"/>
                </a:lnTo>
                <a:close/>
              </a:path>
            </a:pathLst>
          </a:custGeom>
          <a:solidFill>
            <a:srgbClr val="DAE5EA"/>
          </a:solidFill>
          <a:ln w="9176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title" hasCustomPrompt="1"/>
          </p:nvPr>
        </p:nvSpPr>
        <p:spPr>
          <a:xfrm>
            <a:off x="3654360" y="2268000"/>
            <a:ext cx="4398480" cy="106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40" name="Grafik 6"/>
          <p:cNvGrpSpPr/>
          <p:nvPr/>
        </p:nvGrpSpPr>
        <p:grpSpPr>
          <a:xfrm>
            <a:off x="522720" y="385200"/>
            <a:ext cx="1525680" cy="581040"/>
            <a:chOff x="522720" y="385200"/>
            <a:chExt cx="1525680" cy="581040"/>
          </a:xfrm>
        </p:grpSpPr>
        <p:sp>
          <p:nvSpPr>
            <p:cNvPr id="41" name="Freihandform: Form 8"/>
            <p:cNvSpPr/>
            <p:nvPr/>
          </p:nvSpPr>
          <p:spPr>
            <a:xfrm>
              <a:off x="1888920" y="825480"/>
              <a:ext cx="159480" cy="140760"/>
            </a:xfrm>
            <a:custGeom>
              <a:avLst/>
              <a:gdLst>
                <a:gd name="textAreaLeft" fmla="*/ 0 w 159480"/>
                <a:gd name="textAreaRight" fmla="*/ 162000 w 159480"/>
                <a:gd name="textAreaTop" fmla="*/ 0 h 140760"/>
                <a:gd name="textAreaBottom" fmla="*/ 143280 h 14076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9920" tIns="45000" rIns="7992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" name="Freihandform: Form 9"/>
            <p:cNvSpPr/>
            <p:nvPr/>
          </p:nvSpPr>
          <p:spPr>
            <a:xfrm>
              <a:off x="1432440" y="512640"/>
              <a:ext cx="392040" cy="394920"/>
            </a:xfrm>
            <a:custGeom>
              <a:avLst/>
              <a:gdLst>
                <a:gd name="textAreaLeft" fmla="*/ 0 w 392040"/>
                <a:gd name="textAreaRight" fmla="*/ 394560 w 392040"/>
                <a:gd name="textAreaTop" fmla="*/ 0 h 394920"/>
                <a:gd name="textAreaBottom" fmla="*/ 397440 h 39492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" name="Freihandform: Form 10"/>
            <p:cNvSpPr/>
            <p:nvPr/>
          </p:nvSpPr>
          <p:spPr>
            <a:xfrm>
              <a:off x="522720" y="385200"/>
              <a:ext cx="392040" cy="511200"/>
            </a:xfrm>
            <a:custGeom>
              <a:avLst/>
              <a:gdLst>
                <a:gd name="textAreaLeft" fmla="*/ 0 w 392040"/>
                <a:gd name="textAreaRight" fmla="*/ 394560 w 392040"/>
                <a:gd name="textAreaTop" fmla="*/ 0 h 511200"/>
                <a:gd name="textAreaBottom" fmla="*/ 513720 h 51120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Freihandform: Form 11"/>
            <p:cNvSpPr/>
            <p:nvPr/>
          </p:nvSpPr>
          <p:spPr>
            <a:xfrm>
              <a:off x="979200" y="385200"/>
              <a:ext cx="392040" cy="511200"/>
            </a:xfrm>
            <a:custGeom>
              <a:avLst/>
              <a:gdLst>
                <a:gd name="textAreaLeft" fmla="*/ 0 w 392040"/>
                <a:gd name="textAreaRight" fmla="*/ 394560 w 392040"/>
                <a:gd name="textAreaTop" fmla="*/ 0 h 511200"/>
                <a:gd name="textAreaBottom" fmla="*/ 513720 h 51120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5" name="PlaceHolder 2"/>
          <p:cNvSpPr>
            <a:spLocks noGrp="1"/>
          </p:cNvSpPr>
          <p:nvPr>
            <p:ph type="dt" idx="1"/>
          </p:nvPr>
        </p:nvSpPr>
        <p:spPr>
          <a:xfrm>
            <a:off x="526680" y="4460400"/>
            <a:ext cx="2054880" cy="27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57200" y="1204920"/>
            <a:ext cx="8227080" cy="2984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Zweite Gliederungsebene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Dritte Gliederungsebene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Vierte Gliederungsebene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Fünfte Gliederungsebene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Sechste Gliederungsebene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Siebte Gliederungsebene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uppieren 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48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1" name="Gerader Verbinder 11"/>
          <p:cNvCxnSpPr/>
          <p:nvPr/>
        </p:nvCxnSpPr>
        <p:spPr>
          <a:xfrm>
            <a:off x="521280" y="974520"/>
            <a:ext cx="683460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52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53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54" name="Freihandform: Form 20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" name="Freihandform: Form 21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" name="Freihandform: Form 22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" name="Freihandform: Form 23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" name="Freihandform: Form 24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" name="Freihandform: Form 25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0" name="Freihandform: Form 26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Freihandform: Form 2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Freihandform: Form 2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3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64" name="Freihandform: Form 30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" name="Freihandform: Form 31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6" name="Freihandform: Form 32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7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68" name="Freihandform: Form 3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" name="Freihandform: Form 3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0" name="Freihandform: Form 36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Freihandform: Form 3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Freihandform: Form 3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3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74" name="Freihandform: Form 4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" name="Freihandform: Form 4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" name="Freihandform: Form 4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" name="Freihandform: Form 4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8" name="Freihandform: Form 44" hidden="1"/>
          <p:cNvSpPr/>
          <p:nvPr/>
        </p:nvSpPr>
        <p:spPr>
          <a:xfrm>
            <a:off x="-5040" y="407880"/>
            <a:ext cx="334800" cy="292320"/>
          </a:xfrm>
          <a:custGeom>
            <a:avLst/>
            <a:gdLst>
              <a:gd name="textAreaLeft" fmla="*/ 0 w 334800"/>
              <a:gd name="textAreaRight" fmla="*/ 337320 w 334800"/>
              <a:gd name="textAreaTop" fmla="*/ 0 h 292320"/>
              <a:gd name="textAreaBottom" fmla="*/ 294840 h 2923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79" name="Gruppieren 2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80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3" name="Freihandform: Form 25"/>
          <p:cNvSpPr/>
          <p:nvPr/>
        </p:nvSpPr>
        <p:spPr>
          <a:xfrm>
            <a:off x="0" y="1422360"/>
            <a:ext cx="3165480" cy="3489840"/>
          </a:xfrm>
          <a:custGeom>
            <a:avLst/>
            <a:gdLst>
              <a:gd name="textAreaLeft" fmla="*/ 0 w 3165480"/>
              <a:gd name="textAreaRight" fmla="*/ 3168000 w 3165480"/>
              <a:gd name="textAreaTop" fmla="*/ 0 h 3489840"/>
              <a:gd name="textAreaBottom" fmla="*/ 3492360 h 3489840"/>
              <a:gd name="GluePoint1X" fmla="*/ 3773588 w 4271120"/>
              <a:gd name="GluePoint1Y" fmla="*/ 3280579 h 4702819"/>
              <a:gd name="GluePoint2X" fmla="*/ 3717970 w 4271120"/>
              <a:gd name="GluePoint2Y" fmla="*/ 3393838 h 4702819"/>
              <a:gd name="GluePoint3X" fmla="*/ 3755385 w 4271120"/>
              <a:gd name="GluePoint3Y" fmla="*/ 3541480 h 4702819"/>
              <a:gd name="GluePoint4X" fmla="*/ 3742240 w 4271120"/>
              <a:gd name="GluePoint4Y" fmla="*/ 3544514 h 4702819"/>
              <a:gd name="GluePoint5X" fmla="*/ 3594598 w 4271120"/>
              <a:gd name="GluePoint5Y" fmla="*/ 3403951 h 4702819"/>
              <a:gd name="GluePoint6X" fmla="*/ 3773588 w 4271120"/>
              <a:gd name="GluePoint6Y" fmla="*/ 3280579 h 4702819"/>
              <a:gd name="GluePoint7X" fmla="*/ 3937409 w 4271120"/>
              <a:gd name="GluePoint7Y" fmla="*/ 2981250 h 4702819"/>
              <a:gd name="GluePoint8X" fmla="*/ 3833252 w 4271120"/>
              <a:gd name="GluePoint8Y" fmla="*/ 3118780 h 4702819"/>
              <a:gd name="GluePoint9X" fmla="*/ 3480327 w 4271120"/>
              <a:gd name="GluePoint9Y" fmla="*/ 3142039 h 4702819"/>
              <a:gd name="GluePoint10X" fmla="*/ 3488417 w 4271120"/>
              <a:gd name="GluePoint10Y" fmla="*/ 3070240 h 4702819"/>
              <a:gd name="GluePoint11X" fmla="*/ 3802914 w 4271120"/>
              <a:gd name="GluePoint11Y" fmla="*/ 3008554 h 4702819"/>
              <a:gd name="GluePoint12X" fmla="*/ 3937409 w 4271120"/>
              <a:gd name="GluePoint12Y" fmla="*/ 2981250 h 4702819"/>
              <a:gd name="GluePoint13X" fmla="*/ 1530647 w 4271120"/>
              <a:gd name="GluePoint13Y" fmla="*/ 2816671 h 4702819"/>
              <a:gd name="GluePoint14X" fmla="*/ 1538737 w 4271120"/>
              <a:gd name="GluePoint14Y" fmla="*/ 2820463 h 4702819"/>
              <a:gd name="GluePoint15X" fmla="*/ 1944246 w 4271120"/>
              <a:gd name="GluePoint15Y" fmla="*/ 3409008 h 4702819"/>
              <a:gd name="GluePoint16X" fmla="*/ 3606733 w 4271120"/>
              <a:gd name="GluePoint16Y" fmla="*/ 3913618 h 4702819"/>
              <a:gd name="GluePoint17X" fmla="*/ 3607744 w 4271120"/>
              <a:gd name="GluePoint17Y" fmla="*/ 3926765 h 4702819"/>
              <a:gd name="GluePoint18X" fmla="*/ 2423576 w 4271120"/>
              <a:gd name="GluePoint18Y" fmla="*/ 3894405 h 4702819"/>
              <a:gd name="GluePoint19X" fmla="*/ 2077731 w 4271120"/>
              <a:gd name="GluePoint19Y" fmla="*/ 3806426 h 4702819"/>
              <a:gd name="GluePoint20X" fmla="*/ 1525591 w 4271120"/>
              <a:gd name="GluePoint20Y" fmla="*/ 2823496 h 4702819"/>
              <a:gd name="GluePoint21X" fmla="*/ 1530647 w 4271120"/>
              <a:gd name="GluePoint21Y" fmla="*/ 2816671 h 4702819"/>
              <a:gd name="GluePoint22X" fmla="*/ 3996062 w 4271120"/>
              <a:gd name="GluePoint22Y" fmla="*/ 2605067 h 4702819"/>
              <a:gd name="GluePoint23X" fmla="*/ 4271120 w 4271120"/>
              <a:gd name="GluePoint23Y" fmla="*/ 2676866 h 4702819"/>
              <a:gd name="GluePoint24X" fmla="*/ 4008197 w 4271120"/>
              <a:gd name="GluePoint24Y" fmla="*/ 2693046 h 4702819"/>
              <a:gd name="GluePoint25X" fmla="*/ 3829207 w 4271120"/>
              <a:gd name="GluePoint25Y" fmla="*/ 2680911 h 4702819"/>
              <a:gd name="GluePoint26X" fmla="*/ 3670441 w 4271120"/>
              <a:gd name="GluePoint26Y" fmla="*/ 2642484 h 4702819"/>
              <a:gd name="GluePoint27X" fmla="*/ 3996062 w 4271120"/>
              <a:gd name="GluePoint27Y" fmla="*/ 2605067 h 4702819"/>
              <a:gd name="GluePoint28X" fmla="*/ 3443991 w 4271120"/>
              <a:gd name="GluePoint28Y" fmla="*/ 1373753 h 4702819"/>
              <a:gd name="GluePoint29X" fmla="*/ 3808982 w 4271120"/>
              <a:gd name="GluePoint29Y" fmla="*/ 1505845 h 4702819"/>
              <a:gd name="GluePoint30X" fmla="*/ 3766510 w 4271120"/>
              <a:gd name="GluePoint30Y" fmla="*/ 1714160 h 4702819"/>
              <a:gd name="GluePoint31X" fmla="*/ 3673475 w 4271120"/>
              <a:gd name="GluePoint31Y" fmla="*/ 1626182 h 4702819"/>
              <a:gd name="GluePoint32X" fmla="*/ 3503586 w 4271120"/>
              <a:gd name="GluePoint32Y" fmla="*/ 1940680 h 4702819"/>
              <a:gd name="GluePoint33X" fmla="*/ 3349877 w 4271120"/>
              <a:gd name="GluePoint33Y" fmla="*/ 1900230 h 4702819"/>
              <a:gd name="GluePoint34X" fmla="*/ 3263920 w 4271120"/>
              <a:gd name="GluePoint34Y" fmla="*/ 1778881 h 4702819"/>
              <a:gd name="GluePoint35X" fmla="*/ 2886727 w 4271120"/>
              <a:gd name="GluePoint35Y" fmla="*/ 1881016 h 4702819"/>
              <a:gd name="GluePoint36X" fmla="*/ 3400439 w 4271120"/>
              <a:gd name="GluePoint36Y" fmla="*/ 1585733 h 4702819"/>
              <a:gd name="GluePoint37X" fmla="*/ 2921109 w 4271120"/>
              <a:gd name="GluePoint37Y" fmla="*/ 1605957 h 4702819"/>
              <a:gd name="GluePoint38X" fmla="*/ 2913019 w 4271120"/>
              <a:gd name="GluePoint38Y" fmla="*/ 1594835 h 4702819"/>
              <a:gd name="GluePoint39X" fmla="*/ 3443991 w 4271120"/>
              <a:gd name="GluePoint39Y" fmla="*/ 1373753 h 4702819"/>
              <a:gd name="GluePoint40X" fmla="*/ 0 w 4271120"/>
              <a:gd name="GluePoint40Y" fmla="*/ 0 h 4702819"/>
              <a:gd name="GluePoint41X" fmla="*/ 115292 w 4271120"/>
              <a:gd name="GluePoint41Y" fmla="*/ 0 h 4702819"/>
              <a:gd name="GluePoint42X" fmla="*/ 274676 w 4271120"/>
              <a:gd name="GluePoint42Y" fmla="*/ 0 h 4702819"/>
              <a:gd name="GluePoint43X" fmla="*/ 3942724 w 4271120"/>
              <a:gd name="GluePoint43Y" fmla="*/ 0 h 4702819"/>
              <a:gd name="GluePoint44X" fmla="*/ 3939432 w 4271120"/>
              <a:gd name="GluePoint44Y" fmla="*/ 53696 h 4702819"/>
              <a:gd name="GluePoint45X" fmla="*/ 3684598 w 4271120"/>
              <a:gd name="GluePoint45Y" fmla="*/ 334822 h 4702819"/>
              <a:gd name="GluePoint46X" fmla="*/ 3981904 w 4271120"/>
              <a:gd name="GluePoint46Y" fmla="*/ 155833 h 4702819"/>
              <a:gd name="GluePoint47X" fmla="*/ 3993028 w 4271120"/>
              <a:gd name="GluePoint47Y" fmla="*/ 404599 h 4702819"/>
              <a:gd name="GluePoint48X" fmla="*/ 3433810 w 4271120"/>
              <a:gd name="GluePoint48Y" fmla="*/ 635163 h 4702819"/>
              <a:gd name="GluePoint49X" fmla="*/ 2283013 w 4271120"/>
              <a:gd name="GluePoint49Y" fmla="*/ 464262 h 4702819"/>
              <a:gd name="GluePoint50X" fmla="*/ 2284025 w 4271120"/>
              <a:gd name="GluePoint50Y" fmla="*/ 455161 h 4702819"/>
              <a:gd name="GluePoint51X" fmla="*/ 2959536 w 4271120"/>
              <a:gd name="GluePoint51Y" fmla="*/ 115383 h 4702819"/>
              <a:gd name="GluePoint52X" fmla="*/ 2949424 w 4271120"/>
              <a:gd name="GluePoint52Y" fmla="*/ 107293 h 4702819"/>
              <a:gd name="GluePoint53X" fmla="*/ 1789525 w 4271120"/>
              <a:gd name="GluePoint53Y" fmla="*/ 314598 h 4702819"/>
              <a:gd name="GluePoint54X" fmla="*/ 1564018 w 4271120"/>
              <a:gd name="GluePoint54Y" fmla="*/ 251900 h 4702819"/>
              <a:gd name="GluePoint55X" fmla="*/ 1554917 w 4271120"/>
              <a:gd name="GluePoint55Y" fmla="*/ 262013 h 4702819"/>
              <a:gd name="GluePoint56X" fmla="*/ 2389194 w 4271120"/>
              <a:gd name="GluePoint56Y" fmla="*/ 907188 h 4702819"/>
              <a:gd name="GluePoint57X" fmla="*/ 2159641 w 4271120"/>
              <a:gd name="GluePoint57Y" fmla="*/ 613927 h 4702819"/>
              <a:gd name="GluePoint58X" fmla="*/ 2255710 w 4271120"/>
              <a:gd name="GluePoint58Y" fmla="*/ 818197 h 4702819"/>
              <a:gd name="GluePoint59X" fmla="*/ 2248631 w 4271120"/>
              <a:gd name="GluePoint59Y" fmla="*/ 897075 h 4702819"/>
              <a:gd name="GluePoint60X" fmla="*/ 2071663 w 4271120"/>
              <a:gd name="GluePoint60Y" fmla="*/ 706960 h 4702819"/>
              <a:gd name="GluePoint61X" fmla="*/ 2063573 w 4271120"/>
              <a:gd name="GluePoint61Y" fmla="*/ 718085 h 4702819"/>
              <a:gd name="GluePoint62X" fmla="*/ 1981662 w 4271120"/>
              <a:gd name="GluePoint62Y" fmla="*/ 1090223 h 4702819"/>
              <a:gd name="GluePoint63X" fmla="*/ 2015034 w 4271120"/>
              <a:gd name="GluePoint63Y" fmla="*/ 1068987 h 4702819"/>
              <a:gd name="GluePoint64X" fmla="*/ 2152563 w 4271120"/>
              <a:gd name="GluePoint64Y" fmla="*/ 876851 h 4702819"/>
              <a:gd name="GluePoint65X" fmla="*/ 2193013 w 4271120"/>
              <a:gd name="GluePoint65Y" fmla="*/ 935503 h 4702819"/>
              <a:gd name="GluePoint66X" fmla="*/ 2042337 w 4271120"/>
              <a:gd name="GluePoint66Y" fmla="*/ 1153931 h 4702819"/>
              <a:gd name="GluePoint67X" fmla="*/ 1195925 w 4271120"/>
              <a:gd name="GluePoint67Y" fmla="*/ 1315731 h 4702819"/>
              <a:gd name="GluePoint68X" fmla="*/ 1759188 w 4271120"/>
              <a:gd name="GluePoint68Y" fmla="*/ 1329888 h 4702819"/>
              <a:gd name="GluePoint69X" fmla="*/ 1762222 w 4271120"/>
              <a:gd name="GluePoint69Y" fmla="*/ 1336967 h 4702819"/>
              <a:gd name="GluePoint70X" fmla="*/ 1303117 w 4271120"/>
              <a:gd name="GluePoint70Y" fmla="*/ 1458316 h 4702819"/>
              <a:gd name="GluePoint71X" fmla="*/ 1879527 w 4271120"/>
              <a:gd name="GluePoint71Y" fmla="*/ 1385506 h 4702819"/>
              <a:gd name="GluePoint72X" fmla="*/ 1882560 w 4271120"/>
              <a:gd name="GluePoint72Y" fmla="*/ 1389551 h 4702819"/>
              <a:gd name="GluePoint73X" fmla="*/ 1158509 w 4271120"/>
              <a:gd name="GluePoint73Y" fmla="*/ 1608992 h 4702819"/>
              <a:gd name="GluePoint74X" fmla="*/ 1500309 w 4271120"/>
              <a:gd name="GluePoint74Y" fmla="*/ 1648430 h 4702819"/>
              <a:gd name="GluePoint75X" fmla="*/ 1502332 w 4271120"/>
              <a:gd name="GluePoint75Y" fmla="*/ 1651464 h 4702819"/>
              <a:gd name="GluePoint76X" fmla="*/ 1323342 w 4271120"/>
              <a:gd name="GluePoint76Y" fmla="*/ 1726296 h 4702819"/>
              <a:gd name="GluePoint77X" fmla="*/ 1387050 w 4271120"/>
              <a:gd name="GluePoint77Y" fmla="*/ 1741465 h 4702819"/>
              <a:gd name="GluePoint78X" fmla="*/ 1442669 w 4271120"/>
              <a:gd name="GluePoint78Y" fmla="*/ 1750566 h 4702819"/>
              <a:gd name="GluePoint79X" fmla="*/ 1983684 w 4271120"/>
              <a:gd name="GluePoint79Y" fmla="*/ 1635284 h 4702819"/>
              <a:gd name="GluePoint80X" fmla="*/ 2041326 w 4271120"/>
              <a:gd name="GluePoint80Y" fmla="*/ 1604947 h 4702819"/>
              <a:gd name="GluePoint81X" fmla="*/ 1993797 w 4271120"/>
              <a:gd name="GluePoint81Y" fmla="*/ 1723262 h 4702819"/>
              <a:gd name="GluePoint82X" fmla="*/ 1881549 w 4271120"/>
              <a:gd name="GluePoint82Y" fmla="*/ 1801128 h 4702819"/>
              <a:gd name="GluePoint83X" fmla="*/ 1868403 w 4271120"/>
              <a:gd name="GluePoint83Y" fmla="*/ 1865847 h 4702819"/>
              <a:gd name="GluePoint84X" fmla="*/ 1001766 w 4271120"/>
              <a:gd name="GluePoint84Y" fmla="*/ 1993265 h 4702819"/>
              <a:gd name="GluePoint85X" fmla="*/ 999744 w 4271120"/>
              <a:gd name="GluePoint85Y" fmla="*/ 1993265 h 4702819"/>
              <a:gd name="GluePoint86X" fmla="*/ 1477051 w 4271120"/>
              <a:gd name="GluePoint86Y" fmla="*/ 2115625 h 4702819"/>
              <a:gd name="GluePoint87X" fmla="*/ 1478062 w 4271120"/>
              <a:gd name="GluePoint87Y" fmla="*/ 2118658 h 4702819"/>
              <a:gd name="GluePoint88X" fmla="*/ 1337500 w 4271120"/>
              <a:gd name="GluePoint88Y" fmla="*/ 2160120 h 4702819"/>
              <a:gd name="GluePoint89X" fmla="*/ 1830987 w 4271120"/>
              <a:gd name="GluePoint89Y" fmla="*/ 2044838 h 4702819"/>
              <a:gd name="GluePoint90X" fmla="*/ 1840088 w 4271120"/>
              <a:gd name="GluePoint90Y" fmla="*/ 2054950 h 4702819"/>
              <a:gd name="GluePoint91X" fmla="*/ 1610536 w 4271120"/>
              <a:gd name="GluePoint91Y" fmla="*/ 2209670 h 4702819"/>
              <a:gd name="GluePoint92X" fmla="*/ 970417 w 4271120"/>
              <a:gd name="GluePoint92Y" fmla="*/ 2143940 h 4702819"/>
              <a:gd name="GluePoint93X" fmla="*/ 1531659 w 4271120"/>
              <a:gd name="GluePoint93Y" fmla="*/ 2446302 h 4702819"/>
              <a:gd name="GluePoint94X" fmla="*/ 1040194 w 4271120"/>
              <a:gd name="GluePoint94Y" fmla="*/ 2520123 h 4702819"/>
              <a:gd name="GluePoint95X" fmla="*/ 1012890 w 4271120"/>
              <a:gd name="GluePoint95Y" fmla="*/ 2497875 h 4702819"/>
              <a:gd name="GluePoint96X" fmla="*/ 585134 w 4271120"/>
              <a:gd name="GluePoint96Y" fmla="*/ 2905408 h 4702819"/>
              <a:gd name="GluePoint97X" fmla="*/ 2443801 w 4271120"/>
              <a:gd name="GluePoint97Y" fmla="*/ 4164407 h 4702819"/>
              <a:gd name="GluePoint98X" fmla="*/ 2680749 w 4271120"/>
              <a:gd name="GluePoint98Y" fmla="*/ 4641304 h 4702819"/>
              <a:gd name="GluePoint99X" fmla="*/ 2704586 w 4271120"/>
              <a:gd name="GluePoint99Y" fmla="*/ 4702819 h 4702819"/>
              <a:gd name="GluePoint100X" fmla="*/ 274676 w 4271120"/>
              <a:gd name="GluePoint100Y" fmla="*/ 4702819 h 4702819"/>
              <a:gd name="GluePoint101X" fmla="*/ 115292 w 4271120"/>
              <a:gd name="GluePoint101Y" fmla="*/ 4702819 h 4702819"/>
              <a:gd name="GluePoint102X" fmla="*/ 0 w 4271120"/>
              <a:gd name="GluePoint102Y" fmla="*/ 4702819 h 470281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  <a:cxn ang="0">
                <a:pos x="GluePoint63X" y="GluePoint63Y"/>
              </a:cxn>
              <a:cxn ang="0">
                <a:pos x="GluePoint64X" y="GluePoint64Y"/>
              </a:cxn>
              <a:cxn ang="0">
                <a:pos x="GluePoint65X" y="GluePoint65Y"/>
              </a:cxn>
              <a:cxn ang="0">
                <a:pos x="GluePoint66X" y="GluePoint66Y"/>
              </a:cxn>
              <a:cxn ang="0">
                <a:pos x="GluePoint67X" y="GluePoint67Y"/>
              </a:cxn>
              <a:cxn ang="0">
                <a:pos x="GluePoint68X" y="GluePoint68Y"/>
              </a:cxn>
              <a:cxn ang="0">
                <a:pos x="GluePoint69X" y="GluePoint69Y"/>
              </a:cxn>
              <a:cxn ang="0">
                <a:pos x="GluePoint70X" y="GluePoint70Y"/>
              </a:cxn>
              <a:cxn ang="0">
                <a:pos x="GluePoint71X" y="GluePoint71Y"/>
              </a:cxn>
              <a:cxn ang="0">
                <a:pos x="GluePoint72X" y="GluePoint72Y"/>
              </a:cxn>
              <a:cxn ang="0">
                <a:pos x="GluePoint73X" y="GluePoint73Y"/>
              </a:cxn>
              <a:cxn ang="0">
                <a:pos x="GluePoint74X" y="GluePoint74Y"/>
              </a:cxn>
              <a:cxn ang="0">
                <a:pos x="GluePoint75X" y="GluePoint75Y"/>
              </a:cxn>
              <a:cxn ang="0">
                <a:pos x="GluePoint76X" y="GluePoint76Y"/>
              </a:cxn>
              <a:cxn ang="0">
                <a:pos x="GluePoint77X" y="GluePoint77Y"/>
              </a:cxn>
              <a:cxn ang="0">
                <a:pos x="GluePoint78X" y="GluePoint78Y"/>
              </a:cxn>
              <a:cxn ang="0">
                <a:pos x="GluePoint79X" y="GluePoint79Y"/>
              </a:cxn>
              <a:cxn ang="0">
                <a:pos x="GluePoint80X" y="GluePoint80Y"/>
              </a:cxn>
              <a:cxn ang="0">
                <a:pos x="GluePoint81X" y="GluePoint81Y"/>
              </a:cxn>
              <a:cxn ang="0">
                <a:pos x="GluePoint82X" y="GluePoint82Y"/>
              </a:cxn>
              <a:cxn ang="0">
                <a:pos x="GluePoint83X" y="GluePoint83Y"/>
              </a:cxn>
              <a:cxn ang="0">
                <a:pos x="GluePoint84X" y="GluePoint84Y"/>
              </a:cxn>
              <a:cxn ang="0">
                <a:pos x="GluePoint85X" y="GluePoint85Y"/>
              </a:cxn>
              <a:cxn ang="0">
                <a:pos x="GluePoint86X" y="GluePoint86Y"/>
              </a:cxn>
              <a:cxn ang="0">
                <a:pos x="GluePoint87X" y="GluePoint87Y"/>
              </a:cxn>
              <a:cxn ang="0">
                <a:pos x="GluePoint88X" y="GluePoint88Y"/>
              </a:cxn>
              <a:cxn ang="0">
                <a:pos x="GluePoint89X" y="GluePoint89Y"/>
              </a:cxn>
              <a:cxn ang="0">
                <a:pos x="GluePoint90X" y="GluePoint90Y"/>
              </a:cxn>
              <a:cxn ang="0">
                <a:pos x="GluePoint91X" y="GluePoint91Y"/>
              </a:cxn>
              <a:cxn ang="0">
                <a:pos x="GluePoint92X" y="GluePoint92Y"/>
              </a:cxn>
              <a:cxn ang="0">
                <a:pos x="GluePoint93X" y="GluePoint93Y"/>
              </a:cxn>
              <a:cxn ang="0">
                <a:pos x="GluePoint94X" y="GluePoint94Y"/>
              </a:cxn>
              <a:cxn ang="0">
                <a:pos x="GluePoint95X" y="GluePoint95Y"/>
              </a:cxn>
              <a:cxn ang="0">
                <a:pos x="GluePoint96X" y="GluePoint96Y"/>
              </a:cxn>
              <a:cxn ang="0">
                <a:pos x="GluePoint97X" y="GluePoint97Y"/>
              </a:cxn>
              <a:cxn ang="0">
                <a:pos x="GluePoint98X" y="GluePoint98Y"/>
              </a:cxn>
              <a:cxn ang="0">
                <a:pos x="GluePoint99X" y="GluePoint99Y"/>
              </a:cxn>
              <a:cxn ang="0">
                <a:pos x="GluePoint100X" y="GluePoint100Y"/>
              </a:cxn>
              <a:cxn ang="0">
                <a:pos x="GluePoint101X" y="GluePoint101Y"/>
              </a:cxn>
              <a:cxn ang="0">
                <a:pos x="GluePoint102X" y="GluePoint102Y"/>
              </a:cxn>
            </a:cxnLst>
            <a:rect l="textAreaLeft" t="textAreaTop" r="textAreaRight" b="textAreaBottom"/>
            <a:pathLst>
              <a:path w="4271120" h="4702819">
                <a:moveTo>
                  <a:pt x="3773588" y="3280579"/>
                </a:moveTo>
                <a:cubicBezTo>
                  <a:pt x="3773588" y="3280579"/>
                  <a:pt x="3730105" y="3343276"/>
                  <a:pt x="3717970" y="3393838"/>
                </a:cubicBezTo>
                <a:cubicBezTo>
                  <a:pt x="3745273" y="3430243"/>
                  <a:pt x="3753363" y="3442378"/>
                  <a:pt x="3755385" y="3541480"/>
                </a:cubicBezTo>
                <a:cubicBezTo>
                  <a:pt x="3755385" y="3549570"/>
                  <a:pt x="3745273" y="3551593"/>
                  <a:pt x="3742240" y="3544514"/>
                </a:cubicBezTo>
                <a:cubicBezTo>
                  <a:pt x="3714936" y="3479795"/>
                  <a:pt x="3663363" y="3420131"/>
                  <a:pt x="3594598" y="3403951"/>
                </a:cubicBezTo>
                <a:cubicBezTo>
                  <a:pt x="3610778" y="3321029"/>
                  <a:pt x="3667408" y="3281590"/>
                  <a:pt x="3773588" y="3280579"/>
                </a:cubicBezTo>
                <a:close/>
                <a:moveTo>
                  <a:pt x="3937409" y="2981250"/>
                </a:moveTo>
                <a:cubicBezTo>
                  <a:pt x="3924264" y="3035858"/>
                  <a:pt x="3891904" y="3080352"/>
                  <a:pt x="3833252" y="3118780"/>
                </a:cubicBezTo>
                <a:cubicBezTo>
                  <a:pt x="3598643" y="3075297"/>
                  <a:pt x="3669430" y="3152151"/>
                  <a:pt x="3480327" y="3142039"/>
                </a:cubicBezTo>
                <a:cubicBezTo>
                  <a:pt x="3479316" y="3127881"/>
                  <a:pt x="3479316" y="3081364"/>
                  <a:pt x="3488417" y="3070240"/>
                </a:cubicBezTo>
                <a:cubicBezTo>
                  <a:pt x="3640104" y="3123836"/>
                  <a:pt x="3659318" y="3035858"/>
                  <a:pt x="3802914" y="3008554"/>
                </a:cubicBezTo>
                <a:cubicBezTo>
                  <a:pt x="3851454" y="2999453"/>
                  <a:pt x="3909095" y="2995408"/>
                  <a:pt x="3937409" y="2981250"/>
                </a:cubicBezTo>
                <a:close/>
                <a:moveTo>
                  <a:pt x="1530647" y="2816671"/>
                </a:moveTo>
                <a:cubicBezTo>
                  <a:pt x="1533681" y="2815912"/>
                  <a:pt x="1537220" y="2816924"/>
                  <a:pt x="1538737" y="2820463"/>
                </a:cubicBezTo>
                <a:cubicBezTo>
                  <a:pt x="1704581" y="3184511"/>
                  <a:pt x="1838065" y="3351366"/>
                  <a:pt x="1944246" y="3409008"/>
                </a:cubicBezTo>
                <a:cubicBezTo>
                  <a:pt x="2164698" y="3528335"/>
                  <a:pt x="3031334" y="3856989"/>
                  <a:pt x="3606733" y="3913618"/>
                </a:cubicBezTo>
                <a:cubicBezTo>
                  <a:pt x="3614823" y="3913618"/>
                  <a:pt x="3615834" y="3924742"/>
                  <a:pt x="3607744" y="3926765"/>
                </a:cubicBezTo>
                <a:cubicBezTo>
                  <a:pt x="3352910" y="3984405"/>
                  <a:pt x="2663241" y="3916653"/>
                  <a:pt x="2423576" y="3894405"/>
                </a:cubicBezTo>
                <a:cubicBezTo>
                  <a:pt x="2159641" y="3869123"/>
                  <a:pt x="2078741" y="3805416"/>
                  <a:pt x="2077731" y="3806426"/>
                </a:cubicBezTo>
                <a:cubicBezTo>
                  <a:pt x="1903797" y="3672942"/>
                  <a:pt x="1564018" y="3144061"/>
                  <a:pt x="1525591" y="2823496"/>
                </a:cubicBezTo>
                <a:cubicBezTo>
                  <a:pt x="1525085" y="2819957"/>
                  <a:pt x="1527613" y="2817429"/>
                  <a:pt x="1530647" y="2816671"/>
                </a:cubicBezTo>
                <a:close/>
                <a:moveTo>
                  <a:pt x="3996062" y="2605067"/>
                </a:moveTo>
                <a:cubicBezTo>
                  <a:pt x="4069883" y="2597989"/>
                  <a:pt x="4190221" y="2621247"/>
                  <a:pt x="4271120" y="2676866"/>
                </a:cubicBezTo>
                <a:cubicBezTo>
                  <a:pt x="4252918" y="2737541"/>
                  <a:pt x="4086063" y="2706192"/>
                  <a:pt x="4008197" y="2693046"/>
                </a:cubicBezTo>
                <a:cubicBezTo>
                  <a:pt x="3953589" y="2684955"/>
                  <a:pt x="3889881" y="2681922"/>
                  <a:pt x="3829207" y="2680911"/>
                </a:cubicBezTo>
                <a:cubicBezTo>
                  <a:pt x="3777633" y="2679899"/>
                  <a:pt x="3693700" y="2671810"/>
                  <a:pt x="3670441" y="2642484"/>
                </a:cubicBezTo>
                <a:cubicBezTo>
                  <a:pt x="3719992" y="2647540"/>
                  <a:pt x="3843364" y="2620237"/>
                  <a:pt x="3996062" y="2605067"/>
                </a:cubicBezTo>
                <a:close/>
                <a:moveTo>
                  <a:pt x="3443991" y="1373753"/>
                </a:moveTo>
                <a:cubicBezTo>
                  <a:pt x="3569601" y="1369611"/>
                  <a:pt x="3697113" y="1404594"/>
                  <a:pt x="3808982" y="1505845"/>
                </a:cubicBezTo>
                <a:cubicBezTo>
                  <a:pt x="3760442" y="1576632"/>
                  <a:pt x="3761453" y="1685847"/>
                  <a:pt x="3766510" y="1714160"/>
                </a:cubicBezTo>
                <a:cubicBezTo>
                  <a:pt x="3739205" y="1705060"/>
                  <a:pt x="3695722" y="1653485"/>
                  <a:pt x="3673475" y="1626182"/>
                </a:cubicBezTo>
                <a:cubicBezTo>
                  <a:pt x="3582463" y="1677757"/>
                  <a:pt x="3486394" y="1844611"/>
                  <a:pt x="3503586" y="1940680"/>
                </a:cubicBezTo>
                <a:cubicBezTo>
                  <a:pt x="3512687" y="2019557"/>
                  <a:pt x="3455046" y="2031692"/>
                  <a:pt x="3349877" y="1900230"/>
                </a:cubicBezTo>
                <a:cubicBezTo>
                  <a:pt x="3299315" y="1936634"/>
                  <a:pt x="3250775" y="1870904"/>
                  <a:pt x="3263920" y="1778881"/>
                </a:cubicBezTo>
                <a:cubicBezTo>
                  <a:pt x="3182010" y="1864836"/>
                  <a:pt x="2961559" y="1908320"/>
                  <a:pt x="2886727" y="1881016"/>
                </a:cubicBezTo>
                <a:cubicBezTo>
                  <a:pt x="3034368" y="1838544"/>
                  <a:pt x="3254820" y="1604947"/>
                  <a:pt x="3400439" y="1585733"/>
                </a:cubicBezTo>
                <a:cubicBezTo>
                  <a:pt x="3282123" y="1528092"/>
                  <a:pt x="3076841" y="1513935"/>
                  <a:pt x="2921109" y="1605957"/>
                </a:cubicBezTo>
                <a:cubicBezTo>
                  <a:pt x="2914030" y="1610002"/>
                  <a:pt x="2906951" y="1599890"/>
                  <a:pt x="2913019" y="1594835"/>
                </a:cubicBezTo>
                <a:cubicBezTo>
                  <a:pt x="3030576" y="1496238"/>
                  <a:pt x="3234642" y="1380656"/>
                  <a:pt x="3443991" y="1373753"/>
                </a:cubicBezTo>
                <a:close/>
                <a:moveTo>
                  <a:pt x="0" y="0"/>
                </a:moveTo>
                <a:lnTo>
                  <a:pt x="115292" y="0"/>
                </a:lnTo>
                <a:lnTo>
                  <a:pt x="274676" y="0"/>
                </a:lnTo>
                <a:lnTo>
                  <a:pt x="3942724" y="0"/>
                </a:lnTo>
                <a:lnTo>
                  <a:pt x="3939432" y="53696"/>
                </a:lnTo>
                <a:cubicBezTo>
                  <a:pt x="3926286" y="139653"/>
                  <a:pt x="3890892" y="219541"/>
                  <a:pt x="3684598" y="334822"/>
                </a:cubicBezTo>
                <a:cubicBezTo>
                  <a:pt x="3918196" y="331789"/>
                  <a:pt x="3971792" y="185158"/>
                  <a:pt x="3981904" y="155833"/>
                </a:cubicBezTo>
                <a:cubicBezTo>
                  <a:pt x="4027411" y="317632"/>
                  <a:pt x="3993028" y="404599"/>
                  <a:pt x="3993028" y="404599"/>
                </a:cubicBezTo>
                <a:cubicBezTo>
                  <a:pt x="3940444" y="578533"/>
                  <a:pt x="3623924" y="771681"/>
                  <a:pt x="3433810" y="635163"/>
                </a:cubicBezTo>
                <a:cubicBezTo>
                  <a:pt x="2893805" y="156844"/>
                  <a:pt x="3099088" y="642242"/>
                  <a:pt x="2283013" y="464262"/>
                </a:cubicBezTo>
                <a:cubicBezTo>
                  <a:pt x="2277957" y="463251"/>
                  <a:pt x="2278968" y="455161"/>
                  <a:pt x="2284025" y="455161"/>
                </a:cubicBezTo>
                <a:cubicBezTo>
                  <a:pt x="2601556" y="444037"/>
                  <a:pt x="2854367" y="256957"/>
                  <a:pt x="2959536" y="115383"/>
                </a:cubicBezTo>
                <a:cubicBezTo>
                  <a:pt x="2963581" y="109315"/>
                  <a:pt x="2955491" y="101225"/>
                  <a:pt x="2949424" y="107293"/>
                </a:cubicBezTo>
                <a:cubicBezTo>
                  <a:pt x="2789647" y="273137"/>
                  <a:pt x="2362902" y="477408"/>
                  <a:pt x="1789525" y="314598"/>
                </a:cubicBezTo>
                <a:cubicBezTo>
                  <a:pt x="1719750" y="288306"/>
                  <a:pt x="1577164" y="254935"/>
                  <a:pt x="1564018" y="251900"/>
                </a:cubicBezTo>
                <a:cubicBezTo>
                  <a:pt x="1542782" y="245833"/>
                  <a:pt x="1554917" y="262013"/>
                  <a:pt x="1554917" y="262013"/>
                </a:cubicBezTo>
                <a:cubicBezTo>
                  <a:pt x="2567173" y="576510"/>
                  <a:pt x="2389194" y="907188"/>
                  <a:pt x="2389194" y="907188"/>
                </a:cubicBezTo>
                <a:cubicBezTo>
                  <a:pt x="2370992" y="796962"/>
                  <a:pt x="2292115" y="689770"/>
                  <a:pt x="2159641" y="613927"/>
                </a:cubicBezTo>
                <a:cubicBezTo>
                  <a:pt x="2258743" y="732242"/>
                  <a:pt x="2255710" y="818197"/>
                  <a:pt x="2255710" y="818197"/>
                </a:cubicBezTo>
                <a:cubicBezTo>
                  <a:pt x="2256721" y="837412"/>
                  <a:pt x="2256721" y="904154"/>
                  <a:pt x="2248631" y="897075"/>
                </a:cubicBezTo>
                <a:cubicBezTo>
                  <a:pt x="2238518" y="886963"/>
                  <a:pt x="2210203" y="755501"/>
                  <a:pt x="2071663" y="706960"/>
                </a:cubicBezTo>
                <a:cubicBezTo>
                  <a:pt x="2049416" y="701905"/>
                  <a:pt x="2063573" y="718085"/>
                  <a:pt x="2063573" y="718085"/>
                </a:cubicBezTo>
                <a:cubicBezTo>
                  <a:pt x="2150540" y="841456"/>
                  <a:pt x="2086831" y="984043"/>
                  <a:pt x="1981662" y="1090223"/>
                </a:cubicBezTo>
                <a:cubicBezTo>
                  <a:pt x="1992786" y="1084155"/>
                  <a:pt x="2003909" y="1077077"/>
                  <a:pt x="2015034" y="1068987"/>
                </a:cubicBezTo>
                <a:cubicBezTo>
                  <a:pt x="2088854" y="1009323"/>
                  <a:pt x="2150540" y="961794"/>
                  <a:pt x="2152563" y="876851"/>
                </a:cubicBezTo>
                <a:cubicBezTo>
                  <a:pt x="2152563" y="848535"/>
                  <a:pt x="2189978" y="899097"/>
                  <a:pt x="2193013" y="935503"/>
                </a:cubicBezTo>
                <a:cubicBezTo>
                  <a:pt x="2190990" y="1046740"/>
                  <a:pt x="2126271" y="1094268"/>
                  <a:pt x="2042337" y="1153931"/>
                </a:cubicBezTo>
                <a:cubicBezTo>
                  <a:pt x="1941212" y="1225730"/>
                  <a:pt x="1609524" y="1394608"/>
                  <a:pt x="1195925" y="1315731"/>
                </a:cubicBezTo>
                <a:cubicBezTo>
                  <a:pt x="1484130" y="1399664"/>
                  <a:pt x="1645929" y="1362248"/>
                  <a:pt x="1759188" y="1329888"/>
                </a:cubicBezTo>
                <a:cubicBezTo>
                  <a:pt x="1763233" y="1328876"/>
                  <a:pt x="1766267" y="1334944"/>
                  <a:pt x="1762222" y="1336967"/>
                </a:cubicBezTo>
                <a:cubicBezTo>
                  <a:pt x="1691435" y="1385506"/>
                  <a:pt x="1611546" y="1409776"/>
                  <a:pt x="1303117" y="1458316"/>
                </a:cubicBezTo>
                <a:cubicBezTo>
                  <a:pt x="1585254" y="1480563"/>
                  <a:pt x="1740986" y="1459328"/>
                  <a:pt x="1879527" y="1385506"/>
                </a:cubicBezTo>
                <a:cubicBezTo>
                  <a:pt x="1882560" y="1383484"/>
                  <a:pt x="1885594" y="1387529"/>
                  <a:pt x="1882560" y="1389551"/>
                </a:cubicBezTo>
                <a:cubicBezTo>
                  <a:pt x="1799638" y="1452248"/>
                  <a:pt x="1517501" y="1619104"/>
                  <a:pt x="1158509" y="1608992"/>
                </a:cubicBezTo>
                <a:cubicBezTo>
                  <a:pt x="1213116" y="1658542"/>
                  <a:pt x="1464916" y="1649442"/>
                  <a:pt x="1500309" y="1648430"/>
                </a:cubicBezTo>
                <a:cubicBezTo>
                  <a:pt x="1502332" y="1648430"/>
                  <a:pt x="1503344" y="1650453"/>
                  <a:pt x="1502332" y="1651464"/>
                </a:cubicBezTo>
                <a:cubicBezTo>
                  <a:pt x="1450759" y="1717194"/>
                  <a:pt x="1323342" y="1726296"/>
                  <a:pt x="1323342" y="1726296"/>
                </a:cubicBezTo>
                <a:cubicBezTo>
                  <a:pt x="1347612" y="1731352"/>
                  <a:pt x="1368848" y="1736409"/>
                  <a:pt x="1387050" y="1741465"/>
                </a:cubicBezTo>
                <a:cubicBezTo>
                  <a:pt x="1405252" y="1745509"/>
                  <a:pt x="1424467" y="1748544"/>
                  <a:pt x="1442669" y="1750566"/>
                </a:cubicBezTo>
                <a:cubicBezTo>
                  <a:pt x="1624693" y="1761689"/>
                  <a:pt x="1816830" y="1717194"/>
                  <a:pt x="1983684" y="1635284"/>
                </a:cubicBezTo>
                <a:cubicBezTo>
                  <a:pt x="1989752" y="1632250"/>
                  <a:pt x="2041326" y="1604947"/>
                  <a:pt x="2041326" y="1604947"/>
                </a:cubicBezTo>
                <a:cubicBezTo>
                  <a:pt x="2046382" y="1641352"/>
                  <a:pt x="2021101" y="1692925"/>
                  <a:pt x="1993797" y="1723262"/>
                </a:cubicBezTo>
                <a:cubicBezTo>
                  <a:pt x="1962449" y="1757644"/>
                  <a:pt x="1921999" y="1780903"/>
                  <a:pt x="1881549" y="1801128"/>
                </a:cubicBezTo>
                <a:cubicBezTo>
                  <a:pt x="1892672" y="1818319"/>
                  <a:pt x="1875482" y="1856746"/>
                  <a:pt x="1868403" y="1865847"/>
                </a:cubicBezTo>
                <a:cubicBezTo>
                  <a:pt x="1612558" y="2185401"/>
                  <a:pt x="1001766" y="1993265"/>
                  <a:pt x="1001766" y="1993265"/>
                </a:cubicBezTo>
                <a:cubicBezTo>
                  <a:pt x="1001766" y="1993265"/>
                  <a:pt x="1000754" y="1993265"/>
                  <a:pt x="999744" y="1993265"/>
                </a:cubicBezTo>
                <a:cubicBezTo>
                  <a:pt x="1145363" y="2093377"/>
                  <a:pt x="1362780" y="2123715"/>
                  <a:pt x="1477051" y="2115625"/>
                </a:cubicBezTo>
                <a:cubicBezTo>
                  <a:pt x="1479074" y="2115625"/>
                  <a:pt x="1480085" y="2117648"/>
                  <a:pt x="1478062" y="2118658"/>
                </a:cubicBezTo>
                <a:cubicBezTo>
                  <a:pt x="1447725" y="2137873"/>
                  <a:pt x="1347612" y="2158097"/>
                  <a:pt x="1337500" y="2160120"/>
                </a:cubicBezTo>
                <a:cubicBezTo>
                  <a:pt x="1571097" y="2180345"/>
                  <a:pt x="1753121" y="2096412"/>
                  <a:pt x="1830987" y="2044838"/>
                </a:cubicBezTo>
                <a:cubicBezTo>
                  <a:pt x="1837055" y="2040793"/>
                  <a:pt x="1845144" y="2048883"/>
                  <a:pt x="1840088" y="2054950"/>
                </a:cubicBezTo>
                <a:cubicBezTo>
                  <a:pt x="1765256" y="2154052"/>
                  <a:pt x="1717728" y="2182367"/>
                  <a:pt x="1610536" y="2209670"/>
                </a:cubicBezTo>
                <a:cubicBezTo>
                  <a:pt x="1399185" y="2261244"/>
                  <a:pt x="1159521" y="2246076"/>
                  <a:pt x="970417" y="2143940"/>
                </a:cubicBezTo>
                <a:cubicBezTo>
                  <a:pt x="1170644" y="2526190"/>
                  <a:pt x="1447725" y="2465516"/>
                  <a:pt x="1531659" y="2446302"/>
                </a:cubicBezTo>
                <a:cubicBezTo>
                  <a:pt x="1427500" y="2605067"/>
                  <a:pt x="1220195" y="2650574"/>
                  <a:pt x="1040194" y="2520123"/>
                </a:cubicBezTo>
                <a:cubicBezTo>
                  <a:pt x="1030081" y="2513044"/>
                  <a:pt x="1021991" y="2504955"/>
                  <a:pt x="1012890" y="2497875"/>
                </a:cubicBezTo>
                <a:cubicBezTo>
                  <a:pt x="890529" y="2709226"/>
                  <a:pt x="464795" y="2786080"/>
                  <a:pt x="585134" y="2905408"/>
                </a:cubicBezTo>
                <a:cubicBezTo>
                  <a:pt x="1526602" y="3840809"/>
                  <a:pt x="2443801" y="4164407"/>
                  <a:pt x="2443801" y="4164407"/>
                </a:cubicBezTo>
                <a:cubicBezTo>
                  <a:pt x="2521667" y="4282217"/>
                  <a:pt x="2602820" y="4452359"/>
                  <a:pt x="2680749" y="4641304"/>
                </a:cubicBezTo>
                <a:lnTo>
                  <a:pt x="2704586" y="4702819"/>
                </a:lnTo>
                <a:lnTo>
                  <a:pt x="274676" y="4702819"/>
                </a:lnTo>
                <a:lnTo>
                  <a:pt x="115292" y="4702819"/>
                </a:lnTo>
                <a:lnTo>
                  <a:pt x="0" y="4702819"/>
                </a:lnTo>
                <a:close/>
              </a:path>
            </a:pathLst>
          </a:custGeom>
          <a:solidFill>
            <a:srgbClr val="DAE5EA"/>
          </a:solidFill>
          <a:ln w="9176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dt" idx="2"/>
          </p:nvPr>
        </p:nvSpPr>
        <p:spPr>
          <a:xfrm>
            <a:off x="526680" y="4460400"/>
            <a:ext cx="2054880" cy="27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title" hasCustomPrompt="1"/>
          </p:nvPr>
        </p:nvSpPr>
        <p:spPr>
          <a:xfrm>
            <a:off x="526680" y="2899440"/>
            <a:ext cx="6397200" cy="5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86" name="Grafik 6"/>
          <p:cNvGrpSpPr/>
          <p:nvPr/>
        </p:nvGrpSpPr>
        <p:grpSpPr>
          <a:xfrm>
            <a:off x="522720" y="385200"/>
            <a:ext cx="1525680" cy="581040"/>
            <a:chOff x="522720" y="385200"/>
            <a:chExt cx="1525680" cy="581040"/>
          </a:xfrm>
        </p:grpSpPr>
        <p:sp>
          <p:nvSpPr>
            <p:cNvPr id="87" name="Freihandform: Form 13"/>
            <p:cNvSpPr/>
            <p:nvPr/>
          </p:nvSpPr>
          <p:spPr>
            <a:xfrm>
              <a:off x="1888920" y="825480"/>
              <a:ext cx="159480" cy="140760"/>
            </a:xfrm>
            <a:custGeom>
              <a:avLst/>
              <a:gdLst>
                <a:gd name="textAreaLeft" fmla="*/ 0 w 159480"/>
                <a:gd name="textAreaRight" fmla="*/ 162000 w 159480"/>
                <a:gd name="textAreaTop" fmla="*/ 0 h 140760"/>
                <a:gd name="textAreaBottom" fmla="*/ 143280 h 14076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9920" tIns="45000" rIns="7992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Freihandform: Form 14"/>
            <p:cNvSpPr/>
            <p:nvPr/>
          </p:nvSpPr>
          <p:spPr>
            <a:xfrm>
              <a:off x="1432440" y="512640"/>
              <a:ext cx="392040" cy="394920"/>
            </a:xfrm>
            <a:custGeom>
              <a:avLst/>
              <a:gdLst>
                <a:gd name="textAreaLeft" fmla="*/ 0 w 392040"/>
                <a:gd name="textAreaRight" fmla="*/ 394560 w 392040"/>
                <a:gd name="textAreaTop" fmla="*/ 0 h 394920"/>
                <a:gd name="textAreaBottom" fmla="*/ 397440 h 39492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Freihandform: Form 15"/>
            <p:cNvSpPr/>
            <p:nvPr/>
          </p:nvSpPr>
          <p:spPr>
            <a:xfrm>
              <a:off x="522720" y="385200"/>
              <a:ext cx="392040" cy="511200"/>
            </a:xfrm>
            <a:custGeom>
              <a:avLst/>
              <a:gdLst>
                <a:gd name="textAreaLeft" fmla="*/ 0 w 392040"/>
                <a:gd name="textAreaRight" fmla="*/ 394560 w 392040"/>
                <a:gd name="textAreaTop" fmla="*/ 0 h 511200"/>
                <a:gd name="textAreaBottom" fmla="*/ 513720 h 51120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Freihandform: Form 16"/>
            <p:cNvSpPr/>
            <p:nvPr/>
          </p:nvSpPr>
          <p:spPr>
            <a:xfrm>
              <a:off x="979200" y="385200"/>
              <a:ext cx="392040" cy="511200"/>
            </a:xfrm>
            <a:custGeom>
              <a:avLst/>
              <a:gdLst>
                <a:gd name="textAreaLeft" fmla="*/ 0 w 392040"/>
                <a:gd name="textAreaRight" fmla="*/ 394560 w 392040"/>
                <a:gd name="textAreaTop" fmla="*/ 0 h 511200"/>
                <a:gd name="textAreaBottom" fmla="*/ 513720 h 51120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ruppieren 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92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5" name="Gerader Verbinder 11"/>
          <p:cNvCxnSpPr/>
          <p:nvPr/>
        </p:nvCxnSpPr>
        <p:spPr>
          <a:xfrm>
            <a:off x="521280" y="974520"/>
            <a:ext cx="683460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96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97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98" name="Freihandform: Form 20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" name="Freihandform: Form 21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" name="Freihandform: Form 22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" name="Freihandform: Form 23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" name="Freihandform: Form 24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" name="Freihandform: Form 25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4" name="Freihandform: Form 26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Freihandform: Form 2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Freihandform: Form 2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7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108" name="Freihandform: Form 30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" name="Freihandform: Form 31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0" name="Freihandform: Form 32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1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112" name="Freihandform: Form 3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" name="Freihandform: Form 3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4" name="Freihandform: Form 36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Freihandform: Form 3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" name="Freihandform: Form 3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7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118" name="Freihandform: Form 4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" name="Freihandform: Form 4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" name="Freihandform: Form 4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" name="Freihandform: Form 4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2" name="Freihandform: Form 44" hidden="1"/>
          <p:cNvSpPr/>
          <p:nvPr/>
        </p:nvSpPr>
        <p:spPr>
          <a:xfrm>
            <a:off x="-5040" y="407880"/>
            <a:ext cx="334800" cy="292320"/>
          </a:xfrm>
          <a:custGeom>
            <a:avLst/>
            <a:gdLst>
              <a:gd name="textAreaLeft" fmla="*/ 0 w 334800"/>
              <a:gd name="textAreaRight" fmla="*/ 337320 w 334800"/>
              <a:gd name="textAreaTop" fmla="*/ 0 h 292320"/>
              <a:gd name="textAreaBottom" fmla="*/ 294840 h 2923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23" name="Gruppieren 25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124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7" name="PlaceHolder 1"/>
          <p:cNvSpPr>
            <a:spLocks noGrp="1"/>
          </p:cNvSpPr>
          <p:nvPr>
            <p:ph type="dt" idx="3"/>
          </p:nvPr>
        </p:nvSpPr>
        <p:spPr>
          <a:xfrm>
            <a:off x="526680" y="4460400"/>
            <a:ext cx="2054880" cy="27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title" hasCustomPrompt="1"/>
          </p:nvPr>
        </p:nvSpPr>
        <p:spPr>
          <a:xfrm>
            <a:off x="526680" y="2331720"/>
            <a:ext cx="6397200" cy="110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129" name="Grafik 6"/>
          <p:cNvGrpSpPr/>
          <p:nvPr/>
        </p:nvGrpSpPr>
        <p:grpSpPr>
          <a:xfrm>
            <a:off x="522720" y="385200"/>
            <a:ext cx="1525680" cy="581040"/>
            <a:chOff x="522720" y="385200"/>
            <a:chExt cx="1525680" cy="581040"/>
          </a:xfrm>
        </p:grpSpPr>
        <p:sp>
          <p:nvSpPr>
            <p:cNvPr id="130" name="Freihandform: Form 13"/>
            <p:cNvSpPr/>
            <p:nvPr/>
          </p:nvSpPr>
          <p:spPr>
            <a:xfrm>
              <a:off x="1888920" y="825480"/>
              <a:ext cx="159480" cy="140760"/>
            </a:xfrm>
            <a:custGeom>
              <a:avLst/>
              <a:gdLst>
                <a:gd name="textAreaLeft" fmla="*/ 0 w 159480"/>
                <a:gd name="textAreaRight" fmla="*/ 162000 w 159480"/>
                <a:gd name="textAreaTop" fmla="*/ 0 h 140760"/>
                <a:gd name="textAreaBottom" fmla="*/ 143280 h 14076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9920" tIns="45000" rIns="7992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" name="Freihandform: Form 14"/>
            <p:cNvSpPr/>
            <p:nvPr/>
          </p:nvSpPr>
          <p:spPr>
            <a:xfrm>
              <a:off x="1432440" y="512640"/>
              <a:ext cx="392040" cy="394920"/>
            </a:xfrm>
            <a:custGeom>
              <a:avLst/>
              <a:gdLst>
                <a:gd name="textAreaLeft" fmla="*/ 0 w 392040"/>
                <a:gd name="textAreaRight" fmla="*/ 394560 w 392040"/>
                <a:gd name="textAreaTop" fmla="*/ 0 h 394920"/>
                <a:gd name="textAreaBottom" fmla="*/ 397440 h 39492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" name="Freihandform: Form 15"/>
            <p:cNvSpPr/>
            <p:nvPr/>
          </p:nvSpPr>
          <p:spPr>
            <a:xfrm>
              <a:off x="522720" y="385200"/>
              <a:ext cx="392040" cy="511200"/>
            </a:xfrm>
            <a:custGeom>
              <a:avLst/>
              <a:gdLst>
                <a:gd name="textAreaLeft" fmla="*/ 0 w 392040"/>
                <a:gd name="textAreaRight" fmla="*/ 394560 w 392040"/>
                <a:gd name="textAreaTop" fmla="*/ 0 h 511200"/>
                <a:gd name="textAreaBottom" fmla="*/ 513720 h 51120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" name="Freihandform: Form 16"/>
            <p:cNvSpPr/>
            <p:nvPr/>
          </p:nvSpPr>
          <p:spPr>
            <a:xfrm>
              <a:off x="979200" y="385200"/>
              <a:ext cx="392040" cy="511200"/>
            </a:xfrm>
            <a:custGeom>
              <a:avLst/>
              <a:gdLst>
                <a:gd name="textAreaLeft" fmla="*/ 0 w 392040"/>
                <a:gd name="textAreaRight" fmla="*/ 394560 w 392040"/>
                <a:gd name="textAreaTop" fmla="*/ 0 h 511200"/>
                <a:gd name="textAreaBottom" fmla="*/ 513720 h 51120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mit Bild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ruppieren 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135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38" name="Gerader Verbinder 11"/>
          <p:cNvCxnSpPr/>
          <p:nvPr/>
        </p:nvCxnSpPr>
        <p:spPr>
          <a:xfrm>
            <a:off x="521280" y="974520"/>
            <a:ext cx="683460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39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140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141" name="Freihandform: Form 20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2" name="Freihandform: Form 21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" name="Freihandform: Form 22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" name="Freihandform: Form 23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" name="Freihandform: Form 24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6" name="Freihandform: Form 25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47" name="Freihandform: Form 26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" name="Freihandform: Form 2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" name="Freihandform: Form 2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50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151" name="Freihandform: Form 30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2" name="Freihandform: Form 31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53" name="Freihandform: Form 32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54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155" name="Freihandform: Form 3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6" name="Freihandform: Form 3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57" name="Freihandform: Form 36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Freihandform: Form 3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Freihandform: Form 3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60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161" name="Freihandform: Form 4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2" name="Freihandform: Form 4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3" name="Freihandform: Form 4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4" name="Freihandform: Form 4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65" name="Freihandform: Form 44" hidden="1"/>
          <p:cNvSpPr/>
          <p:nvPr/>
        </p:nvSpPr>
        <p:spPr>
          <a:xfrm>
            <a:off x="-5040" y="407880"/>
            <a:ext cx="334800" cy="292320"/>
          </a:xfrm>
          <a:custGeom>
            <a:avLst/>
            <a:gdLst>
              <a:gd name="textAreaLeft" fmla="*/ 0 w 334800"/>
              <a:gd name="textAreaRight" fmla="*/ 337320 w 334800"/>
              <a:gd name="textAreaTop" fmla="*/ 0 h 292320"/>
              <a:gd name="textAreaBottom" fmla="*/ 294840 h 2923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66" name="Gruppieren 28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167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0" name="PlaceHolder 1"/>
          <p:cNvSpPr>
            <a:spLocks noGrp="1"/>
          </p:cNvSpPr>
          <p:nvPr>
            <p:ph type="dt" idx="4"/>
          </p:nvPr>
        </p:nvSpPr>
        <p:spPr>
          <a:xfrm>
            <a:off x="526680" y="4460400"/>
            <a:ext cx="2054880" cy="27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title" hasCustomPrompt="1"/>
          </p:nvPr>
        </p:nvSpPr>
        <p:spPr>
          <a:xfrm>
            <a:off x="526680" y="2331720"/>
            <a:ext cx="4934160" cy="110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172" name="Grafik 6"/>
          <p:cNvGrpSpPr/>
          <p:nvPr/>
        </p:nvGrpSpPr>
        <p:grpSpPr>
          <a:xfrm>
            <a:off x="522720" y="385200"/>
            <a:ext cx="1525680" cy="581040"/>
            <a:chOff x="522720" y="385200"/>
            <a:chExt cx="1525680" cy="581040"/>
          </a:xfrm>
        </p:grpSpPr>
        <p:sp>
          <p:nvSpPr>
            <p:cNvPr id="173" name="Freihandform: Form 13"/>
            <p:cNvSpPr/>
            <p:nvPr/>
          </p:nvSpPr>
          <p:spPr>
            <a:xfrm>
              <a:off x="1888920" y="825480"/>
              <a:ext cx="159480" cy="140760"/>
            </a:xfrm>
            <a:custGeom>
              <a:avLst/>
              <a:gdLst>
                <a:gd name="textAreaLeft" fmla="*/ 0 w 159480"/>
                <a:gd name="textAreaRight" fmla="*/ 162000 w 159480"/>
                <a:gd name="textAreaTop" fmla="*/ 0 h 140760"/>
                <a:gd name="textAreaBottom" fmla="*/ 143280 h 14076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9920" tIns="45000" rIns="7992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" name="Freihandform: Form 15"/>
            <p:cNvSpPr/>
            <p:nvPr/>
          </p:nvSpPr>
          <p:spPr>
            <a:xfrm>
              <a:off x="1432440" y="512640"/>
              <a:ext cx="392040" cy="394920"/>
            </a:xfrm>
            <a:custGeom>
              <a:avLst/>
              <a:gdLst>
                <a:gd name="textAreaLeft" fmla="*/ 0 w 392040"/>
                <a:gd name="textAreaRight" fmla="*/ 394560 w 392040"/>
                <a:gd name="textAreaTop" fmla="*/ 0 h 394920"/>
                <a:gd name="textAreaBottom" fmla="*/ 397440 h 39492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" name="Freihandform: Form 18"/>
            <p:cNvSpPr/>
            <p:nvPr/>
          </p:nvSpPr>
          <p:spPr>
            <a:xfrm>
              <a:off x="522720" y="385200"/>
              <a:ext cx="392040" cy="511200"/>
            </a:xfrm>
            <a:custGeom>
              <a:avLst/>
              <a:gdLst>
                <a:gd name="textAreaLeft" fmla="*/ 0 w 392040"/>
                <a:gd name="textAreaRight" fmla="*/ 394560 w 392040"/>
                <a:gd name="textAreaTop" fmla="*/ 0 h 511200"/>
                <a:gd name="textAreaBottom" fmla="*/ 513720 h 51120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" name="Freihandform: Form 19"/>
            <p:cNvSpPr/>
            <p:nvPr/>
          </p:nvSpPr>
          <p:spPr>
            <a:xfrm>
              <a:off x="979200" y="385200"/>
              <a:ext cx="392040" cy="511200"/>
            </a:xfrm>
            <a:custGeom>
              <a:avLst/>
              <a:gdLst>
                <a:gd name="textAreaLeft" fmla="*/ 0 w 392040"/>
                <a:gd name="textAreaRight" fmla="*/ 394560 w 392040"/>
                <a:gd name="textAreaTop" fmla="*/ 0 h 511200"/>
                <a:gd name="textAreaBottom" fmla="*/ 513720 h 51120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7" name="PlaceHolder 3"/>
          <p:cNvSpPr>
            <a:spLocks noGrp="1"/>
          </p:cNvSpPr>
          <p:nvPr>
            <p:ph type="body" hasCustomPrompt="1"/>
          </p:nvPr>
        </p:nvSpPr>
        <p:spPr>
          <a:xfrm>
            <a:off x="5621040" y="1088280"/>
            <a:ext cx="3520440" cy="38239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mit Bild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ruppieren 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179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82" name="Gerader Verbinder 11"/>
          <p:cNvCxnSpPr/>
          <p:nvPr/>
        </p:nvCxnSpPr>
        <p:spPr>
          <a:xfrm>
            <a:off x="521280" y="974520"/>
            <a:ext cx="683460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83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184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185" name="Freihandform: Form 20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6" name="Freihandform: Form 21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7" name="Freihandform: Form 22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" name="Freihandform: Form 23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" name="Freihandform: Form 24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0" name="Freihandform: Form 25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91" name="Freihandform: Form 26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" name="Freihandform: Form 2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" name="Freihandform: Form 2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94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195" name="Freihandform: Form 30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6" name="Freihandform: Form 31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97" name="Freihandform: Form 32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98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199" name="Freihandform: Form 3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0" name="Freihandform: Form 3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01" name="Freihandform: Form 36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" name="Freihandform: Form 3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" name="Freihandform: Form 3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04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205" name="Freihandform: Form 4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6" name="Freihandform: Form 4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7" name="Freihandform: Form 4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" name="Freihandform: Form 4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09" name="Freihandform: Form 44" hidden="1"/>
          <p:cNvSpPr/>
          <p:nvPr/>
        </p:nvSpPr>
        <p:spPr>
          <a:xfrm>
            <a:off x="-5040" y="407880"/>
            <a:ext cx="334800" cy="292320"/>
          </a:xfrm>
          <a:custGeom>
            <a:avLst/>
            <a:gdLst>
              <a:gd name="textAreaLeft" fmla="*/ 0 w 334800"/>
              <a:gd name="textAreaRight" fmla="*/ 337320 w 334800"/>
              <a:gd name="textAreaTop" fmla="*/ 0 h 292320"/>
              <a:gd name="textAreaBottom" fmla="*/ 294840 h 2923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10" name="Gruppieren 28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211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4" name="PlaceHolder 1"/>
          <p:cNvSpPr>
            <a:spLocks noGrp="1"/>
          </p:cNvSpPr>
          <p:nvPr>
            <p:ph type="dt" idx="5"/>
          </p:nvPr>
        </p:nvSpPr>
        <p:spPr>
          <a:xfrm>
            <a:off x="526680" y="4460400"/>
            <a:ext cx="2054880" cy="27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 type="title" hasCustomPrompt="1"/>
          </p:nvPr>
        </p:nvSpPr>
        <p:spPr>
          <a:xfrm>
            <a:off x="526680" y="2250360"/>
            <a:ext cx="2827800" cy="118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216" name="Grafik 6"/>
          <p:cNvGrpSpPr/>
          <p:nvPr/>
        </p:nvGrpSpPr>
        <p:grpSpPr>
          <a:xfrm>
            <a:off x="522720" y="385200"/>
            <a:ext cx="1525680" cy="581040"/>
            <a:chOff x="522720" y="385200"/>
            <a:chExt cx="1525680" cy="581040"/>
          </a:xfrm>
        </p:grpSpPr>
        <p:sp>
          <p:nvSpPr>
            <p:cNvPr id="217" name="Freihandform: Form 13"/>
            <p:cNvSpPr/>
            <p:nvPr/>
          </p:nvSpPr>
          <p:spPr>
            <a:xfrm>
              <a:off x="1888920" y="825480"/>
              <a:ext cx="159480" cy="140760"/>
            </a:xfrm>
            <a:custGeom>
              <a:avLst/>
              <a:gdLst>
                <a:gd name="textAreaLeft" fmla="*/ 0 w 159480"/>
                <a:gd name="textAreaRight" fmla="*/ 162000 w 159480"/>
                <a:gd name="textAreaTop" fmla="*/ 0 h 140760"/>
                <a:gd name="textAreaBottom" fmla="*/ 143280 h 14076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9920" tIns="45000" rIns="7992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" name="Freihandform: Form 17"/>
            <p:cNvSpPr/>
            <p:nvPr/>
          </p:nvSpPr>
          <p:spPr>
            <a:xfrm>
              <a:off x="1432440" y="512640"/>
              <a:ext cx="392040" cy="394920"/>
            </a:xfrm>
            <a:custGeom>
              <a:avLst/>
              <a:gdLst>
                <a:gd name="textAreaLeft" fmla="*/ 0 w 392040"/>
                <a:gd name="textAreaRight" fmla="*/ 394560 w 392040"/>
                <a:gd name="textAreaTop" fmla="*/ 0 h 394920"/>
                <a:gd name="textAreaBottom" fmla="*/ 397440 h 39492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" name="Freihandform: Form 18"/>
            <p:cNvSpPr/>
            <p:nvPr/>
          </p:nvSpPr>
          <p:spPr>
            <a:xfrm>
              <a:off x="522720" y="385200"/>
              <a:ext cx="392040" cy="511200"/>
            </a:xfrm>
            <a:custGeom>
              <a:avLst/>
              <a:gdLst>
                <a:gd name="textAreaLeft" fmla="*/ 0 w 392040"/>
                <a:gd name="textAreaRight" fmla="*/ 394560 w 392040"/>
                <a:gd name="textAreaTop" fmla="*/ 0 h 511200"/>
                <a:gd name="textAreaBottom" fmla="*/ 513720 h 51120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" name="Freihandform: Form 19"/>
            <p:cNvSpPr/>
            <p:nvPr/>
          </p:nvSpPr>
          <p:spPr>
            <a:xfrm>
              <a:off x="979200" y="385200"/>
              <a:ext cx="392040" cy="511200"/>
            </a:xfrm>
            <a:custGeom>
              <a:avLst/>
              <a:gdLst>
                <a:gd name="textAreaLeft" fmla="*/ 0 w 392040"/>
                <a:gd name="textAreaRight" fmla="*/ 394560 w 392040"/>
                <a:gd name="textAreaTop" fmla="*/ 0 h 511200"/>
                <a:gd name="textAreaBottom" fmla="*/ 513720 h 51120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1" name="PlaceHolder 3"/>
          <p:cNvSpPr>
            <a:spLocks noGrp="1"/>
          </p:cNvSpPr>
          <p:nvPr>
            <p:ph type="body" hasCustomPrompt="1"/>
          </p:nvPr>
        </p:nvSpPr>
        <p:spPr>
          <a:xfrm>
            <a:off x="3546000" y="1088280"/>
            <a:ext cx="5595480" cy="38239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mit zwei Bilder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ruppieren 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223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226" name="Gerader Verbinder 11"/>
          <p:cNvCxnSpPr/>
          <p:nvPr/>
        </p:nvCxnSpPr>
        <p:spPr>
          <a:xfrm>
            <a:off x="521280" y="974520"/>
            <a:ext cx="683460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227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228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229" name="Freihandform: Form 20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0" name="Freihandform: Form 21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1" name="Freihandform: Form 22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" name="Freihandform: Form 23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" name="Freihandform: Form 24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4" name="Freihandform: Form 25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35" name="Freihandform: Form 26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" name="Freihandform: Form 2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7" name="Freihandform: Form 2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38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239" name="Freihandform: Form 30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0" name="Freihandform: Form 31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41" name="Freihandform: Form 32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42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243" name="Freihandform: Form 3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4" name="Freihandform: Form 3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45" name="Freihandform: Form 36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6" name="Freihandform: Form 3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7" name="Freihandform: Form 3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48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249" name="Freihandform: Form 4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0" name="Freihandform: Form 4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1" name="Freihandform: Form 4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2" name="Freihandform: Form 4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53" name="Freihandform: Form 44" hidden="1"/>
          <p:cNvSpPr/>
          <p:nvPr/>
        </p:nvSpPr>
        <p:spPr>
          <a:xfrm>
            <a:off x="-5040" y="407880"/>
            <a:ext cx="334800" cy="292320"/>
          </a:xfrm>
          <a:custGeom>
            <a:avLst/>
            <a:gdLst>
              <a:gd name="textAreaLeft" fmla="*/ 0 w 334800"/>
              <a:gd name="textAreaRight" fmla="*/ 337320 w 334800"/>
              <a:gd name="textAreaTop" fmla="*/ 0 h 292320"/>
              <a:gd name="textAreaBottom" fmla="*/ 294840 h 2923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54" name="Gruppieren 30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255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7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8" name="PlaceHolder 1"/>
          <p:cNvSpPr>
            <a:spLocks noGrp="1"/>
          </p:cNvSpPr>
          <p:nvPr>
            <p:ph type="dt" idx="6"/>
          </p:nvPr>
        </p:nvSpPr>
        <p:spPr>
          <a:xfrm>
            <a:off x="6564960" y="4460400"/>
            <a:ext cx="2054880" cy="27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 type="title" hasCustomPrompt="1"/>
          </p:nvPr>
        </p:nvSpPr>
        <p:spPr>
          <a:xfrm>
            <a:off x="526680" y="3818520"/>
            <a:ext cx="5771160" cy="56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260" name="Grafik 6"/>
          <p:cNvGrpSpPr/>
          <p:nvPr/>
        </p:nvGrpSpPr>
        <p:grpSpPr>
          <a:xfrm>
            <a:off x="522720" y="385200"/>
            <a:ext cx="1525680" cy="581040"/>
            <a:chOff x="522720" y="385200"/>
            <a:chExt cx="1525680" cy="581040"/>
          </a:xfrm>
        </p:grpSpPr>
        <p:sp>
          <p:nvSpPr>
            <p:cNvPr id="261" name="Freihandform: Form 17"/>
            <p:cNvSpPr/>
            <p:nvPr/>
          </p:nvSpPr>
          <p:spPr>
            <a:xfrm>
              <a:off x="1888920" y="825480"/>
              <a:ext cx="159480" cy="140760"/>
            </a:xfrm>
            <a:custGeom>
              <a:avLst/>
              <a:gdLst>
                <a:gd name="textAreaLeft" fmla="*/ 0 w 159480"/>
                <a:gd name="textAreaRight" fmla="*/ 162000 w 159480"/>
                <a:gd name="textAreaTop" fmla="*/ 0 h 140760"/>
                <a:gd name="textAreaBottom" fmla="*/ 143280 h 14076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9920" tIns="45000" rIns="7992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2" name="Freihandform: Form 19"/>
            <p:cNvSpPr/>
            <p:nvPr/>
          </p:nvSpPr>
          <p:spPr>
            <a:xfrm>
              <a:off x="1432440" y="512640"/>
              <a:ext cx="392040" cy="394920"/>
            </a:xfrm>
            <a:custGeom>
              <a:avLst/>
              <a:gdLst>
                <a:gd name="textAreaLeft" fmla="*/ 0 w 392040"/>
                <a:gd name="textAreaRight" fmla="*/ 394560 w 392040"/>
                <a:gd name="textAreaTop" fmla="*/ 0 h 394920"/>
                <a:gd name="textAreaBottom" fmla="*/ 397440 h 39492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3" name="Freihandform: Form 20"/>
            <p:cNvSpPr/>
            <p:nvPr/>
          </p:nvSpPr>
          <p:spPr>
            <a:xfrm>
              <a:off x="522720" y="385200"/>
              <a:ext cx="392040" cy="511200"/>
            </a:xfrm>
            <a:custGeom>
              <a:avLst/>
              <a:gdLst>
                <a:gd name="textAreaLeft" fmla="*/ 0 w 392040"/>
                <a:gd name="textAreaRight" fmla="*/ 394560 w 392040"/>
                <a:gd name="textAreaTop" fmla="*/ 0 h 511200"/>
                <a:gd name="textAreaBottom" fmla="*/ 513720 h 51120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4" name="Freihandform: Form 23"/>
            <p:cNvSpPr/>
            <p:nvPr/>
          </p:nvSpPr>
          <p:spPr>
            <a:xfrm>
              <a:off x="979200" y="385200"/>
              <a:ext cx="392040" cy="511200"/>
            </a:xfrm>
            <a:custGeom>
              <a:avLst/>
              <a:gdLst>
                <a:gd name="textAreaLeft" fmla="*/ 0 w 392040"/>
                <a:gd name="textAreaRight" fmla="*/ 394560 w 392040"/>
                <a:gd name="textAreaTop" fmla="*/ 0 h 511200"/>
                <a:gd name="textAreaBottom" fmla="*/ 513720 h 51120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5" name="PlaceHolder 3"/>
          <p:cNvSpPr>
            <a:spLocks noGrp="1"/>
          </p:cNvSpPr>
          <p:nvPr>
            <p:ph type="body" hasCustomPrompt="1"/>
          </p:nvPr>
        </p:nvSpPr>
        <p:spPr>
          <a:xfrm>
            <a:off x="0" y="1422360"/>
            <a:ext cx="6675840" cy="2393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4"/>
          <p:cNvSpPr>
            <a:spLocks noGrp="1"/>
          </p:cNvSpPr>
          <p:nvPr>
            <p:ph type="body" hasCustomPrompt="1"/>
          </p:nvPr>
        </p:nvSpPr>
        <p:spPr>
          <a:xfrm>
            <a:off x="6741000" y="1422360"/>
            <a:ext cx="2400480" cy="2393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ruppieren 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268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9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0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271" name="Gerader Verbinder 11"/>
          <p:cNvCxnSpPr/>
          <p:nvPr/>
        </p:nvCxnSpPr>
        <p:spPr>
          <a:xfrm>
            <a:off x="521280" y="974520"/>
            <a:ext cx="683460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272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273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274" name="Freihandform: Form 20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5" name="Freihandform: Form 21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6" name="Freihandform: Form 22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7" name="Freihandform: Form 23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8" name="Freihandform: Form 24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9" name="Freihandform: Form 25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80" name="Freihandform: Form 26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1" name="Freihandform: Form 2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2" name="Freihandform: Form 2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3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284" name="Freihandform: Form 30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5" name="Freihandform: Form 31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86" name="Freihandform: Form 32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7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288" name="Freihandform: Form 3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9" name="Freihandform: Form 3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90" name="Freihandform: Form 36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1" name="Freihandform: Form 3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2" name="Freihandform: Form 3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93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294" name="Freihandform: Form 4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5" name="Freihandform: Form 4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6" name="Freihandform: Form 4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7" name="Freihandform: Form 4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98" name="Freihandform: Form 44"/>
          <p:cNvSpPr/>
          <p:nvPr/>
        </p:nvSpPr>
        <p:spPr>
          <a:xfrm>
            <a:off x="-5040" y="407880"/>
            <a:ext cx="334800" cy="292320"/>
          </a:xfrm>
          <a:custGeom>
            <a:avLst/>
            <a:gdLst>
              <a:gd name="textAreaLeft" fmla="*/ 0 w 334800"/>
              <a:gd name="textAreaRight" fmla="*/ 337320 w 334800"/>
              <a:gd name="textAreaTop" fmla="*/ 0 h 292320"/>
              <a:gd name="textAreaBottom" fmla="*/ 294840 h 2923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300" name="PlaceHolder 2"/>
          <p:cNvSpPr>
            <a:spLocks noGrp="1"/>
          </p:cNvSpPr>
          <p:nvPr>
            <p:ph type="sldNum" idx="7"/>
          </p:nvPr>
        </p:nvSpPr>
        <p:spPr>
          <a:xfrm>
            <a:off x="35640" y="4975560"/>
            <a:ext cx="33480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554B6ADE-68AA-4764-B529-F7DDC3ABEA81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body"/>
          </p:nvPr>
        </p:nvSpPr>
        <p:spPr>
          <a:xfrm>
            <a:off x="521640" y="1206720"/>
            <a:ext cx="8093880" cy="3705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wei Inhal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" name="Gruppieren 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303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4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5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306" name="Gerader Verbinder 11"/>
          <p:cNvCxnSpPr/>
          <p:nvPr/>
        </p:nvCxnSpPr>
        <p:spPr>
          <a:xfrm>
            <a:off x="521280" y="974520"/>
            <a:ext cx="683460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307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308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309" name="Freihandform: Form 20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0" name="Freihandform: Form 21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1" name="Freihandform: Form 22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2" name="Freihandform: Form 23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3" name="Freihandform: Form 24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4" name="Freihandform: Form 25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15" name="Freihandform: Form 26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6" name="Freihandform: Form 2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7" name="Freihandform: Form 2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18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319" name="Freihandform: Form 30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0" name="Freihandform: Form 31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21" name="Freihandform: Form 32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22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323" name="Freihandform: Form 3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4" name="Freihandform: Form 3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25" name="Freihandform: Form 36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6" name="Freihandform: Form 3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7" name="Freihandform: Form 3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28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329" name="Freihandform: Form 4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0" name="Freihandform: Form 4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1" name="Freihandform: Form 4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2" name="Freihandform: Form 4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33" name="Freihandform: Form 44"/>
          <p:cNvSpPr/>
          <p:nvPr/>
        </p:nvSpPr>
        <p:spPr>
          <a:xfrm>
            <a:off x="-5040" y="407880"/>
            <a:ext cx="334800" cy="292320"/>
          </a:xfrm>
          <a:custGeom>
            <a:avLst/>
            <a:gdLst>
              <a:gd name="textAreaLeft" fmla="*/ 0 w 334800"/>
              <a:gd name="textAreaRight" fmla="*/ 337320 w 334800"/>
              <a:gd name="textAreaTop" fmla="*/ 0 h 292320"/>
              <a:gd name="textAreaBottom" fmla="*/ 294840 h 2923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335" name="PlaceHolder 2"/>
          <p:cNvSpPr>
            <a:spLocks noGrp="1"/>
          </p:cNvSpPr>
          <p:nvPr>
            <p:ph type="ftr" idx="8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PlaceHolder 3"/>
          <p:cNvSpPr>
            <a:spLocks noGrp="1"/>
          </p:cNvSpPr>
          <p:nvPr>
            <p:ph type="sldNum" idx="9"/>
          </p:nvPr>
        </p:nvSpPr>
        <p:spPr>
          <a:xfrm>
            <a:off x="35640" y="4975560"/>
            <a:ext cx="33480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42CEB886-973D-474D-BD0F-78EFF70F02EB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3939120" cy="34218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8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40920" cy="34218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e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9" name="Gruppieren 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340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1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2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343" name="Gerader Verbinder 11"/>
          <p:cNvCxnSpPr/>
          <p:nvPr/>
        </p:nvCxnSpPr>
        <p:spPr>
          <a:xfrm>
            <a:off x="521280" y="974520"/>
            <a:ext cx="683460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344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345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346" name="Freihandform: Form 20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7" name="Freihandform: Form 21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8" name="Freihandform: Form 22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9" name="Freihandform: Form 23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0" name="Freihandform: Form 24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1" name="Freihandform: Form 25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52" name="Freihandform: Form 26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3" name="Freihandform: Form 2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4" name="Freihandform: Form 2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55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356" name="Freihandform: Form 30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7" name="Freihandform: Form 31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58" name="Freihandform: Form 32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59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360" name="Freihandform: Form 3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1" name="Freihandform: Form 3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62" name="Freihandform: Form 36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3" name="Freihandform: Form 3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4" name="Freihandform: Form 3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65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366" name="Freihandform: Form 4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7" name="Freihandform: Form 4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8" name="Freihandform: Form 4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9" name="Freihandform: Form 4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70" name="Freihandform: Form 44"/>
          <p:cNvSpPr/>
          <p:nvPr/>
        </p:nvSpPr>
        <p:spPr>
          <a:xfrm>
            <a:off x="-5040" y="407880"/>
            <a:ext cx="334800" cy="292320"/>
          </a:xfrm>
          <a:custGeom>
            <a:avLst/>
            <a:gdLst>
              <a:gd name="textAreaLeft" fmla="*/ 0 w 334800"/>
              <a:gd name="textAreaRight" fmla="*/ 337320 w 334800"/>
              <a:gd name="textAreaTop" fmla="*/ 0 h 292320"/>
              <a:gd name="textAreaBottom" fmla="*/ 294840 h 2923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372" name="PlaceHolder 2"/>
          <p:cNvSpPr>
            <a:spLocks noGrp="1"/>
          </p:cNvSpPr>
          <p:nvPr>
            <p:ph type="ftr" idx="10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PlaceHolder 3"/>
          <p:cNvSpPr>
            <a:spLocks noGrp="1"/>
          </p:cNvSpPr>
          <p:nvPr>
            <p:ph type="sldNum" idx="11"/>
          </p:nvPr>
        </p:nvSpPr>
        <p:spPr>
          <a:xfrm>
            <a:off x="35640" y="4975560"/>
            <a:ext cx="33480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31C437A3-46D1-4DE4-8A8E-F82885D6D257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PlaceHolder 4"/>
          <p:cNvSpPr>
            <a:spLocks noGrp="1"/>
          </p:cNvSpPr>
          <p:nvPr>
            <p:ph type="body"/>
          </p:nvPr>
        </p:nvSpPr>
        <p:spPr>
          <a:xfrm>
            <a:off x="522360" y="1422360"/>
            <a:ext cx="3939120" cy="34898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5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40920" cy="34898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6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8560" cy="321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Kopf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7" name="Gruppieren 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378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9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0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381" name="Gerader Verbinder 11"/>
          <p:cNvCxnSpPr/>
          <p:nvPr/>
        </p:nvCxnSpPr>
        <p:spPr>
          <a:xfrm>
            <a:off x="521280" y="974520"/>
            <a:ext cx="683460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382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383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384" name="Freihandform: Form 20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5" name="Freihandform: Form 21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6" name="Freihandform: Form 22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7" name="Freihandform: Form 23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8" name="Freihandform: Form 24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9" name="Freihandform: Form 25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90" name="Freihandform: Form 26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1" name="Freihandform: Form 2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2" name="Freihandform: Form 2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93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394" name="Freihandform: Form 30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5" name="Freihandform: Form 31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96" name="Freihandform: Form 32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97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398" name="Freihandform: Form 3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9" name="Freihandform: Form 3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00" name="Freihandform: Form 36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1" name="Freihandform: Form 3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2" name="Freihandform: Form 3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03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404" name="Freihandform: Form 4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5" name="Freihandform: Form 4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6" name="Freihandform: Form 4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7" name="Freihandform: Form 4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08" name="Freihandform: Form 44" hidden="1"/>
          <p:cNvSpPr/>
          <p:nvPr/>
        </p:nvSpPr>
        <p:spPr>
          <a:xfrm>
            <a:off x="-5040" y="407880"/>
            <a:ext cx="334800" cy="292320"/>
          </a:xfrm>
          <a:custGeom>
            <a:avLst/>
            <a:gdLst>
              <a:gd name="textAreaLeft" fmla="*/ 0 w 334800"/>
              <a:gd name="textAreaRight" fmla="*/ 337320 w 334800"/>
              <a:gd name="textAreaTop" fmla="*/ 0 h 292320"/>
              <a:gd name="textAreaBottom" fmla="*/ 294840 h 2923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409" name="Gruppieren 52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410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1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2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13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414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415" name="Freihandform: Form 35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6" name="Freihandform: Form 36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7" name="Freihandform: Form 37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8" name="Freihandform: Form 38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9" name="Freihandform: Form 39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0" name="Freihandform: Form 40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21" name="Freihandform: Form 17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2" name="Freihandform: Form 18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3" name="Freihandform: Form 19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24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425" name="Freihandform: Form 33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6" name="Freihandform: Form 34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27" name="Freihandform: Form 21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28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429" name="Freihandform: Form 31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0" name="Freihandform: Form 32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31" name="Freihandform: Form 23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2" name="Freihandform: Form 24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3" name="Freihandform: Form 25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34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435" name="Freihandform: Form 27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6" name="Freihandform: Form 28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7" name="Freihandform: Form 29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8" name="Freihandform: Form 30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39" name="Grafik 11"/>
          <p:cNvSpPr/>
          <p:nvPr/>
        </p:nvSpPr>
        <p:spPr>
          <a:xfrm>
            <a:off x="0" y="0"/>
            <a:ext cx="3729600" cy="4912560"/>
          </a:xfrm>
          <a:custGeom>
            <a:avLst/>
            <a:gdLst>
              <a:gd name="textAreaLeft" fmla="*/ 0 w 3729600"/>
              <a:gd name="textAreaRight" fmla="*/ 3732120 w 3729600"/>
              <a:gd name="textAreaTop" fmla="*/ 0 h 4912560"/>
              <a:gd name="textAreaBottom" fmla="*/ 4915080 h 4912560"/>
              <a:gd name="GluePoint1X" fmla="*/ 0 w 5015880"/>
              <a:gd name="GluePoint1Y" fmla="*/ 0 h 6597650"/>
              <a:gd name="GluePoint2X" fmla="*/ 5015880 w 5015880"/>
              <a:gd name="GluePoint2Y" fmla="*/ 0 h 6597650"/>
              <a:gd name="GluePoint3X" fmla="*/ 5015880 w 5015880"/>
              <a:gd name="GluePoint3Y" fmla="*/ 6597650 h 6597650"/>
              <a:gd name="GluePoint4X" fmla="*/ 0 w 5015880"/>
              <a:gd name="GluePoint4Y" fmla="*/ 6597650 h 65976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5015880" h="6597650">
                <a:moveTo>
                  <a:pt x="0" y="0"/>
                </a:moveTo>
                <a:lnTo>
                  <a:pt x="5015880" y="0"/>
                </a:lnTo>
                <a:lnTo>
                  <a:pt x="5015880" y="6597650"/>
                </a:lnTo>
                <a:lnTo>
                  <a:pt x="0" y="659765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PlaceHolder 1"/>
          <p:cNvSpPr>
            <a:spLocks noGrp="1"/>
          </p:cNvSpPr>
          <p:nvPr>
            <p:ph type="ftr" idx="12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PlaceHolder 2"/>
          <p:cNvSpPr>
            <a:spLocks noGrp="1"/>
          </p:cNvSpPr>
          <p:nvPr>
            <p:ph type="sldNum" idx="13"/>
          </p:nvPr>
        </p:nvSpPr>
        <p:spPr>
          <a:xfrm>
            <a:off x="35640" y="4975560"/>
            <a:ext cx="33480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F0A6792C-C8D0-4F6C-AB5C-2AD7232F2A26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PlaceHolder 3"/>
          <p:cNvSpPr>
            <a:spLocks noGrp="1"/>
          </p:cNvSpPr>
          <p:nvPr>
            <p:ph type="title" hasCustomPrompt="1"/>
          </p:nvPr>
        </p:nvSpPr>
        <p:spPr>
          <a:xfrm>
            <a:off x="4464000" y="330840"/>
            <a:ext cx="288684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cxnSp>
        <p:nvCxnSpPr>
          <p:cNvPr id="443" name="Gerader Verbinder 45"/>
          <p:cNvCxnSpPr/>
          <p:nvPr/>
        </p:nvCxnSpPr>
        <p:spPr>
          <a:xfrm>
            <a:off x="4464000" y="974520"/>
            <a:ext cx="289188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sp>
        <p:nvSpPr>
          <p:cNvPr id="444" name="PlaceHolder 4"/>
          <p:cNvSpPr>
            <a:spLocks noGrp="1"/>
          </p:cNvSpPr>
          <p:nvPr>
            <p:ph type="body"/>
          </p:nvPr>
        </p:nvSpPr>
        <p:spPr>
          <a:xfrm>
            <a:off x="4464000" y="1422360"/>
            <a:ext cx="4366440" cy="34898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45" name="PlaceHolder 5"/>
          <p:cNvSpPr>
            <a:spLocks noGrp="1"/>
          </p:cNvSpPr>
          <p:nvPr>
            <p:ph type="body"/>
          </p:nvPr>
        </p:nvSpPr>
        <p:spPr>
          <a:xfrm>
            <a:off x="4464000" y="1088280"/>
            <a:ext cx="4155840" cy="321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wei Inhalte + Unter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6" name="Gruppieren 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447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8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9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450" name="Gerader Verbinder 11"/>
          <p:cNvCxnSpPr/>
          <p:nvPr/>
        </p:nvCxnSpPr>
        <p:spPr>
          <a:xfrm>
            <a:off x="521280" y="974520"/>
            <a:ext cx="683460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451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452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453" name="Freihandform: Form 20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4" name="Freihandform: Form 21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5" name="Freihandform: Form 22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6" name="Freihandform: Form 23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7" name="Freihandform: Form 24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8" name="Freihandform: Form 25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59" name="Freihandform: Form 26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0" name="Freihandform: Form 2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1" name="Freihandform: Form 2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62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463" name="Freihandform: Form 30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4" name="Freihandform: Form 31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65" name="Freihandform: Form 32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66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467" name="Freihandform: Form 3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8" name="Freihandform: Form 3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69" name="Freihandform: Form 36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0" name="Freihandform: Form 3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1" name="Freihandform: Form 3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72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473" name="Freihandform: Form 4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4" name="Freihandform: Form 4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5" name="Freihandform: Form 4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6" name="Freihandform: Form 4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77" name="Freihandform: Form 44"/>
          <p:cNvSpPr/>
          <p:nvPr/>
        </p:nvSpPr>
        <p:spPr>
          <a:xfrm>
            <a:off x="-5040" y="407880"/>
            <a:ext cx="334800" cy="292320"/>
          </a:xfrm>
          <a:custGeom>
            <a:avLst/>
            <a:gdLst>
              <a:gd name="textAreaLeft" fmla="*/ 0 w 334800"/>
              <a:gd name="textAreaRight" fmla="*/ 337320 w 334800"/>
              <a:gd name="textAreaTop" fmla="*/ 0 h 292320"/>
              <a:gd name="textAreaBottom" fmla="*/ 294840 h 2923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7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479" name="PlaceHolder 2"/>
          <p:cNvSpPr>
            <a:spLocks noGrp="1"/>
          </p:cNvSpPr>
          <p:nvPr>
            <p:ph type="ftr" idx="14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PlaceHolder 3"/>
          <p:cNvSpPr>
            <a:spLocks noGrp="1"/>
          </p:cNvSpPr>
          <p:nvPr>
            <p:ph type="sldNum" idx="15"/>
          </p:nvPr>
        </p:nvSpPr>
        <p:spPr>
          <a:xfrm>
            <a:off x="35640" y="4975560"/>
            <a:ext cx="33480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DFEFE288-C928-4B09-A011-0EB38D1EE9D2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3939120" cy="34898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82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34440" cy="34898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83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3940200" cy="321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484" name="PlaceHolder 7"/>
          <p:cNvSpPr>
            <a:spLocks noGrp="1"/>
          </p:cNvSpPr>
          <p:nvPr>
            <p:ph type="body"/>
          </p:nvPr>
        </p:nvSpPr>
        <p:spPr>
          <a:xfrm>
            <a:off x="4680720" y="1088280"/>
            <a:ext cx="3940200" cy="321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agramnm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5" name="Gruppieren 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486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7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8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489" name="Gerader Verbinder 11"/>
          <p:cNvCxnSpPr/>
          <p:nvPr/>
        </p:nvCxnSpPr>
        <p:spPr>
          <a:xfrm>
            <a:off x="521280" y="974520"/>
            <a:ext cx="683460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490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491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492" name="Freihandform: Form 20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3" name="Freihandform: Form 21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4" name="Freihandform: Form 22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5" name="Freihandform: Form 23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6" name="Freihandform: Form 24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7" name="Freihandform: Form 25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98" name="Freihandform: Form 26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9" name="Freihandform: Form 2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0" name="Freihandform: Form 2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01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502" name="Freihandform: Form 30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3" name="Freihandform: Form 31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04" name="Freihandform: Form 32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05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506" name="Freihandform: Form 3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7" name="Freihandform: Form 3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08" name="Freihandform: Form 36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9" name="Freihandform: Form 3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0" name="Freihandform: Form 3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11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512" name="Freihandform: Form 4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3" name="Freihandform: Form 4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4" name="Freihandform: Form 4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5" name="Freihandform: Form 4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16" name="Freihandform: Form 44"/>
          <p:cNvSpPr/>
          <p:nvPr/>
        </p:nvSpPr>
        <p:spPr>
          <a:xfrm>
            <a:off x="-5040" y="407880"/>
            <a:ext cx="334800" cy="292320"/>
          </a:xfrm>
          <a:custGeom>
            <a:avLst/>
            <a:gdLst>
              <a:gd name="textAreaLeft" fmla="*/ 0 w 334800"/>
              <a:gd name="textAreaRight" fmla="*/ 337320 w 334800"/>
              <a:gd name="textAreaTop" fmla="*/ 0 h 292320"/>
              <a:gd name="textAreaBottom" fmla="*/ 294840 h 2923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1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18" name="PlaceHolder 2"/>
          <p:cNvSpPr>
            <a:spLocks noGrp="1"/>
          </p:cNvSpPr>
          <p:nvPr>
            <p:ph type="sldNum" idx="16"/>
          </p:nvPr>
        </p:nvSpPr>
        <p:spPr>
          <a:xfrm>
            <a:off x="35640" y="4975560"/>
            <a:ext cx="33480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0EE1F43B-CE1D-4DC8-B348-FD8EF86D2155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PlaceHolder 3"/>
          <p:cNvSpPr>
            <a:spLocks noGrp="1"/>
          </p:cNvSpPr>
          <p:nvPr>
            <p:ph type="ftr" idx="17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PlaceHolder 4"/>
          <p:cNvSpPr>
            <a:spLocks noGrp="1"/>
          </p:cNvSpPr>
          <p:nvPr>
            <p:ph type="body" hasCustomPrompt="1"/>
          </p:nvPr>
        </p:nvSpPr>
        <p:spPr>
          <a:xfrm>
            <a:off x="522360" y="1422360"/>
            <a:ext cx="8097840" cy="34898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21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8560" cy="321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bellen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2" name="Gruppieren 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523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4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5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26" name="Gerader Verbinder 11"/>
          <p:cNvCxnSpPr/>
          <p:nvPr/>
        </p:nvCxnSpPr>
        <p:spPr>
          <a:xfrm>
            <a:off x="521280" y="974520"/>
            <a:ext cx="683460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527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528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529" name="Freihandform: Form 20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0" name="Freihandform: Form 21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1" name="Freihandform: Form 22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2" name="Freihandform: Form 23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3" name="Freihandform: Form 24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4" name="Freihandform: Form 25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35" name="Freihandform: Form 26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6" name="Freihandform: Form 2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7" name="Freihandform: Form 2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38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539" name="Freihandform: Form 30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0" name="Freihandform: Form 31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41" name="Freihandform: Form 32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42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543" name="Freihandform: Form 3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4" name="Freihandform: Form 3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45" name="Freihandform: Form 36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6" name="Freihandform: Form 3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7" name="Freihandform: Form 3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48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549" name="Freihandform: Form 4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0" name="Freihandform: Form 4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1" name="Freihandform: Form 4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2" name="Freihandform: Form 4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53" name="Freihandform: Form 44"/>
          <p:cNvSpPr/>
          <p:nvPr/>
        </p:nvSpPr>
        <p:spPr>
          <a:xfrm>
            <a:off x="-5040" y="407880"/>
            <a:ext cx="334800" cy="292320"/>
          </a:xfrm>
          <a:custGeom>
            <a:avLst/>
            <a:gdLst>
              <a:gd name="textAreaLeft" fmla="*/ 0 w 334800"/>
              <a:gd name="textAreaRight" fmla="*/ 337320 w 334800"/>
              <a:gd name="textAreaTop" fmla="*/ 0 h 292320"/>
              <a:gd name="textAreaBottom" fmla="*/ 294840 h 2923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5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55" name="PlaceHolder 2"/>
          <p:cNvSpPr>
            <a:spLocks noGrp="1"/>
          </p:cNvSpPr>
          <p:nvPr>
            <p:ph type="sldNum" idx="18"/>
          </p:nvPr>
        </p:nvSpPr>
        <p:spPr>
          <a:xfrm>
            <a:off x="35640" y="4975560"/>
            <a:ext cx="33480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D350B632-7233-4E4B-8D70-A091C6AE60E9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PlaceHolder 3"/>
          <p:cNvSpPr>
            <a:spLocks noGrp="1"/>
          </p:cNvSpPr>
          <p:nvPr>
            <p:ph type="ftr" idx="19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PlaceHolder 4"/>
          <p:cNvSpPr>
            <a:spLocks noGrp="1"/>
          </p:cNvSpPr>
          <p:nvPr>
            <p:ph type="body"/>
          </p:nvPr>
        </p:nvSpPr>
        <p:spPr>
          <a:xfrm>
            <a:off x="6031080" y="1422360"/>
            <a:ext cx="2588400" cy="34898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58" name="PlaceHolder 5"/>
          <p:cNvSpPr>
            <a:spLocks noGrp="1"/>
          </p:cNvSpPr>
          <p:nvPr>
            <p:ph type="body" hasCustomPrompt="1"/>
          </p:nvPr>
        </p:nvSpPr>
        <p:spPr>
          <a:xfrm>
            <a:off x="522360" y="1422360"/>
            <a:ext cx="5307840" cy="34898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59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8560" cy="321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bellen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0" name="Gruppieren 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561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2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3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64" name="Gerader Verbinder 11"/>
          <p:cNvCxnSpPr/>
          <p:nvPr/>
        </p:nvCxnSpPr>
        <p:spPr>
          <a:xfrm>
            <a:off x="521280" y="974520"/>
            <a:ext cx="683460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565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566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567" name="Freihandform: Form 20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8" name="Freihandform: Form 21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9" name="Freihandform: Form 22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0" name="Freihandform: Form 23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1" name="Freihandform: Form 24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2" name="Freihandform: Form 25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73" name="Freihandform: Form 26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4" name="Freihandform: Form 2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5" name="Freihandform: Form 2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76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577" name="Freihandform: Form 30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8" name="Freihandform: Form 31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79" name="Freihandform: Form 32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80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581" name="Freihandform: Form 3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2" name="Freihandform: Form 3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83" name="Freihandform: Form 36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4" name="Freihandform: Form 3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5" name="Freihandform: Form 3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86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587" name="Freihandform: Form 4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8" name="Freihandform: Form 4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9" name="Freihandform: Form 4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0" name="Freihandform: Form 4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91" name="Freihandform: Form 44"/>
          <p:cNvSpPr/>
          <p:nvPr/>
        </p:nvSpPr>
        <p:spPr>
          <a:xfrm>
            <a:off x="-5040" y="407880"/>
            <a:ext cx="334800" cy="292320"/>
          </a:xfrm>
          <a:custGeom>
            <a:avLst/>
            <a:gdLst>
              <a:gd name="textAreaLeft" fmla="*/ 0 w 334800"/>
              <a:gd name="textAreaRight" fmla="*/ 337320 w 334800"/>
              <a:gd name="textAreaTop" fmla="*/ 0 h 292320"/>
              <a:gd name="textAreaBottom" fmla="*/ 294840 h 2923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9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93" name="PlaceHolder 2"/>
          <p:cNvSpPr>
            <a:spLocks noGrp="1"/>
          </p:cNvSpPr>
          <p:nvPr>
            <p:ph type="sldNum" idx="20"/>
          </p:nvPr>
        </p:nvSpPr>
        <p:spPr>
          <a:xfrm>
            <a:off x="35640" y="4975560"/>
            <a:ext cx="33480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83465C33-43DE-46FA-8D87-AE9B83F31804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PlaceHolder 3"/>
          <p:cNvSpPr>
            <a:spLocks noGrp="1"/>
          </p:cNvSpPr>
          <p:nvPr>
            <p:ph type="ftr" idx="21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2588400" cy="34898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96" name="PlaceHolder 5"/>
          <p:cNvSpPr>
            <a:spLocks noGrp="1"/>
          </p:cNvSpPr>
          <p:nvPr>
            <p:ph type="body" hasCustomPrompt="1"/>
          </p:nvPr>
        </p:nvSpPr>
        <p:spPr>
          <a:xfrm>
            <a:off x="3311640" y="1422360"/>
            <a:ext cx="5307840" cy="34898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97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8560" cy="321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er Inhal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8" name="Gruppieren 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599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0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1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02" name="Gerader Verbinder 11"/>
          <p:cNvCxnSpPr/>
          <p:nvPr/>
        </p:nvCxnSpPr>
        <p:spPr>
          <a:xfrm>
            <a:off x="521280" y="974520"/>
            <a:ext cx="683460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603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604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605" name="Freihandform: Form 20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6" name="Freihandform: Form 21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7" name="Freihandform: Form 22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8" name="Freihandform: Form 23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9" name="Freihandform: Form 24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0" name="Freihandform: Form 25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11" name="Freihandform: Form 26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2" name="Freihandform: Form 2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3" name="Freihandform: Form 2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14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615" name="Freihandform: Form 30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6" name="Freihandform: Form 31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17" name="Freihandform: Form 32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18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619" name="Freihandform: Form 3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0" name="Freihandform: Form 3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21" name="Freihandform: Form 36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2" name="Freihandform: Form 3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3" name="Freihandform: Form 3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24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625" name="Freihandform: Form 4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6" name="Freihandform: Form 4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7" name="Freihandform: Form 4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8" name="Freihandform: Form 4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29" name="Freihandform: Form 44"/>
          <p:cNvSpPr/>
          <p:nvPr/>
        </p:nvSpPr>
        <p:spPr>
          <a:xfrm>
            <a:off x="-5040" y="407880"/>
            <a:ext cx="334800" cy="292320"/>
          </a:xfrm>
          <a:custGeom>
            <a:avLst/>
            <a:gdLst>
              <a:gd name="textAreaLeft" fmla="*/ 0 w 334800"/>
              <a:gd name="textAreaRight" fmla="*/ 337320 w 334800"/>
              <a:gd name="textAreaTop" fmla="*/ 0 h 292320"/>
              <a:gd name="textAreaBottom" fmla="*/ 294840 h 2923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3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31" name="PlaceHolder 2"/>
          <p:cNvSpPr>
            <a:spLocks noGrp="1"/>
          </p:cNvSpPr>
          <p:nvPr>
            <p:ph type="ftr" idx="22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PlaceHolder 3"/>
          <p:cNvSpPr>
            <a:spLocks noGrp="1"/>
          </p:cNvSpPr>
          <p:nvPr>
            <p:ph type="sldNum" idx="23"/>
          </p:nvPr>
        </p:nvSpPr>
        <p:spPr>
          <a:xfrm>
            <a:off x="35640" y="4975560"/>
            <a:ext cx="33480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C332FE96-CA3C-4BB2-B745-371BBE6B013C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PlaceHolder 4"/>
          <p:cNvSpPr>
            <a:spLocks noGrp="1"/>
          </p:cNvSpPr>
          <p:nvPr>
            <p:ph type="body"/>
          </p:nvPr>
        </p:nvSpPr>
        <p:spPr>
          <a:xfrm>
            <a:off x="522360" y="1422360"/>
            <a:ext cx="3939120" cy="16358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34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39120" cy="16358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35" name="PlaceHolder 6"/>
          <p:cNvSpPr>
            <a:spLocks noGrp="1"/>
          </p:cNvSpPr>
          <p:nvPr>
            <p:ph type="body"/>
          </p:nvPr>
        </p:nvSpPr>
        <p:spPr>
          <a:xfrm>
            <a:off x="522360" y="3187800"/>
            <a:ext cx="3939120" cy="16358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36" name="PlaceHolder 7"/>
          <p:cNvSpPr>
            <a:spLocks noGrp="1"/>
          </p:cNvSpPr>
          <p:nvPr>
            <p:ph type="body"/>
          </p:nvPr>
        </p:nvSpPr>
        <p:spPr>
          <a:xfrm>
            <a:off x="4680000" y="3187800"/>
            <a:ext cx="3940920" cy="16358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Bild rech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7" name="Gruppieren 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638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9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0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41" name="Gerader Verbinder 11"/>
          <p:cNvCxnSpPr/>
          <p:nvPr/>
        </p:nvCxnSpPr>
        <p:spPr>
          <a:xfrm>
            <a:off x="521280" y="974520"/>
            <a:ext cx="683460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642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643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644" name="Freihandform: Form 20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5" name="Freihandform: Form 21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6" name="Freihandform: Form 22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7" name="Freihandform: Form 23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8" name="Freihandform: Form 24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9" name="Freihandform: Form 25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50" name="Freihandform: Form 26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1" name="Freihandform: Form 2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2" name="Freihandform: Form 2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53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654" name="Freihandform: Form 30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5" name="Freihandform: Form 31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56" name="Freihandform: Form 32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57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658" name="Freihandform: Form 3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9" name="Freihandform: Form 3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60" name="Freihandform: Form 36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1" name="Freihandform: Form 3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2" name="Freihandform: Form 3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63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664" name="Freihandform: Form 4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5" name="Freihandform: Form 4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6" name="Freihandform: Form 4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7" name="Freihandform: Form 4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68" name="Freihandform: Form 44"/>
          <p:cNvSpPr/>
          <p:nvPr/>
        </p:nvSpPr>
        <p:spPr>
          <a:xfrm>
            <a:off x="-5040" y="407880"/>
            <a:ext cx="334800" cy="292320"/>
          </a:xfrm>
          <a:custGeom>
            <a:avLst/>
            <a:gdLst>
              <a:gd name="textAreaLeft" fmla="*/ 0 w 334800"/>
              <a:gd name="textAreaRight" fmla="*/ 337320 w 334800"/>
              <a:gd name="textAreaTop" fmla="*/ 0 h 292320"/>
              <a:gd name="textAreaBottom" fmla="*/ 294840 h 2923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6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70" name="PlaceHolder 2"/>
          <p:cNvSpPr>
            <a:spLocks noGrp="1"/>
          </p:cNvSpPr>
          <p:nvPr>
            <p:ph type="ftr" idx="24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1" name="PlaceHolder 3"/>
          <p:cNvSpPr>
            <a:spLocks noGrp="1"/>
          </p:cNvSpPr>
          <p:nvPr>
            <p:ph type="sldNum" idx="25"/>
          </p:nvPr>
        </p:nvSpPr>
        <p:spPr>
          <a:xfrm>
            <a:off x="35640" y="4975560"/>
            <a:ext cx="33480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CCE86FC9-7DA5-44BE-9B63-F10BE1C0FB24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2" name="PlaceHolder 4"/>
          <p:cNvSpPr>
            <a:spLocks noGrp="1"/>
          </p:cNvSpPr>
          <p:nvPr>
            <p:ph type="body" hasCustomPrompt="1"/>
          </p:nvPr>
        </p:nvSpPr>
        <p:spPr>
          <a:xfrm>
            <a:off x="4625640" y="1422360"/>
            <a:ext cx="4515840" cy="34898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73" name="PlaceHolder 5"/>
          <p:cNvSpPr>
            <a:spLocks noGrp="1"/>
          </p:cNvSpPr>
          <p:nvPr>
            <p:ph type="body"/>
          </p:nvPr>
        </p:nvSpPr>
        <p:spPr>
          <a:xfrm>
            <a:off x="521640" y="1422360"/>
            <a:ext cx="3751920" cy="34898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74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3751920" cy="321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Überschrift + Bild groß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5" name="Gruppieren 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676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7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8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79" name="Gerader Verbinder 11"/>
          <p:cNvCxnSpPr/>
          <p:nvPr/>
        </p:nvCxnSpPr>
        <p:spPr>
          <a:xfrm>
            <a:off x="521280" y="974520"/>
            <a:ext cx="683460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680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681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682" name="Freihandform: Form 20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3" name="Freihandform: Form 21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4" name="Freihandform: Form 22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5" name="Freihandform: Form 23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6" name="Freihandform: Form 24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7" name="Freihandform: Form 25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88" name="Freihandform: Form 26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9" name="Freihandform: Form 2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0" name="Freihandform: Form 2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91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692" name="Freihandform: Form 30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3" name="Freihandform: Form 31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94" name="Freihandform: Form 32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95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696" name="Freihandform: Form 3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7" name="Freihandform: Form 3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98" name="Freihandform: Form 36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9" name="Freihandform: Form 3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0" name="Freihandform: Form 3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01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702" name="Freihandform: Form 4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3" name="Freihandform: Form 4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4" name="Freihandform: Form 4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5" name="Freihandform: Form 4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06" name="Freihandform: Form 44"/>
          <p:cNvSpPr/>
          <p:nvPr/>
        </p:nvSpPr>
        <p:spPr>
          <a:xfrm>
            <a:off x="-5040" y="407880"/>
            <a:ext cx="334800" cy="292320"/>
          </a:xfrm>
          <a:custGeom>
            <a:avLst/>
            <a:gdLst>
              <a:gd name="textAreaLeft" fmla="*/ 0 w 334800"/>
              <a:gd name="textAreaRight" fmla="*/ 337320 w 334800"/>
              <a:gd name="textAreaTop" fmla="*/ 0 h 292320"/>
              <a:gd name="textAreaBottom" fmla="*/ 294840 h 2923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0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08" name="PlaceHolder 2"/>
          <p:cNvSpPr>
            <a:spLocks noGrp="1"/>
          </p:cNvSpPr>
          <p:nvPr>
            <p:ph type="ftr" idx="26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9" name="PlaceHolder 3"/>
          <p:cNvSpPr>
            <a:spLocks noGrp="1"/>
          </p:cNvSpPr>
          <p:nvPr>
            <p:ph type="sldNum" idx="27"/>
          </p:nvPr>
        </p:nvSpPr>
        <p:spPr>
          <a:xfrm>
            <a:off x="35640" y="4975560"/>
            <a:ext cx="33480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9952EDFD-4003-4016-AD4B-EB799BFD7F4F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0" name="PlaceHolder 4"/>
          <p:cNvSpPr>
            <a:spLocks noGrp="1"/>
          </p:cNvSpPr>
          <p:nvPr>
            <p:ph type="body" hasCustomPrompt="1"/>
          </p:nvPr>
        </p:nvSpPr>
        <p:spPr>
          <a:xfrm>
            <a:off x="0" y="1422360"/>
            <a:ext cx="9141480" cy="34898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11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8560" cy="321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Unter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2" name="Gruppieren 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713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4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5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716" name="Gerader Verbinder 11"/>
          <p:cNvCxnSpPr/>
          <p:nvPr/>
        </p:nvCxnSpPr>
        <p:spPr>
          <a:xfrm>
            <a:off x="521280" y="974520"/>
            <a:ext cx="683460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717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718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719" name="Freihandform: Form 20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0" name="Freihandform: Form 21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1" name="Freihandform: Form 22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2" name="Freihandform: Form 23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3" name="Freihandform: Form 24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4" name="Freihandform: Form 25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25" name="Freihandform: Form 26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6" name="Freihandform: Form 2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7" name="Freihandform: Form 2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28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729" name="Freihandform: Form 30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0" name="Freihandform: Form 31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31" name="Freihandform: Form 32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32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733" name="Freihandform: Form 3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4" name="Freihandform: Form 3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35" name="Freihandform: Form 36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6" name="Freihandform: Form 3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7" name="Freihandform: Form 3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38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739" name="Freihandform: Form 4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0" name="Freihandform: Form 4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1" name="Freihandform: Form 4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2" name="Freihandform: Form 4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43" name="Freihandform: Form 44"/>
          <p:cNvSpPr/>
          <p:nvPr/>
        </p:nvSpPr>
        <p:spPr>
          <a:xfrm>
            <a:off x="-5040" y="407880"/>
            <a:ext cx="334800" cy="292320"/>
          </a:xfrm>
          <a:custGeom>
            <a:avLst/>
            <a:gdLst>
              <a:gd name="textAreaLeft" fmla="*/ 0 w 334800"/>
              <a:gd name="textAreaRight" fmla="*/ 337320 w 334800"/>
              <a:gd name="textAreaTop" fmla="*/ 0 h 292320"/>
              <a:gd name="textAreaBottom" fmla="*/ 294840 h 2923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4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45" name="PlaceHolder 2"/>
          <p:cNvSpPr>
            <a:spLocks noGrp="1"/>
          </p:cNvSpPr>
          <p:nvPr>
            <p:ph type="ftr" idx="28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6" name="PlaceHolder 3"/>
          <p:cNvSpPr>
            <a:spLocks noGrp="1"/>
          </p:cNvSpPr>
          <p:nvPr>
            <p:ph type="sldNum" idx="29"/>
          </p:nvPr>
        </p:nvSpPr>
        <p:spPr>
          <a:xfrm>
            <a:off x="35640" y="4975560"/>
            <a:ext cx="33480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B71795AB-5F97-441F-B739-F9228762A4E6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7" name="PlaceHolder 4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8560" cy="321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zwei Bilder rech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8" name="Gruppieren 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749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0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1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752" name="Gerader Verbinder 11"/>
          <p:cNvCxnSpPr/>
          <p:nvPr/>
        </p:nvCxnSpPr>
        <p:spPr>
          <a:xfrm>
            <a:off x="521280" y="974520"/>
            <a:ext cx="683460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753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754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755" name="Freihandform: Form 20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6" name="Freihandform: Form 21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7" name="Freihandform: Form 22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8" name="Freihandform: Form 23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9" name="Freihandform: Form 24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0" name="Freihandform: Form 25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61" name="Freihandform: Form 26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2" name="Freihandform: Form 2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3" name="Freihandform: Form 2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64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765" name="Freihandform: Form 30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6" name="Freihandform: Form 31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67" name="Freihandform: Form 32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68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769" name="Freihandform: Form 3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0" name="Freihandform: Form 3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71" name="Freihandform: Form 36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2" name="Freihandform: Form 3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3" name="Freihandform: Form 3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74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775" name="Freihandform: Form 4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6" name="Freihandform: Form 4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7" name="Freihandform: Form 4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8" name="Freihandform: Form 4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79" name="Freihandform: Form 44"/>
          <p:cNvSpPr/>
          <p:nvPr/>
        </p:nvSpPr>
        <p:spPr>
          <a:xfrm>
            <a:off x="-5040" y="407880"/>
            <a:ext cx="334800" cy="292320"/>
          </a:xfrm>
          <a:custGeom>
            <a:avLst/>
            <a:gdLst>
              <a:gd name="textAreaLeft" fmla="*/ 0 w 334800"/>
              <a:gd name="textAreaRight" fmla="*/ 337320 w 334800"/>
              <a:gd name="textAreaTop" fmla="*/ 0 h 292320"/>
              <a:gd name="textAreaBottom" fmla="*/ 294840 h 2923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8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81" name="PlaceHolder 2"/>
          <p:cNvSpPr>
            <a:spLocks noGrp="1"/>
          </p:cNvSpPr>
          <p:nvPr>
            <p:ph type="ftr" idx="30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2" name="PlaceHolder 3"/>
          <p:cNvSpPr>
            <a:spLocks noGrp="1"/>
          </p:cNvSpPr>
          <p:nvPr>
            <p:ph type="sldNum" idx="31"/>
          </p:nvPr>
        </p:nvSpPr>
        <p:spPr>
          <a:xfrm>
            <a:off x="35640" y="4975560"/>
            <a:ext cx="33480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A52293F3-BC0A-4538-A090-15C6FD96E4FE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3" name="PlaceHolder 4"/>
          <p:cNvSpPr>
            <a:spLocks noGrp="1"/>
          </p:cNvSpPr>
          <p:nvPr>
            <p:ph type="body" hasCustomPrompt="1"/>
          </p:nvPr>
        </p:nvSpPr>
        <p:spPr>
          <a:xfrm>
            <a:off x="4625640" y="1422360"/>
            <a:ext cx="2239560" cy="34898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84" name="PlaceHolder 5"/>
          <p:cNvSpPr>
            <a:spLocks noGrp="1"/>
          </p:cNvSpPr>
          <p:nvPr>
            <p:ph type="body" hasCustomPrompt="1"/>
          </p:nvPr>
        </p:nvSpPr>
        <p:spPr>
          <a:xfrm>
            <a:off x="6921000" y="1422360"/>
            <a:ext cx="2220480" cy="34898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85" name="PlaceHolder 6"/>
          <p:cNvSpPr>
            <a:spLocks noGrp="1"/>
          </p:cNvSpPr>
          <p:nvPr>
            <p:ph type="body"/>
          </p:nvPr>
        </p:nvSpPr>
        <p:spPr>
          <a:xfrm>
            <a:off x="522360" y="1422360"/>
            <a:ext cx="3751920" cy="34898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86" name="PlaceHolder 7"/>
          <p:cNvSpPr>
            <a:spLocks noGrp="1"/>
          </p:cNvSpPr>
          <p:nvPr>
            <p:ph type="body"/>
          </p:nvPr>
        </p:nvSpPr>
        <p:spPr>
          <a:xfrm>
            <a:off x="521640" y="1088280"/>
            <a:ext cx="3751920" cy="321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Bild link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7" name="Gruppieren 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788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9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0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791" name="Gerader Verbinder 11"/>
          <p:cNvCxnSpPr/>
          <p:nvPr/>
        </p:nvCxnSpPr>
        <p:spPr>
          <a:xfrm>
            <a:off x="521280" y="974520"/>
            <a:ext cx="683460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792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793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794" name="Freihandform: Form 20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5" name="Freihandform: Form 21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6" name="Freihandform: Form 22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7" name="Freihandform: Form 23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8" name="Freihandform: Form 24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9" name="Freihandform: Form 25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00" name="Freihandform: Form 26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1" name="Freihandform: Form 2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2" name="Freihandform: Form 2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03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804" name="Freihandform: Form 30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5" name="Freihandform: Form 31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06" name="Freihandform: Form 32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07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808" name="Freihandform: Form 3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9" name="Freihandform: Form 3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10" name="Freihandform: Form 36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1" name="Freihandform: Form 3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2" name="Freihandform: Form 3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13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814" name="Freihandform: Form 4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5" name="Freihandform: Form 4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6" name="Freihandform: Form 4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7" name="Freihandform: Form 4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18" name="Freihandform: Form 44" hidden="1"/>
          <p:cNvSpPr/>
          <p:nvPr/>
        </p:nvSpPr>
        <p:spPr>
          <a:xfrm>
            <a:off x="-5040" y="407880"/>
            <a:ext cx="334800" cy="292320"/>
          </a:xfrm>
          <a:custGeom>
            <a:avLst/>
            <a:gdLst>
              <a:gd name="textAreaLeft" fmla="*/ 0 w 334800"/>
              <a:gd name="textAreaRight" fmla="*/ 337320 w 334800"/>
              <a:gd name="textAreaTop" fmla="*/ 0 h 292320"/>
              <a:gd name="textAreaBottom" fmla="*/ 294840 h 2923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819" name="Gruppieren 53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820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1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2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23" name="PlaceHolder 1"/>
          <p:cNvSpPr>
            <a:spLocks noGrp="1"/>
          </p:cNvSpPr>
          <p:nvPr>
            <p:ph type="ftr" idx="32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4" name="PlaceHolder 2"/>
          <p:cNvSpPr>
            <a:spLocks noGrp="1"/>
          </p:cNvSpPr>
          <p:nvPr>
            <p:ph type="sldNum" idx="33"/>
          </p:nvPr>
        </p:nvSpPr>
        <p:spPr>
          <a:xfrm>
            <a:off x="35640" y="4975560"/>
            <a:ext cx="33480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6E3F95E2-22F9-4CEA-B002-F69CF6878C21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5" name="PlaceHolder 3"/>
          <p:cNvSpPr>
            <a:spLocks noGrp="1"/>
          </p:cNvSpPr>
          <p:nvPr>
            <p:ph type="title" hasCustomPrompt="1"/>
          </p:nvPr>
        </p:nvSpPr>
        <p:spPr>
          <a:xfrm>
            <a:off x="4625640" y="330840"/>
            <a:ext cx="272520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cxnSp>
        <p:nvCxnSpPr>
          <p:cNvPr id="826" name="Gerader Verbinder 46"/>
          <p:cNvCxnSpPr/>
          <p:nvPr/>
        </p:nvCxnSpPr>
        <p:spPr>
          <a:xfrm>
            <a:off x="4625640" y="974520"/>
            <a:ext cx="273024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sp>
        <p:nvSpPr>
          <p:cNvPr id="827" name="PlaceHolder 4"/>
          <p:cNvSpPr>
            <a:spLocks noGrp="1"/>
          </p:cNvSpPr>
          <p:nvPr>
            <p:ph type="body" hasCustomPrompt="1"/>
          </p:nvPr>
        </p:nvSpPr>
        <p:spPr>
          <a:xfrm>
            <a:off x="-6120" y="0"/>
            <a:ext cx="4274640" cy="49125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828" name="PlaceHolder 5"/>
          <p:cNvSpPr>
            <a:spLocks noGrp="1"/>
          </p:cNvSpPr>
          <p:nvPr>
            <p:ph type="body"/>
          </p:nvPr>
        </p:nvSpPr>
        <p:spPr>
          <a:xfrm>
            <a:off x="4625640" y="1422360"/>
            <a:ext cx="3995280" cy="34851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29" name="PlaceHolder 6"/>
          <p:cNvSpPr>
            <a:spLocks noGrp="1"/>
          </p:cNvSpPr>
          <p:nvPr>
            <p:ph type="body"/>
          </p:nvPr>
        </p:nvSpPr>
        <p:spPr>
          <a:xfrm>
            <a:off x="4625640" y="1088280"/>
            <a:ext cx="3994560" cy="321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830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831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832" name="Freihandform: Form 68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3" name="Freihandform: Form 69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4" name="Freihandform: Form 70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5" name="Freihandform: Form 71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6" name="Freihandform: Form 72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7" name="Freihandform: Form 73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38" name="Freihandform: Form 45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9" name="Freihandform: Form 4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0" name="Freihandform: Form 4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41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842" name="Freihandform: Form 66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3" name="Freihandform: Form 67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44" name="Freihandform: Form 50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45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846" name="Freihandform: Form 6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7" name="Freihandform: Form 6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48" name="Freihandform: Form 52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9" name="Freihandform: Form 5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0" name="Freihandform: Form 5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51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852" name="Freihandform: Form 6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3" name="Freihandform: Form 6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4" name="Freihandform: Form 6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5" name="Freihandform: Form 6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zwei Bilder link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6" name="Gruppieren 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857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8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9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860" name="Gerader Verbinder 11"/>
          <p:cNvCxnSpPr/>
          <p:nvPr/>
        </p:nvCxnSpPr>
        <p:spPr>
          <a:xfrm>
            <a:off x="521280" y="974520"/>
            <a:ext cx="683460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861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862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863" name="Freihandform: Form 20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4" name="Freihandform: Form 21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5" name="Freihandform: Form 22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6" name="Freihandform: Form 23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7" name="Freihandform: Form 24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8" name="Freihandform: Form 25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69" name="Freihandform: Form 26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0" name="Freihandform: Form 2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1" name="Freihandform: Form 2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72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873" name="Freihandform: Form 30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4" name="Freihandform: Form 31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75" name="Freihandform: Form 32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76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877" name="Freihandform: Form 3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8" name="Freihandform: Form 3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79" name="Freihandform: Form 36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0" name="Freihandform: Form 3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1" name="Freihandform: Form 3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82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883" name="Freihandform: Form 4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4" name="Freihandform: Form 4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5" name="Freihandform: Form 4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6" name="Freihandform: Form 4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87" name="Freihandform: Form 44" hidden="1"/>
          <p:cNvSpPr/>
          <p:nvPr/>
        </p:nvSpPr>
        <p:spPr>
          <a:xfrm>
            <a:off x="-5040" y="407880"/>
            <a:ext cx="334800" cy="292320"/>
          </a:xfrm>
          <a:custGeom>
            <a:avLst/>
            <a:gdLst>
              <a:gd name="textAreaLeft" fmla="*/ 0 w 334800"/>
              <a:gd name="textAreaRight" fmla="*/ 337320 w 334800"/>
              <a:gd name="textAreaTop" fmla="*/ 0 h 292320"/>
              <a:gd name="textAreaBottom" fmla="*/ 294840 h 2923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888" name="Gruppieren 54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889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0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1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92" name="PlaceHolder 1"/>
          <p:cNvSpPr>
            <a:spLocks noGrp="1"/>
          </p:cNvSpPr>
          <p:nvPr>
            <p:ph type="ftr" idx="34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3" name="PlaceHolder 2"/>
          <p:cNvSpPr>
            <a:spLocks noGrp="1"/>
          </p:cNvSpPr>
          <p:nvPr>
            <p:ph type="sldNum" idx="35"/>
          </p:nvPr>
        </p:nvSpPr>
        <p:spPr>
          <a:xfrm>
            <a:off x="35640" y="4975560"/>
            <a:ext cx="33480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B6B437A9-C6FB-4F90-90C5-41660CC849AA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4" name="PlaceHolder 3"/>
          <p:cNvSpPr>
            <a:spLocks noGrp="1"/>
          </p:cNvSpPr>
          <p:nvPr>
            <p:ph type="title" hasCustomPrompt="1"/>
          </p:nvPr>
        </p:nvSpPr>
        <p:spPr>
          <a:xfrm>
            <a:off x="4625640" y="330840"/>
            <a:ext cx="272520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cxnSp>
        <p:nvCxnSpPr>
          <p:cNvPr id="895" name="Gerader Verbinder 47"/>
          <p:cNvCxnSpPr/>
          <p:nvPr/>
        </p:nvCxnSpPr>
        <p:spPr>
          <a:xfrm>
            <a:off x="4625640" y="974520"/>
            <a:ext cx="273024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sp>
        <p:nvSpPr>
          <p:cNvPr id="896" name="PlaceHolder 4"/>
          <p:cNvSpPr>
            <a:spLocks noGrp="1"/>
          </p:cNvSpPr>
          <p:nvPr>
            <p:ph type="body" hasCustomPrompt="1"/>
          </p:nvPr>
        </p:nvSpPr>
        <p:spPr>
          <a:xfrm>
            <a:off x="0" y="0"/>
            <a:ext cx="4273560" cy="24285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897" name="PlaceHolder 5"/>
          <p:cNvSpPr>
            <a:spLocks noGrp="1"/>
          </p:cNvSpPr>
          <p:nvPr>
            <p:ph type="body" hasCustomPrompt="1"/>
          </p:nvPr>
        </p:nvSpPr>
        <p:spPr>
          <a:xfrm>
            <a:off x="0" y="2493720"/>
            <a:ext cx="4273560" cy="24184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898" name="PlaceHolder 6"/>
          <p:cNvSpPr>
            <a:spLocks noGrp="1"/>
          </p:cNvSpPr>
          <p:nvPr>
            <p:ph type="body"/>
          </p:nvPr>
        </p:nvSpPr>
        <p:spPr>
          <a:xfrm>
            <a:off x="4625640" y="1422360"/>
            <a:ext cx="3997800" cy="34851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99" name="PlaceHolder 7"/>
          <p:cNvSpPr>
            <a:spLocks noGrp="1"/>
          </p:cNvSpPr>
          <p:nvPr>
            <p:ph type="body"/>
          </p:nvPr>
        </p:nvSpPr>
        <p:spPr>
          <a:xfrm>
            <a:off x="4622400" y="1088280"/>
            <a:ext cx="3997800" cy="321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900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901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902" name="Freihandform: Form 69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3" name="Freihandform: Form 70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4" name="Freihandform: Form 71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5" name="Freihandform: Form 72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6" name="Freihandform: Form 73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7" name="Freihandform: Form 74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08" name="Freihandform: Form 45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9" name="Freihandform: Form 46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0" name="Freihandform: Form 49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11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912" name="Freihandform: Form 67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3" name="Freihandform: Form 68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14" name="Freihandform: Form 51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15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916" name="Freihandform: Form 65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7" name="Freihandform: Form 66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18" name="Freihandform: Form 53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9" name="Freihandform: Form 58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0" name="Freihandform: Form 59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21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922" name="Freihandform: Form 61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3" name="Freihandform: Form 62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4" name="Freihandform: Form 63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5" name="Freihandform: Form 64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zwei Bil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6" name="Gruppieren 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927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8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9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30" name="Gerader Verbinder 11"/>
          <p:cNvCxnSpPr/>
          <p:nvPr/>
        </p:nvCxnSpPr>
        <p:spPr>
          <a:xfrm>
            <a:off x="521280" y="974520"/>
            <a:ext cx="683460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931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932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933" name="Freihandform: Form 20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4" name="Freihandform: Form 21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5" name="Freihandform: Form 22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6" name="Freihandform: Form 23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7" name="Freihandform: Form 24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8" name="Freihandform: Form 25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39" name="Freihandform: Form 26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0" name="Freihandform: Form 2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1" name="Freihandform: Form 2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42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943" name="Freihandform: Form 30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4" name="Freihandform: Form 31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45" name="Freihandform: Form 32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46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947" name="Freihandform: Form 3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8" name="Freihandform: Form 3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49" name="Freihandform: Form 36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0" name="Freihandform: Form 3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1" name="Freihandform: Form 3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52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953" name="Freihandform: Form 4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4" name="Freihandform: Form 4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5" name="Freihandform: Form 4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6" name="Freihandform: Form 4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957" name="Freihandform: Form 44"/>
          <p:cNvSpPr/>
          <p:nvPr/>
        </p:nvSpPr>
        <p:spPr>
          <a:xfrm>
            <a:off x="-5040" y="407880"/>
            <a:ext cx="334800" cy="292320"/>
          </a:xfrm>
          <a:custGeom>
            <a:avLst/>
            <a:gdLst>
              <a:gd name="textAreaLeft" fmla="*/ 0 w 334800"/>
              <a:gd name="textAreaRight" fmla="*/ 337320 w 334800"/>
              <a:gd name="textAreaTop" fmla="*/ 0 h 292320"/>
              <a:gd name="textAreaBottom" fmla="*/ 294840 h 2923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5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959" name="PlaceHolder 2"/>
          <p:cNvSpPr>
            <a:spLocks noGrp="1"/>
          </p:cNvSpPr>
          <p:nvPr>
            <p:ph type="ftr" idx="36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0" name="PlaceHolder 3"/>
          <p:cNvSpPr>
            <a:spLocks noGrp="1"/>
          </p:cNvSpPr>
          <p:nvPr>
            <p:ph type="sldNum" idx="37"/>
          </p:nvPr>
        </p:nvSpPr>
        <p:spPr>
          <a:xfrm>
            <a:off x="35640" y="4975560"/>
            <a:ext cx="33480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FCA637E0-BE12-4271-9C85-A1BD001DF039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1" name="PlaceHolder 4"/>
          <p:cNvSpPr>
            <a:spLocks noGrp="1"/>
          </p:cNvSpPr>
          <p:nvPr>
            <p:ph type="body" hasCustomPrompt="1"/>
          </p:nvPr>
        </p:nvSpPr>
        <p:spPr>
          <a:xfrm>
            <a:off x="0" y="1422360"/>
            <a:ext cx="4542120" cy="34898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962" name="PlaceHolder 5"/>
          <p:cNvSpPr>
            <a:spLocks noGrp="1"/>
          </p:cNvSpPr>
          <p:nvPr>
            <p:ph type="body" hasCustomPrompt="1"/>
          </p:nvPr>
        </p:nvSpPr>
        <p:spPr>
          <a:xfrm>
            <a:off x="4599360" y="1422360"/>
            <a:ext cx="4542120" cy="34898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963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8560" cy="321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drei Bil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4" name="Gruppieren 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965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6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7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68" name="Gerader Verbinder 11"/>
          <p:cNvCxnSpPr/>
          <p:nvPr/>
        </p:nvCxnSpPr>
        <p:spPr>
          <a:xfrm>
            <a:off x="521280" y="974520"/>
            <a:ext cx="683460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969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970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971" name="Freihandform: Form 20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2" name="Freihandform: Form 21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3" name="Freihandform: Form 22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4" name="Freihandform: Form 23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5" name="Freihandform: Form 24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6" name="Freihandform: Form 25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77" name="Freihandform: Form 26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8" name="Freihandform: Form 2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9" name="Freihandform: Form 2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80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981" name="Freihandform: Form 30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2" name="Freihandform: Form 31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83" name="Freihandform: Form 32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84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985" name="Freihandform: Form 3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6" name="Freihandform: Form 3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87" name="Freihandform: Form 36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8" name="Freihandform: Form 3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9" name="Freihandform: Form 3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90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991" name="Freihandform: Form 4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2" name="Freihandform: Form 4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3" name="Freihandform: Form 4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4" name="Freihandform: Form 4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995" name="Freihandform: Form 44"/>
          <p:cNvSpPr/>
          <p:nvPr/>
        </p:nvSpPr>
        <p:spPr>
          <a:xfrm>
            <a:off x="-5040" y="407880"/>
            <a:ext cx="334800" cy="292320"/>
          </a:xfrm>
          <a:custGeom>
            <a:avLst/>
            <a:gdLst>
              <a:gd name="textAreaLeft" fmla="*/ 0 w 334800"/>
              <a:gd name="textAreaRight" fmla="*/ 337320 w 334800"/>
              <a:gd name="textAreaTop" fmla="*/ 0 h 292320"/>
              <a:gd name="textAreaBottom" fmla="*/ 294840 h 2923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9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997" name="PlaceHolder 2"/>
          <p:cNvSpPr>
            <a:spLocks noGrp="1"/>
          </p:cNvSpPr>
          <p:nvPr>
            <p:ph type="ftr" idx="38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8" name="PlaceHolder 3"/>
          <p:cNvSpPr>
            <a:spLocks noGrp="1"/>
          </p:cNvSpPr>
          <p:nvPr>
            <p:ph type="sldNum" idx="39"/>
          </p:nvPr>
        </p:nvSpPr>
        <p:spPr>
          <a:xfrm>
            <a:off x="35640" y="4975560"/>
            <a:ext cx="33480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4C575A59-0E68-4E3F-B068-7DCBD1C64559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9" name="PlaceHolder 4"/>
          <p:cNvSpPr>
            <a:spLocks noGrp="1"/>
          </p:cNvSpPr>
          <p:nvPr>
            <p:ph type="body" hasCustomPrompt="1"/>
          </p:nvPr>
        </p:nvSpPr>
        <p:spPr>
          <a:xfrm>
            <a:off x="0" y="1422360"/>
            <a:ext cx="2976480" cy="34898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000" name="PlaceHolder 5"/>
          <p:cNvSpPr>
            <a:spLocks noGrp="1"/>
          </p:cNvSpPr>
          <p:nvPr>
            <p:ph type="body" hasCustomPrompt="1"/>
          </p:nvPr>
        </p:nvSpPr>
        <p:spPr>
          <a:xfrm>
            <a:off x="3032640" y="1422360"/>
            <a:ext cx="3076560" cy="34898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001" name="PlaceHolder 6"/>
          <p:cNvSpPr>
            <a:spLocks noGrp="1"/>
          </p:cNvSpPr>
          <p:nvPr>
            <p:ph type="body" hasCustomPrompt="1"/>
          </p:nvPr>
        </p:nvSpPr>
        <p:spPr>
          <a:xfrm>
            <a:off x="6165000" y="1422360"/>
            <a:ext cx="2976480" cy="34898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002" name="PlaceHolder 7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8560" cy="321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ur 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3" name="Gruppieren 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1004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5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6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007" name="Gerader Verbinder 11"/>
          <p:cNvCxnSpPr/>
          <p:nvPr/>
        </p:nvCxnSpPr>
        <p:spPr>
          <a:xfrm>
            <a:off x="521280" y="974520"/>
            <a:ext cx="683460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008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1009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1010" name="Freihandform: Form 20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1" name="Freihandform: Form 21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2" name="Freihandform: Form 22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3" name="Freihandform: Form 23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4" name="Freihandform: Form 24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5" name="Freihandform: Form 25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16" name="Freihandform: Form 26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7" name="Freihandform: Form 2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8" name="Freihandform: Form 2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19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1020" name="Freihandform: Form 30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1" name="Freihandform: Form 31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22" name="Freihandform: Form 32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23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1024" name="Freihandform: Form 3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5" name="Freihandform: Form 3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26" name="Freihandform: Form 36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7" name="Freihandform: Form 3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8" name="Freihandform: Form 3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29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1030" name="Freihandform: Form 4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1" name="Freihandform: Form 4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2" name="Freihandform: Form 4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3" name="Freihandform: Form 4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034" name="Freihandform: Form 44"/>
          <p:cNvSpPr/>
          <p:nvPr/>
        </p:nvSpPr>
        <p:spPr>
          <a:xfrm>
            <a:off x="-5040" y="407880"/>
            <a:ext cx="334800" cy="292320"/>
          </a:xfrm>
          <a:custGeom>
            <a:avLst/>
            <a:gdLst>
              <a:gd name="textAreaLeft" fmla="*/ 0 w 334800"/>
              <a:gd name="textAreaRight" fmla="*/ 337320 w 334800"/>
              <a:gd name="textAreaTop" fmla="*/ 0 h 292320"/>
              <a:gd name="textAreaBottom" fmla="*/ 294840 h 2923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3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036" name="PlaceHolder 2"/>
          <p:cNvSpPr>
            <a:spLocks noGrp="1"/>
          </p:cNvSpPr>
          <p:nvPr>
            <p:ph type="ftr" idx="40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7" name="PlaceHolder 3"/>
          <p:cNvSpPr>
            <a:spLocks noGrp="1"/>
          </p:cNvSpPr>
          <p:nvPr>
            <p:ph type="sldNum" idx="41"/>
          </p:nvPr>
        </p:nvSpPr>
        <p:spPr>
          <a:xfrm>
            <a:off x="35640" y="4975560"/>
            <a:ext cx="33480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305E6769-6294-4306-806D-1129ED00A983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Unter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8" name="Gruppieren 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1039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0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1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042" name="Gerader Verbinder 11"/>
          <p:cNvCxnSpPr/>
          <p:nvPr/>
        </p:nvCxnSpPr>
        <p:spPr>
          <a:xfrm>
            <a:off x="521280" y="974520"/>
            <a:ext cx="683460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043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1044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1045" name="Freihandform: Form 20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6" name="Freihandform: Form 21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7" name="Freihandform: Form 22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8" name="Freihandform: Form 23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9" name="Freihandform: Form 24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0" name="Freihandform: Form 25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51" name="Freihandform: Form 26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2" name="Freihandform: Form 2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3" name="Freihandform: Form 2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54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1055" name="Freihandform: Form 30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6" name="Freihandform: Form 31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57" name="Freihandform: Form 32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58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1059" name="Freihandform: Form 3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0" name="Freihandform: Form 3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61" name="Freihandform: Form 36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2" name="Freihandform: Form 3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3" name="Freihandform: Form 3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64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1065" name="Freihandform: Form 4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6" name="Freihandform: Form 4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7" name="Freihandform: Form 4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8" name="Freihandform: Form 4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069" name="Freihandform: Form 44"/>
          <p:cNvSpPr/>
          <p:nvPr/>
        </p:nvSpPr>
        <p:spPr>
          <a:xfrm>
            <a:off x="-5040" y="407880"/>
            <a:ext cx="334800" cy="292320"/>
          </a:xfrm>
          <a:custGeom>
            <a:avLst/>
            <a:gdLst>
              <a:gd name="textAreaLeft" fmla="*/ 0 w 334800"/>
              <a:gd name="textAreaRight" fmla="*/ 337320 w 334800"/>
              <a:gd name="textAreaTop" fmla="*/ 0 h 292320"/>
              <a:gd name="textAreaBottom" fmla="*/ 294840 h 2923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7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071" name="PlaceHolder 2"/>
          <p:cNvSpPr>
            <a:spLocks noGrp="1"/>
          </p:cNvSpPr>
          <p:nvPr>
            <p:ph type="ftr" idx="42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2" name="PlaceHolder 3"/>
          <p:cNvSpPr>
            <a:spLocks noGrp="1"/>
          </p:cNvSpPr>
          <p:nvPr>
            <p:ph type="sldNum" idx="43"/>
          </p:nvPr>
        </p:nvSpPr>
        <p:spPr>
          <a:xfrm>
            <a:off x="35640" y="4975560"/>
            <a:ext cx="33480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2393C517-FFE8-49E1-BFC2-5D3FD61B4530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3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8098560" cy="34898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74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8560" cy="321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Untertitel, grosser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5" name="Gruppieren 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1076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7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8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079" name="Gerader Verbinder 11"/>
          <p:cNvCxnSpPr/>
          <p:nvPr/>
        </p:nvCxnSpPr>
        <p:spPr>
          <a:xfrm>
            <a:off x="521280" y="974520"/>
            <a:ext cx="683460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080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1081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1082" name="Freihandform: Form 20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3" name="Freihandform: Form 21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4" name="Freihandform: Form 22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5" name="Freihandform: Form 23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6" name="Freihandform: Form 24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7" name="Freihandform: Form 25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88" name="Freihandform: Form 26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9" name="Freihandform: Form 2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0" name="Freihandform: Form 2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91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1092" name="Freihandform: Form 30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3" name="Freihandform: Form 31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94" name="Freihandform: Form 32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95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1096" name="Freihandform: Form 3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7" name="Freihandform: Form 3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98" name="Freihandform: Form 36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9" name="Freihandform: Form 3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0" name="Freihandform: Form 3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01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1102" name="Freihandform: Form 4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3" name="Freihandform: Form 4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4" name="Freihandform: Form 4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5" name="Freihandform: Form 4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06" name="Freihandform: Form 44"/>
          <p:cNvSpPr/>
          <p:nvPr/>
        </p:nvSpPr>
        <p:spPr>
          <a:xfrm>
            <a:off x="-5040" y="407880"/>
            <a:ext cx="334800" cy="292320"/>
          </a:xfrm>
          <a:custGeom>
            <a:avLst/>
            <a:gdLst>
              <a:gd name="textAreaLeft" fmla="*/ 0 w 334800"/>
              <a:gd name="textAreaRight" fmla="*/ 337320 w 334800"/>
              <a:gd name="textAreaTop" fmla="*/ 0 h 292320"/>
              <a:gd name="textAreaBottom" fmla="*/ 294840 h 2923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0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108" name="PlaceHolder 2"/>
          <p:cNvSpPr>
            <a:spLocks noGrp="1"/>
          </p:cNvSpPr>
          <p:nvPr>
            <p:ph type="ftr" idx="44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9" name="PlaceHolder 3"/>
          <p:cNvSpPr>
            <a:spLocks noGrp="1"/>
          </p:cNvSpPr>
          <p:nvPr>
            <p:ph type="sldNum" idx="45"/>
          </p:nvPr>
        </p:nvSpPr>
        <p:spPr>
          <a:xfrm>
            <a:off x="35640" y="4975560"/>
            <a:ext cx="33480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839EE881-9277-4A7B-A711-C77B03738DA5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0" name="PlaceHolder 4"/>
          <p:cNvSpPr>
            <a:spLocks noGrp="1"/>
          </p:cNvSpPr>
          <p:nvPr>
            <p:ph type="body"/>
          </p:nvPr>
        </p:nvSpPr>
        <p:spPr>
          <a:xfrm>
            <a:off x="521640" y="1545840"/>
            <a:ext cx="8098560" cy="330912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20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11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098560" cy="321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24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2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24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e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2" name="Gruppieren 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1113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4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5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116" name="Gerader Verbinder 11"/>
          <p:cNvCxnSpPr/>
          <p:nvPr/>
        </p:nvCxnSpPr>
        <p:spPr>
          <a:xfrm>
            <a:off x="521280" y="974520"/>
            <a:ext cx="683460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117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1118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1119" name="Freihandform: Form 20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0" name="Freihandform: Form 21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1" name="Freihandform: Form 22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2" name="Freihandform: Form 23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3" name="Freihandform: Form 24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4" name="Freihandform: Form 25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25" name="Freihandform: Form 26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6" name="Freihandform: Form 2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7" name="Freihandform: Form 2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28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1129" name="Freihandform: Form 30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0" name="Freihandform: Form 31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31" name="Freihandform: Form 32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32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1133" name="Freihandform: Form 3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4" name="Freihandform: Form 3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35" name="Freihandform: Form 36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6" name="Freihandform: Form 3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7" name="Freihandform: Form 3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38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1139" name="Freihandform: Form 4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0" name="Freihandform: Form 4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1" name="Freihandform: Form 4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2" name="Freihandform: Form 4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43" name="Freihandform: Form 44"/>
          <p:cNvSpPr/>
          <p:nvPr/>
        </p:nvSpPr>
        <p:spPr>
          <a:xfrm>
            <a:off x="-5040" y="407880"/>
            <a:ext cx="334800" cy="292320"/>
          </a:xfrm>
          <a:custGeom>
            <a:avLst/>
            <a:gdLst>
              <a:gd name="textAreaLeft" fmla="*/ 0 w 334800"/>
              <a:gd name="textAreaRight" fmla="*/ 337320 w 334800"/>
              <a:gd name="textAreaTop" fmla="*/ 0 h 292320"/>
              <a:gd name="textAreaBottom" fmla="*/ 294840 h 2923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44" name="PlaceHolder 1"/>
          <p:cNvSpPr>
            <a:spLocks noGrp="1"/>
          </p:cNvSpPr>
          <p:nvPr>
            <p:ph type="ftr" idx="46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5" name="PlaceHolder 2"/>
          <p:cNvSpPr>
            <a:spLocks noGrp="1"/>
          </p:cNvSpPr>
          <p:nvPr>
            <p:ph type="sldNum" idx="47"/>
          </p:nvPr>
        </p:nvSpPr>
        <p:spPr>
          <a:xfrm>
            <a:off x="35640" y="4975560"/>
            <a:ext cx="33480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C3BBCE27-17A4-43BD-93C6-C563FC6C72C3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apiteltrenn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6" name="Gruppieren 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1147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8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9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150" name="Gerader Verbinder 11"/>
          <p:cNvCxnSpPr/>
          <p:nvPr/>
        </p:nvCxnSpPr>
        <p:spPr>
          <a:xfrm>
            <a:off x="521280" y="974520"/>
            <a:ext cx="683460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151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1152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1153" name="Freihandform: Form 20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4" name="Freihandform: Form 21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5" name="Freihandform: Form 22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6" name="Freihandform: Form 23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7" name="Freihandform: Form 24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8" name="Freihandform: Form 25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59" name="Freihandform: Form 26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0" name="Freihandform: Form 2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1" name="Freihandform: Form 2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62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1163" name="Freihandform: Form 30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4" name="Freihandform: Form 31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65" name="Freihandform: Form 32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66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1167" name="Freihandform: Form 3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8" name="Freihandform: Form 3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69" name="Freihandform: Form 36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0" name="Freihandform: Form 3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1" name="Freihandform: Form 3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72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1173" name="Freihandform: Form 4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4" name="Freihandform: Form 4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5" name="Freihandform: Form 4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6" name="Freihandform: Form 4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77" name="Freihandform: Form 44" hidden="1"/>
          <p:cNvSpPr/>
          <p:nvPr/>
        </p:nvSpPr>
        <p:spPr>
          <a:xfrm>
            <a:off x="-5040" y="407880"/>
            <a:ext cx="334800" cy="292320"/>
          </a:xfrm>
          <a:custGeom>
            <a:avLst/>
            <a:gdLst>
              <a:gd name="textAreaLeft" fmla="*/ 0 w 334800"/>
              <a:gd name="textAreaRight" fmla="*/ 337320 w 334800"/>
              <a:gd name="textAreaTop" fmla="*/ 0 h 292320"/>
              <a:gd name="textAreaBottom" fmla="*/ 294840 h 2923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178" name="Gruppieren 49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1179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0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1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82" name="PlaceHolder 1"/>
          <p:cNvSpPr>
            <a:spLocks noGrp="1"/>
          </p:cNvSpPr>
          <p:nvPr>
            <p:ph type="title"/>
          </p:nvPr>
        </p:nvSpPr>
        <p:spPr>
          <a:xfrm>
            <a:off x="3843000" y="3034440"/>
            <a:ext cx="4777200" cy="91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183" name="Grafik 11"/>
          <p:cNvSpPr/>
          <p:nvPr/>
        </p:nvSpPr>
        <p:spPr>
          <a:xfrm>
            <a:off x="0" y="0"/>
            <a:ext cx="3729600" cy="4912560"/>
          </a:xfrm>
          <a:custGeom>
            <a:avLst/>
            <a:gdLst>
              <a:gd name="textAreaLeft" fmla="*/ 0 w 3729600"/>
              <a:gd name="textAreaRight" fmla="*/ 3732120 w 3729600"/>
              <a:gd name="textAreaTop" fmla="*/ 0 h 4912560"/>
              <a:gd name="textAreaBottom" fmla="*/ 4915080 h 4912560"/>
              <a:gd name="GluePoint1X" fmla="*/ 0 w 5015880"/>
              <a:gd name="GluePoint1Y" fmla="*/ 0 h 6597650"/>
              <a:gd name="GluePoint2X" fmla="*/ 5015880 w 5015880"/>
              <a:gd name="GluePoint2Y" fmla="*/ 0 h 6597650"/>
              <a:gd name="GluePoint3X" fmla="*/ 5015880 w 5015880"/>
              <a:gd name="GluePoint3Y" fmla="*/ 6597650 h 6597650"/>
              <a:gd name="GluePoint4X" fmla="*/ 0 w 5015880"/>
              <a:gd name="GluePoint4Y" fmla="*/ 6597650 h 65976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5015880" h="6597650">
                <a:moveTo>
                  <a:pt x="0" y="0"/>
                </a:moveTo>
                <a:lnTo>
                  <a:pt x="5015880" y="0"/>
                </a:lnTo>
                <a:lnTo>
                  <a:pt x="5015880" y="6597650"/>
                </a:lnTo>
                <a:lnTo>
                  <a:pt x="0" y="659765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4" name="PlaceHolder 2"/>
          <p:cNvSpPr>
            <a:spLocks noGrp="1"/>
          </p:cNvSpPr>
          <p:nvPr>
            <p:ph type="ftr" idx="48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5" name="PlaceHolder 3"/>
          <p:cNvSpPr>
            <a:spLocks noGrp="1"/>
          </p:cNvSpPr>
          <p:nvPr>
            <p:ph type="sldNum" idx="49"/>
          </p:nvPr>
        </p:nvSpPr>
        <p:spPr>
          <a:xfrm>
            <a:off x="35640" y="4975560"/>
            <a:ext cx="33480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9D7D6122-2FA1-4187-AFFC-020E5608F29B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186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1187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1188" name="Freihandform: Form 65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9" name="Freihandform: Form 66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0" name="Freihandform: Form 67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1" name="Freihandform: Form 68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2" name="Freihandform: Form 69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3" name="Freihandform: Form 70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94" name="Freihandform: Form 43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5" name="Freihandform: Form 44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6" name="Freihandform: Form 45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97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1198" name="Freihandform: Form 63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9" name="Freihandform: Form 64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00" name="Freihandform: Form 47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01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1202" name="Freihandform: Form 61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3" name="Freihandform: Form 62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04" name="Freihandform: Form 53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5" name="Freihandform: Form 54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6" name="Freihandform: Form 55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07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1208" name="Freihandform: Form 57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9" name="Freihandform: Form 58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0" name="Freihandform: Form 59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1" name="Freihandform: Form 60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apiteltrenner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2" name="Gruppieren 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1213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4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5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216" name="Gerader Verbinder 11"/>
          <p:cNvCxnSpPr/>
          <p:nvPr/>
        </p:nvCxnSpPr>
        <p:spPr>
          <a:xfrm>
            <a:off x="521280" y="974520"/>
            <a:ext cx="683460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217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1218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1219" name="Freihandform: Form 20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0" name="Freihandform: Form 21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1" name="Freihandform: Form 22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2" name="Freihandform: Form 23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3" name="Freihandform: Form 24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4" name="Freihandform: Form 25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25" name="Freihandform: Form 26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6" name="Freihandform: Form 2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7" name="Freihandform: Form 2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28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1229" name="Freihandform: Form 30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0" name="Freihandform: Form 31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31" name="Freihandform: Form 32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32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1233" name="Freihandform: Form 3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4" name="Freihandform: Form 3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35" name="Freihandform: Form 36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6" name="Freihandform: Form 3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7" name="Freihandform: Form 3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38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1239" name="Freihandform: Form 4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0" name="Freihandform: Form 4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1" name="Freihandform: Form 4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2" name="Freihandform: Form 4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43" name="Freihandform: Form 44" hidden="1"/>
          <p:cNvSpPr/>
          <p:nvPr/>
        </p:nvSpPr>
        <p:spPr>
          <a:xfrm>
            <a:off x="-5040" y="407880"/>
            <a:ext cx="334800" cy="292320"/>
          </a:xfrm>
          <a:custGeom>
            <a:avLst/>
            <a:gdLst>
              <a:gd name="textAreaLeft" fmla="*/ 0 w 334800"/>
              <a:gd name="textAreaRight" fmla="*/ 337320 w 334800"/>
              <a:gd name="textAreaTop" fmla="*/ 0 h 292320"/>
              <a:gd name="textAreaBottom" fmla="*/ 294840 h 2923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244" name="Gruppieren 49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1245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6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7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48" name="PlaceHolder 1"/>
          <p:cNvSpPr>
            <a:spLocks noGrp="1"/>
          </p:cNvSpPr>
          <p:nvPr>
            <p:ph type="title"/>
          </p:nvPr>
        </p:nvSpPr>
        <p:spPr>
          <a:xfrm>
            <a:off x="3843000" y="3034440"/>
            <a:ext cx="4777200" cy="91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90000"/>
              </a:lnSpc>
              <a:buNone/>
              <a:tabLst>
                <a:tab pos="0" algn="l"/>
              </a:tabLst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49" name="PlaceHolder 2"/>
          <p:cNvSpPr>
            <a:spLocks noGrp="1"/>
          </p:cNvSpPr>
          <p:nvPr>
            <p:ph type="ftr" idx="50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0" name="PlaceHolder 3"/>
          <p:cNvSpPr>
            <a:spLocks noGrp="1"/>
          </p:cNvSpPr>
          <p:nvPr>
            <p:ph type="sldNum" idx="51"/>
          </p:nvPr>
        </p:nvSpPr>
        <p:spPr>
          <a:xfrm>
            <a:off x="35640" y="4975560"/>
            <a:ext cx="33480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EE30ED3A-3079-4530-88B9-AD6A29E930EB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251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1252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1253" name="Freihandform: Form 65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4" name="Freihandform: Form 66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5" name="Freihandform: Form 67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6" name="Freihandform: Form 68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7" name="Freihandform: Form 69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8" name="Freihandform: Form 70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59" name="Freihandform: Form 43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0" name="Freihandform: Form 44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1" name="Freihandform: Form 45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62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1263" name="Freihandform: Form 63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4" name="Freihandform: Form 64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65" name="Freihandform: Form 47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66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1267" name="Freihandform: Form 61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8" name="Freihandform: Form 62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69" name="Freihandform: Form 53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0" name="Freihandform: Form 54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1" name="Freihandform: Form 55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72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1273" name="Freihandform: Form 57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4" name="Freihandform: Form 58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5" name="Freihandform: Form 59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6" name="Freihandform: Form 60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sverzeichnis 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7" name="Gruppieren 6"/>
          <p:cNvGrpSpPr/>
          <p:nvPr/>
        </p:nvGrpSpPr>
        <p:grpSpPr>
          <a:xfrm>
            <a:off x="-5040" y="4950720"/>
            <a:ext cx="9146520" cy="195480"/>
            <a:chOff x="-5040" y="4950720"/>
            <a:chExt cx="9146520" cy="195480"/>
          </a:xfrm>
        </p:grpSpPr>
        <p:sp>
          <p:nvSpPr>
            <p:cNvPr id="1278" name="bk object 18"/>
            <p:cNvSpPr/>
            <p:nvPr/>
          </p:nvSpPr>
          <p:spPr>
            <a:xfrm>
              <a:off x="-5040" y="4950720"/>
              <a:ext cx="482400" cy="195480"/>
            </a:xfrm>
            <a:custGeom>
              <a:avLst/>
              <a:gdLst>
                <a:gd name="textAreaLeft" fmla="*/ 0 w 482400"/>
                <a:gd name="textAreaRight" fmla="*/ 484920 w 48240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9" name="bk object 18"/>
            <p:cNvSpPr/>
            <p:nvPr/>
          </p:nvSpPr>
          <p:spPr>
            <a:xfrm>
              <a:off x="522360" y="4950720"/>
              <a:ext cx="8619120" cy="195480"/>
            </a:xfrm>
            <a:custGeom>
              <a:avLst/>
              <a:gdLst>
                <a:gd name="textAreaLeft" fmla="*/ 0 w 8619120"/>
                <a:gd name="textAreaRight" fmla="*/ 8621640 w 8619120"/>
                <a:gd name="textAreaTop" fmla="*/ 0 h 195480"/>
                <a:gd name="textAreaBottom" fmla="*/ 198000 h 19548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0" name="Holder 3"/>
            <p:cNvSpPr/>
            <p:nvPr/>
          </p:nvSpPr>
          <p:spPr>
            <a:xfrm>
              <a:off x="8194680" y="4966200"/>
              <a:ext cx="447120" cy="165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281" name="Gerader Verbinder 11"/>
          <p:cNvCxnSpPr/>
          <p:nvPr/>
        </p:nvCxnSpPr>
        <p:spPr>
          <a:xfrm>
            <a:off x="521280" y="974520"/>
            <a:ext cx="6834600" cy="2520"/>
          </a:xfrm>
          <a:prstGeom prst="straightConnector1">
            <a:avLst/>
          </a:prstGeom>
          <a:ln w="19050">
            <a:solidFill>
              <a:srgbClr val="CCDDE7"/>
            </a:solidFill>
            <a:round/>
          </a:ln>
        </p:spPr>
      </p:cxnSp>
      <p:grpSp>
        <p:nvGrpSpPr>
          <p:cNvPr id="1282" name="Grafik 9"/>
          <p:cNvGrpSpPr/>
          <p:nvPr/>
        </p:nvGrpSpPr>
        <p:grpSpPr>
          <a:xfrm>
            <a:off x="7741440" y="394200"/>
            <a:ext cx="1047600" cy="618480"/>
            <a:chOff x="7741440" y="394200"/>
            <a:chExt cx="1047600" cy="618480"/>
          </a:xfrm>
        </p:grpSpPr>
        <p:grpSp>
          <p:nvGrpSpPr>
            <p:cNvPr id="1283" name="Grafik 9"/>
            <p:cNvGrpSpPr/>
            <p:nvPr/>
          </p:nvGrpSpPr>
          <p:grpSpPr>
            <a:xfrm>
              <a:off x="7741440" y="394200"/>
              <a:ext cx="882360" cy="429840"/>
              <a:chOff x="7741440" y="394200"/>
              <a:chExt cx="882360" cy="429840"/>
            </a:xfrm>
          </p:grpSpPr>
          <p:sp>
            <p:nvSpPr>
              <p:cNvPr id="1284" name="Freihandform: Form 20"/>
              <p:cNvSpPr/>
              <p:nvPr/>
            </p:nvSpPr>
            <p:spPr>
              <a:xfrm>
                <a:off x="8358120" y="480600"/>
                <a:ext cx="265680" cy="26604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266040"/>
                  <a:gd name="textAreaBottom" fmla="*/ 268560 h 26604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5" name="Freihandform: Form 21"/>
              <p:cNvSpPr/>
              <p:nvPr/>
            </p:nvSpPr>
            <p:spPr>
              <a:xfrm>
                <a:off x="774144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6" name="Freihandform: Form 22"/>
              <p:cNvSpPr/>
              <p:nvPr/>
            </p:nvSpPr>
            <p:spPr>
              <a:xfrm>
                <a:off x="8050680" y="394200"/>
                <a:ext cx="265680" cy="345960"/>
              </a:xfrm>
              <a:custGeom>
                <a:avLst/>
                <a:gdLst>
                  <a:gd name="textAreaLeft" fmla="*/ 0 w 265680"/>
                  <a:gd name="textAreaRight" fmla="*/ 268200 w 265680"/>
                  <a:gd name="textAreaTop" fmla="*/ 0 h 345960"/>
                  <a:gd name="textAreaBottom" fmla="*/ 348480 h 34596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7" name="Freihandform: Form 23"/>
              <p:cNvSpPr/>
              <p:nvPr/>
            </p:nvSpPr>
            <p:spPr>
              <a:xfrm>
                <a:off x="784800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8" name="Freihandform: Form 24"/>
              <p:cNvSpPr/>
              <p:nvPr/>
            </p:nvSpPr>
            <p:spPr>
              <a:xfrm>
                <a:off x="795816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9" name="Freihandform: Form 25"/>
              <p:cNvSpPr/>
              <p:nvPr/>
            </p:nvSpPr>
            <p:spPr>
              <a:xfrm>
                <a:off x="8212320" y="817560"/>
                <a:ext cx="6480" cy="6480"/>
              </a:xfrm>
              <a:custGeom>
                <a:avLst/>
                <a:gdLst>
                  <a:gd name="textAreaLeft" fmla="*/ 0 w 6480"/>
                  <a:gd name="textAreaRight" fmla="*/ 9000 w 6480"/>
                  <a:gd name="textAreaTop" fmla="*/ 0 h 6480"/>
                  <a:gd name="textAreaBottom" fmla="*/ 9000 h 648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3240" tIns="-36000" rIns="324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90" name="Freihandform: Form 26"/>
            <p:cNvSpPr/>
            <p:nvPr/>
          </p:nvSpPr>
          <p:spPr>
            <a:xfrm>
              <a:off x="774144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1" name="Freihandform: Form 27"/>
            <p:cNvSpPr/>
            <p:nvPr/>
          </p:nvSpPr>
          <p:spPr>
            <a:xfrm>
              <a:off x="779976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2" name="Freihandform: Form 28"/>
            <p:cNvSpPr/>
            <p:nvPr/>
          </p:nvSpPr>
          <p:spPr>
            <a:xfrm>
              <a:off x="784908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93" name="Grafik 9"/>
            <p:cNvGrpSpPr/>
            <p:nvPr/>
          </p:nvGrpSpPr>
          <p:grpSpPr>
            <a:xfrm>
              <a:off x="7872120" y="834120"/>
              <a:ext cx="72720" cy="39240"/>
              <a:chOff x="7872120" y="834120"/>
              <a:chExt cx="72720" cy="39240"/>
            </a:xfrm>
          </p:grpSpPr>
          <p:sp>
            <p:nvSpPr>
              <p:cNvPr id="1294" name="Freihandform: Form 30"/>
              <p:cNvSpPr/>
              <p:nvPr/>
            </p:nvSpPr>
            <p:spPr>
              <a:xfrm>
                <a:off x="787212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5" name="Freihandform: Form 31"/>
              <p:cNvSpPr/>
              <p:nvPr/>
            </p:nvSpPr>
            <p:spPr>
              <a:xfrm>
                <a:off x="7922160" y="834120"/>
                <a:ext cx="22680" cy="39240"/>
              </a:xfrm>
              <a:custGeom>
                <a:avLst/>
                <a:gdLst>
                  <a:gd name="textAreaLeft" fmla="*/ 0 w 22680"/>
                  <a:gd name="textAreaRight" fmla="*/ 25200 w 22680"/>
                  <a:gd name="textAreaTop" fmla="*/ 0 h 39240"/>
                  <a:gd name="textAreaBottom" fmla="*/ 41760 h 3924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1520" tIns="-3240" rIns="1152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96" name="Freihandform: Form 32"/>
            <p:cNvSpPr/>
            <p:nvPr/>
          </p:nvSpPr>
          <p:spPr>
            <a:xfrm>
              <a:off x="795924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97" name="Grafik 9"/>
            <p:cNvGrpSpPr/>
            <p:nvPr/>
          </p:nvGrpSpPr>
          <p:grpSpPr>
            <a:xfrm>
              <a:off x="7979760" y="812160"/>
              <a:ext cx="76680" cy="63000"/>
              <a:chOff x="7979760" y="812160"/>
              <a:chExt cx="76680" cy="63000"/>
            </a:xfrm>
          </p:grpSpPr>
          <p:sp>
            <p:nvSpPr>
              <p:cNvPr id="1298" name="Freihandform: Form 34"/>
              <p:cNvSpPr/>
              <p:nvPr/>
            </p:nvSpPr>
            <p:spPr>
              <a:xfrm>
                <a:off x="7979760" y="834120"/>
                <a:ext cx="32040" cy="410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41040"/>
                  <a:gd name="textAreaBottom" fmla="*/ 43560 h 4104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1440" rIns="162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9" name="Freihandform: Form 35"/>
              <p:cNvSpPr/>
              <p:nvPr/>
            </p:nvSpPr>
            <p:spPr>
              <a:xfrm>
                <a:off x="8024400" y="812160"/>
                <a:ext cx="32040" cy="608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60840"/>
                  <a:gd name="textAreaBottom" fmla="*/ 63360 h 6084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18360" rIns="162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300" name="Freihandform: Form 36"/>
            <p:cNvSpPr/>
            <p:nvPr/>
          </p:nvSpPr>
          <p:spPr>
            <a:xfrm>
              <a:off x="8106480" y="817920"/>
              <a:ext cx="41040" cy="55440"/>
            </a:xfrm>
            <a:custGeom>
              <a:avLst/>
              <a:gdLst>
                <a:gd name="textAreaLeft" fmla="*/ 0 w 41040"/>
                <a:gd name="textAreaRight" fmla="*/ 43560 w 41040"/>
                <a:gd name="textAreaTop" fmla="*/ 0 h 55440"/>
                <a:gd name="textAreaBottom" fmla="*/ 57960 h 5544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0520" tIns="12960" rIns="2052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1" name="Freihandform: Form 37"/>
            <p:cNvSpPr/>
            <p:nvPr/>
          </p:nvSpPr>
          <p:spPr>
            <a:xfrm>
              <a:off x="8164800" y="834120"/>
              <a:ext cx="33840" cy="41040"/>
            </a:xfrm>
            <a:custGeom>
              <a:avLst/>
              <a:gdLst>
                <a:gd name="textAreaLeft" fmla="*/ 0 w 33840"/>
                <a:gd name="textAreaRight" fmla="*/ 36360 w 33840"/>
                <a:gd name="textAreaTop" fmla="*/ 0 h 41040"/>
                <a:gd name="textAreaBottom" fmla="*/ 43560 h 4104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6920" tIns="-1440" rIns="1692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2" name="Freihandform: Form 38"/>
            <p:cNvSpPr/>
            <p:nvPr/>
          </p:nvSpPr>
          <p:spPr>
            <a:xfrm>
              <a:off x="8213400" y="835200"/>
              <a:ext cx="4680" cy="37440"/>
            </a:xfrm>
            <a:custGeom>
              <a:avLst/>
              <a:gdLst>
                <a:gd name="textAreaLeft" fmla="*/ 0 w 4680"/>
                <a:gd name="textAreaRight" fmla="*/ 7200 w 4680"/>
                <a:gd name="textAreaTop" fmla="*/ 0 h 37440"/>
                <a:gd name="textAreaBottom" fmla="*/ 39960 h 3744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520" tIns="-5040" rIns="252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03" name="Grafik 9"/>
            <p:cNvGrpSpPr/>
            <p:nvPr/>
          </p:nvGrpSpPr>
          <p:grpSpPr>
            <a:xfrm>
              <a:off x="7741440" y="834120"/>
              <a:ext cx="1047600" cy="178560"/>
              <a:chOff x="7741440" y="834120"/>
              <a:chExt cx="1047600" cy="178560"/>
            </a:xfrm>
          </p:grpSpPr>
          <p:sp>
            <p:nvSpPr>
              <p:cNvPr id="1304" name="Freihandform: Form 40"/>
              <p:cNvSpPr/>
              <p:nvPr/>
            </p:nvSpPr>
            <p:spPr>
              <a:xfrm>
                <a:off x="8236440" y="834120"/>
                <a:ext cx="32040" cy="39240"/>
              </a:xfrm>
              <a:custGeom>
                <a:avLst/>
                <a:gdLst>
                  <a:gd name="textAreaLeft" fmla="*/ 0 w 32040"/>
                  <a:gd name="textAreaRight" fmla="*/ 34560 w 32040"/>
                  <a:gd name="textAreaTop" fmla="*/ 0 h 39240"/>
                  <a:gd name="textAreaBottom" fmla="*/ 41760 h 3924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200" tIns="-3240" rIns="162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5" name="Freihandform: Form 41"/>
              <p:cNvSpPr/>
              <p:nvPr/>
            </p:nvSpPr>
            <p:spPr>
              <a:xfrm>
                <a:off x="8284680" y="834120"/>
                <a:ext cx="33840" cy="41040"/>
              </a:xfrm>
              <a:custGeom>
                <a:avLst/>
                <a:gdLst>
                  <a:gd name="textAreaLeft" fmla="*/ 0 w 33840"/>
                  <a:gd name="textAreaRight" fmla="*/ 36360 w 33840"/>
                  <a:gd name="textAreaTop" fmla="*/ 0 h 41040"/>
                  <a:gd name="textAreaBottom" fmla="*/ 43560 h 4104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16920" tIns="-1440" rIns="1692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6" name="Freihandform: Form 42"/>
              <p:cNvSpPr/>
              <p:nvPr/>
            </p:nvSpPr>
            <p:spPr>
              <a:xfrm>
                <a:off x="7741440" y="914040"/>
                <a:ext cx="882000" cy="60840"/>
              </a:xfrm>
              <a:custGeom>
                <a:avLst/>
                <a:gdLst>
                  <a:gd name="textAreaLeft" fmla="*/ 0 w 882000"/>
                  <a:gd name="textAreaRight" fmla="*/ 884520 w 882000"/>
                  <a:gd name="textAreaTop" fmla="*/ 0 h 60840"/>
                  <a:gd name="textAreaBottom" fmla="*/ 63360 h 6084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7" name="Freihandform: Form 43"/>
              <p:cNvSpPr/>
              <p:nvPr/>
            </p:nvSpPr>
            <p:spPr>
              <a:xfrm>
                <a:off x="8677440" y="915480"/>
                <a:ext cx="111600" cy="97200"/>
              </a:xfrm>
              <a:custGeom>
                <a:avLst/>
                <a:gdLst>
                  <a:gd name="textAreaLeft" fmla="*/ 0 w 111600"/>
                  <a:gd name="textAreaRight" fmla="*/ 114120 w 111600"/>
                  <a:gd name="textAreaTop" fmla="*/ 0 h 97200"/>
                  <a:gd name="textAreaBottom" fmla="*/ 99720 h 9720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5800" tIns="45000" rIns="558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308" name="Freihandform: Form 44"/>
          <p:cNvSpPr/>
          <p:nvPr/>
        </p:nvSpPr>
        <p:spPr>
          <a:xfrm>
            <a:off x="-5040" y="407880"/>
            <a:ext cx="334800" cy="292320"/>
          </a:xfrm>
          <a:custGeom>
            <a:avLst/>
            <a:gdLst>
              <a:gd name="textAreaLeft" fmla="*/ 0 w 334800"/>
              <a:gd name="textAreaRight" fmla="*/ 337320 w 334800"/>
              <a:gd name="textAreaTop" fmla="*/ 0 h 292320"/>
              <a:gd name="textAreaBottom" fmla="*/ 294840 h 29232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09" name="PlaceHolder 1"/>
          <p:cNvSpPr>
            <a:spLocks noGrp="1"/>
          </p:cNvSpPr>
          <p:nvPr>
            <p:ph type="title" hasCustomPrompt="1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Inhaltsverzeichnis (Text bearbeiten)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10" name="PlaceHolder 2"/>
          <p:cNvSpPr>
            <a:spLocks noGrp="1"/>
          </p:cNvSpPr>
          <p:nvPr>
            <p:ph type="sldNum" idx="52"/>
          </p:nvPr>
        </p:nvSpPr>
        <p:spPr>
          <a:xfrm>
            <a:off x="35640" y="4975560"/>
            <a:ext cx="33480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tabLst>
                <a:tab pos="0" algn="l"/>
              </a:tabLst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  <a:tabLst>
                <a:tab pos="0" algn="l"/>
              </a:tabLst>
            </a:pPr>
            <a:fld id="{6DFBDB4C-157E-43FF-BA77-A0B389485D56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1" name="PlaceHolder 3"/>
          <p:cNvSpPr>
            <a:spLocks noGrp="1"/>
          </p:cNvSpPr>
          <p:nvPr>
            <p:ph type="ftr" idx="53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2" name="PlaceHolder 4"/>
          <p:cNvSpPr>
            <a:spLocks noGrp="1"/>
          </p:cNvSpPr>
          <p:nvPr>
            <p:ph type="body" hasCustomPrompt="1"/>
          </p:nvPr>
        </p:nvSpPr>
        <p:spPr>
          <a:xfrm>
            <a:off x="5488200" y="1422360"/>
            <a:ext cx="3653280" cy="34898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13" name="PlaceHolder 5"/>
          <p:cNvSpPr>
            <a:spLocks noGrp="1"/>
          </p:cNvSpPr>
          <p:nvPr>
            <p:ph type="body"/>
          </p:nvPr>
        </p:nvSpPr>
        <p:spPr>
          <a:xfrm>
            <a:off x="521640" y="1422360"/>
            <a:ext cx="4583880" cy="34898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199"/>
              </a:spcBef>
              <a:buClr>
                <a:srgbClr val="006AB3"/>
              </a:buClr>
              <a:buFont typeface="Arial"/>
              <a:buAutoNum type="arabicPeriod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5200" indent="-295200" algn="l" defTabSz="914400">
              <a:lnSpc>
                <a:spcPct val="90000"/>
              </a:lnSpc>
              <a:spcBef>
                <a:spcPts val="1199"/>
              </a:spcBef>
              <a:buClr>
                <a:srgbClr val="006AB3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24.xml"/><Relationship Id="rId20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28.xml"/><Relationship Id="rId24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678" r:id="rId24"/>
    <p:sldLayoutId id="2147483679" r:id="rId2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8.emf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emf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2.emf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PlaceHolder 1"/>
          <p:cNvSpPr>
            <a:spLocks noGrp="1"/>
          </p:cNvSpPr>
          <p:nvPr>
            <p:ph type="title" hasCustomPrompt="1"/>
          </p:nvPr>
        </p:nvSpPr>
        <p:spPr>
          <a:xfrm>
            <a:off x="3654360" y="2268000"/>
            <a:ext cx="4947480" cy="1067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OS Development</a:t>
            </a:r>
            <a:br>
              <a:rPr sz="3600"/>
            </a:br>
            <a:br>
              <a:rPr sz="3600"/>
            </a:br>
            <a:r>
              <a:rPr lang="de-DE" sz="2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4. Interrupts</a:t>
            </a:r>
            <a:endParaRPr lang="de-DE" sz="24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21" name="PlaceHolder 2"/>
          <p:cNvSpPr>
            <a:spLocks noGrp="1"/>
          </p:cNvSpPr>
          <p:nvPr>
            <p:ph type="subTitle"/>
          </p:nvPr>
        </p:nvSpPr>
        <p:spPr>
          <a:xfrm>
            <a:off x="3654360" y="3494160"/>
            <a:ext cx="4398480" cy="602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Prof. Dr. Michael Schöttner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Dr. Fabian Ruhland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Preview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23" name="PlaceHolder 2"/>
          <p:cNvSpPr>
            <a:spLocks noGrp="1"/>
          </p:cNvSpPr>
          <p:nvPr>
            <p:ph type="ftr" idx="57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 Interrupts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4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3880" cy="3705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Basics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Interrupt Handling in x86_64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Programmable Interrupt Controller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Advanced Programmable Interrupt Controller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Interrupt Handling in Operating Systems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Summary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25" name="Rounded Rectangle 1"/>
          <p:cNvSpPr/>
          <p:nvPr/>
        </p:nvSpPr>
        <p:spPr>
          <a:xfrm>
            <a:off x="372960" y="1146240"/>
            <a:ext cx="3260520" cy="418320"/>
          </a:xfrm>
          <a:prstGeom prst="roundRect">
            <a:avLst>
              <a:gd name="adj" fmla="val 16667"/>
            </a:avLst>
          </a:prstGeom>
          <a:noFill/>
          <a:ln w="25400">
            <a:solidFill>
              <a:srgbClr val="FE1001"/>
            </a:solidFill>
          </a:ln>
          <a:effectLst>
            <a:outerShdw algn="tl" blurRad="38160" dir="2700000" dist="12218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62E0A28C-344F-4DFC-90FF-C5DD65DA4767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4.1 Basics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27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3880" cy="3705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Interrupts were introduced, to allow overlapping execution of input/output operations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Instead of actively waiting for an I/O-operation to end, the affected thread is blocked and another thread is executed</a:t>
            </a: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→ This way, the CPU is used in a meaningful way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Furthermore, interrupts form the basis of preemptive multithreading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Programme Interval Timer (PIT) generates periodic interrupts (see PC Speaker)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Preemtpive multithreading is discussed (and implemented) later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328" name="Picture 8"/>
          <p:cNvPicPr/>
          <p:nvPr/>
        </p:nvPicPr>
        <p:blipFill>
          <a:blip r:embed="rId1"/>
          <a:stretch/>
        </p:blipFill>
        <p:spPr>
          <a:xfrm>
            <a:off x="4716000" y="3738960"/>
            <a:ext cx="1308600" cy="1078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29" name="Picture 9"/>
          <p:cNvPicPr/>
          <p:nvPr/>
        </p:nvPicPr>
        <p:blipFill>
          <a:blip r:embed="rId2"/>
          <a:stretch/>
        </p:blipFill>
        <p:spPr>
          <a:xfrm>
            <a:off x="6343560" y="3761280"/>
            <a:ext cx="1611000" cy="100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0" name="PlaceHolder 4"/>
          <p:cNvSpPr/>
          <p:nvPr/>
        </p:nvSpPr>
        <p:spPr>
          <a:xfrm>
            <a:off x="628920" y="497592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4.1 Basics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3B9579AE-FA86-4C2C-A8B6-0B4979F8C031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Interrupt Hardware: Single Core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pic>
        <p:nvPicPr>
          <p:cNvPr id="1332" name="Picture 3"/>
          <p:cNvPicPr/>
          <p:nvPr/>
        </p:nvPicPr>
        <p:blipFill>
          <a:blip r:embed="rId1"/>
          <a:stretch/>
        </p:blipFill>
        <p:spPr>
          <a:xfrm>
            <a:off x="2411640" y="1206720"/>
            <a:ext cx="3813840" cy="3404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3" name="TextBox 4"/>
          <p:cNvSpPr/>
          <p:nvPr/>
        </p:nvSpPr>
        <p:spPr>
          <a:xfrm>
            <a:off x="2988000" y="4936320"/>
            <a:ext cx="45943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Picture: Volkmar Sieh / Daniel Lohmann, University Erlangen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4" name="PlaceHolder 5"/>
          <p:cNvSpPr/>
          <p:nvPr/>
        </p:nvSpPr>
        <p:spPr>
          <a:xfrm>
            <a:off x="629280" y="4976280"/>
            <a:ext cx="224892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4.1 Basics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E8ACA5C2-4067-4DC4-9009-675338AD1AEC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Priorization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36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3880" cy="3705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Background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Multiple interrupts may be signaled at the same time → Which one is more important?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While the CPU is handling an interrupt, further interrupts may be signaled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Priorization mechanism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 software: The CPU only has a single IRQ (interrupt request) input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 hardware: A priorization circuit assigns a priority to each device and only forwards the most important IRQ to the CPU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Modern interrupt controllers allow dynamic priorities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37" name="PlaceHolder 6"/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4.1 Basics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BE2D1CB0-D05D-4C4B-B415-FC446AD0795F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Assignment of Interrupt Handlers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39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3880" cy="3705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Problem: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Software should know which device has triggered an interrupt as fast as possible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We do not want to ask all devices manually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Solution: 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Interrupt Vector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Assign a unique </a:t>
            </a:r>
            <a:r>
              <a:rPr lang="de-DE" sz="14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vector number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to each interupt, that is used as an index into a vector table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 vector number does not necessarily correlate with its priority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 practice, multiple device might have to share the same vector number (Shared Interrupts)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Structure of the interrupt vector table depends on the CPU architecture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Oftentimes only contains function pointers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40" name="PlaceHolder 7"/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4.1 Basics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33B964B6-5E52-4AF4-85BE-B18F7462D8FD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Storing the System State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42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3880" cy="3705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Problem: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After executing an interrupt handler, the CPU must return to the thread context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 interrupt handler should be "slid in" unnoticed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Solution: Store the system state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By Hardware: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Only the essentials: e.g. </a:t>
            </a:r>
            <a:r>
              <a:rPr lang="de-DE" sz="12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return address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and </a:t>
            </a:r>
            <a:r>
              <a:rPr lang="de-DE" sz="12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flags register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Restoring is done via a special instriction (e.g, 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iret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, ...)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By Software: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Because interrupts may occur any time, the handler must store and restore all registers it uses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43" name="PlaceHolder 8"/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4.1 Basics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3C3C9E42-17FA-46D7-874B-F632679BC1A8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Nested Interrupts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45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3880" cy="3705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Problem: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To handle important events as fast as possible, interrupt handlers should also be interruptible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Infinite nesting depth must be avoided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Solution: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 CPU only allows interrupts with a higher priority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Rarely implemented, since it introduces complexity and is usually not needed in practice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46" name="PlaceHolder 9"/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4.1 Basics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52D7A667-EAF1-4CF8-A567-6822ED4870BC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Multicore Systems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48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3880" cy="3705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Problems: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Which core handles an interrupt?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Handling </a:t>
            </a:r>
            <a:r>
              <a:rPr lang="de-DE" sz="14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inter-processor interrupts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(IPI)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Solution: Additional hardware for interrupt handling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Routing interrrupts to CPU cores is controllable via software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Fixed or random assignment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Assignment with respect to the thread priorities on the respective CPU core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49" name="PlaceHolder 10"/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4.1 Basics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5DA30E9B-2970-446A-9007-3B0F2F521650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Interrupt Hardware: Multicore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51" name="TextBox 1"/>
          <p:cNvSpPr/>
          <p:nvPr/>
        </p:nvSpPr>
        <p:spPr>
          <a:xfrm>
            <a:off x="2988000" y="4936320"/>
            <a:ext cx="45943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Picture: Volkmar Sieh / Daniel Lohmann, University Erlangen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52" name="Picture 4"/>
          <p:cNvPicPr/>
          <p:nvPr/>
        </p:nvPicPr>
        <p:blipFill>
          <a:blip r:embed="rId1"/>
          <a:stretch/>
        </p:blipFill>
        <p:spPr>
          <a:xfrm>
            <a:off x="3181680" y="1206720"/>
            <a:ext cx="2778480" cy="347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3" name="PlaceHolder 11"/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4.1 Basics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34CC17CC-2295-4DFA-A4F6-A0AF11156B6F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Danger: </a:t>
            </a:r>
            <a:r>
              <a:rPr lang="de-DE" sz="2700" b="0" i="1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Spurious Interrupts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55" name="PlaceHolder 2"/>
          <p:cNvSpPr>
            <a:spLocks noGrp="1"/>
          </p:cNvSpPr>
          <p:nvPr>
            <p:ph/>
          </p:nvPr>
        </p:nvSpPr>
        <p:spPr>
          <a:xfrm>
            <a:off x="521640" y="900000"/>
            <a:ext cx="8093880" cy="3705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Problem: Wrong interrupt request, because of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Hardware faults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Incorrectly programmed devices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Solution: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Avoid hard- and software errors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"Defensive" programming in operating systems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Expect spurious interrupts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56" name="PlaceHolder 12"/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4.1 Basics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A1E8B380-78F1-4DC5-A9D8-EC7AA40DE187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Danger: </a:t>
            </a:r>
            <a:r>
              <a:rPr lang="de-DE" sz="2700" b="0" i="1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Interrupt Storms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58" name="PlaceHolder 2"/>
          <p:cNvSpPr>
            <a:spLocks noGrp="1"/>
          </p:cNvSpPr>
          <p:nvPr>
            <p:ph/>
          </p:nvPr>
        </p:nvSpPr>
        <p:spPr>
          <a:xfrm>
            <a:off x="521640" y="900000"/>
            <a:ext cx="8093880" cy="3705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Problem: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Highly frequent interrupt request can paralyze an operating system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Either caused by real interrupts, or the CPU is unable to cope with the I/O-load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Can easily be confused with </a:t>
            </a:r>
            <a:r>
              <a:rPr lang="de-DE" sz="14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Page Thrashing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Solution (in the operating system):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Detect interrupt storms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Deactivate the affected device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59" name="PlaceHolder 13"/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4.1 Basics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D3A6C541-131B-459F-89BD-571FEF73BEE8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Preview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61" name="PlaceHolder 2"/>
          <p:cNvSpPr>
            <a:spLocks noGrp="1"/>
          </p:cNvSpPr>
          <p:nvPr>
            <p:ph type="ftr" idx="58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 Interrupts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2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3880" cy="3705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Basics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Interrupt Handling in x86_64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Programmable Interrupt Controller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Advanced Programmable Interrupt Controller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Interrupt Handling in Operating Systems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Summary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63" name="Rounded Rectangle 1"/>
          <p:cNvSpPr/>
          <p:nvPr/>
        </p:nvSpPr>
        <p:spPr>
          <a:xfrm>
            <a:off x="372960" y="1722240"/>
            <a:ext cx="4196520" cy="418320"/>
          </a:xfrm>
          <a:prstGeom prst="roundRect">
            <a:avLst>
              <a:gd name="adj" fmla="val 16667"/>
            </a:avLst>
          </a:prstGeom>
          <a:noFill/>
          <a:ln w="25400">
            <a:solidFill>
              <a:srgbClr val="FE1001"/>
            </a:solidFill>
          </a:ln>
          <a:effectLst>
            <a:outerShdw algn="tl" blurRad="38160" dir="2700000" dist="12218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B57D0816-4B35-453B-AFAA-35BC24A4E142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External vs. Internal Interrupts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65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3880" cy="3705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External/Hardware interrupts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Triggered by a device (e.g., timer)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Come from the outside (from the CPU’s point of view)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Internal/Software interrupts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Triggered by the CPU itself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Exceptions (see next slides)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Assembly instruction 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INT &lt;nr&gt;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Used for </a:t>
            </a:r>
            <a:r>
              <a:rPr lang="de-DE" sz="12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System Calls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(Linux, Windows NT, MacOS, MSDOS)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66" name="PlaceHolder 14"/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Interrupt Handling in x86_64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66030C81-355D-48EF-98B9-59F6CE308780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Exceptions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68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3880" cy="3705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1" u="none" strike="noStrike">
                <a:solidFill>
                  <a:srgbClr val="0070C0"/>
                </a:solidFill>
                <a:effectLst/>
                <a:uFillTx/>
                <a:latin typeface="Arial"/>
              </a:rPr>
              <a:t>Fault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Operating system can handle and recover from faults (e.g., Page Fault)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CPU state and the address of the fault triggering instruction are stored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1" u="none" strike="noStrike">
                <a:solidFill>
                  <a:srgbClr val="0070C0"/>
                </a:solidFill>
                <a:effectLst/>
                <a:uFillTx/>
                <a:latin typeface="Arial"/>
              </a:rPr>
              <a:t>Trap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Triggered by a special instruction (e.g., INT 3 - Breakpoint)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Program can be continued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1" u="none" strike="noStrike">
                <a:solidFill>
                  <a:srgbClr val="0070C0"/>
                </a:solidFill>
                <a:effectLst/>
                <a:uFillTx/>
                <a:latin typeface="Arial"/>
              </a:rPr>
              <a:t>Abort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Unrecoverable error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Triggers are hard to localize exactly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Cause a reboot (e.g., Double Fault)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69" name="PlaceHolder 15"/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Interrupt Handling in x86_64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0D0F7CED-483E-4977-BF2F-93DE4C6A5885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Vectors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71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3880" cy="3705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Interrupts and exceptions are identified via a 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Vector Number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0 – 31 are reserved for exceptions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32 – 255 are freely available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Examples for exceptions: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72" name="Table 1"/>
          <p:cNvGraphicFramePr/>
          <p:nvPr/>
        </p:nvGraphicFramePr>
        <p:xfrm>
          <a:off x="899640" y="2755080"/>
          <a:ext cx="7604640" cy="1922040"/>
        </p:xfrm>
        <a:graphic>
          <a:graphicData uri="http://schemas.openxmlformats.org/drawingml/2006/table">
            <a:tbl>
              <a:tblPr/>
              <a:tblGrid>
                <a:gridCol w="768600"/>
                <a:gridCol w="3075480"/>
                <a:gridCol w="854280"/>
                <a:gridCol w="2906640"/>
              </a:tblGrid>
              <a:tr h="0">
                <a:tc>
                  <a:txBody>
                    <a:bodyPr lIns="44280" tIns="0" rIns="44280" bIns="0" anchor="t">
                      <a:noAutofit/>
                    </a:bodyPr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4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Vector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4280" marR="44280" marT="0" marB="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44280" tIns="0" rIns="44280" bIns="0" anchor="t">
                      <a:noAutofit/>
                    </a:bodyPr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4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Exception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4280" marR="44280" marT="0" marB="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44280" tIns="0" rIns="44280" bIns="0" anchor="t">
                      <a:noAutofit/>
                    </a:bodyPr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4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Vector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4280" marR="44280" marT="0" marB="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44280" tIns="0" rIns="44280" bIns="0" anchor="t">
                      <a:noAutofit/>
                    </a:bodyPr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4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Exception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4280" marR="44280" marT="0" marB="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0">
                <a:tc>
                  <a:txBody>
                    <a:bodyPr lIns="44280" tIns="0" rIns="44280" bIns="0" anchor="t">
                      <a:noAutofit/>
                    </a:bodyPr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</a:t>
                      </a:r>
                      <a:r>
                        <a:rPr lang="de-DE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	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r>
                        <a:rPr lang="de-DE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	</a:t>
                      </a:r>
                      <a:r>
                        <a:rPr lang="de-DE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 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r>
                        <a:rPr lang="de-DE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	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r>
                        <a:rPr lang="de-DE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	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4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5</a:t>
                      </a:r>
                      <a:r>
                        <a:rPr lang="de-DE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	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6 </a:t>
                      </a:r>
                      <a:r>
                        <a:rPr lang="de-DE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	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8</a:t>
                      </a:r>
                      <a:r>
                        <a:rPr lang="de-DE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	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4280" marR="44280" marT="0" marB="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44280" tIns="0" rIns="44280" bIns="0" anchor="t">
                      <a:noAutofit/>
                    </a:bodyPr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Division by 0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Debug 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NMI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Break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Overflow 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Bounds range exceeded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Illegal instruction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fr-FR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Double fault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4280" marR="44280" marT="0" marB="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44280" tIns="0" rIns="44280" bIns="0" anchor="t">
                      <a:noAutofit/>
                    </a:bodyPr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fr-FR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11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fr-FR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12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fr-FR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13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fr-FR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14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fr-FR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16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fr-FR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18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fr-FR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…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4280" marR="44280" marT="0" marB="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44280" tIns="0" rIns="44280" bIns="0" anchor="t">
                      <a:noAutofit/>
                    </a:bodyPr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fr-FR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Segment not present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Stack overflow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General protection fault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Page fault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-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Machine check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. . .</a:t>
                      </a:r>
                      <a:endParaRPr lang="de-DE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4280" marR="44280" marT="0" marB="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373" name="PlaceHolder 16"/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Interrupt Handling in x86_64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7C335F78-AEFA-489F-83ED-A72B886EEFD7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Assigning Handlers to Vectors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75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3880" cy="3705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Interrupt Descriptor Table (IDT)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IDT start address is stored in IDTR (1 per core) 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255 entries map each vector to an address (function pointer)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This function is the </a:t>
            </a:r>
            <a:r>
              <a:rPr lang="de-DE" sz="14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Interrupt Handler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/ </a:t>
            </a:r>
            <a:r>
              <a:rPr lang="de-DE" sz="14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Interrupt Service Routine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/ ...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8 byte per entry (either </a:t>
            </a:r>
            <a:r>
              <a:rPr lang="de-DE" sz="14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Interrupt Gate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or </a:t>
            </a:r>
            <a:r>
              <a:rPr lang="de-DE" sz="14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Trap Gate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)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1" u="none" strike="noStrike">
                <a:solidFill>
                  <a:srgbClr val="0070C0"/>
                </a:solidFill>
                <a:effectLst/>
                <a:uFillTx/>
                <a:latin typeface="Arial"/>
              </a:rPr>
              <a:t>Interrupt-Gate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: Describes an interrupt handler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When this entry is used, all interrupts on the CPU core are masked (deactivated)</a:t>
            </a:r>
            <a:br>
              <a:rPr sz="1400"/>
            </a:b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→ </a:t>
            </a:r>
            <a:r>
              <a:rPr lang="en-GB" sz="14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Interrupt Enable</a:t>
            </a: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bit in RFLAGS is unset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1" u="none" strike="noStrike">
                <a:solidFill>
                  <a:srgbClr val="0070C0"/>
                </a:solidFill>
                <a:effectLst/>
                <a:uFillTx/>
                <a:latin typeface="Arial"/>
              </a:rPr>
              <a:t>Trap-Gate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: Describes a trap handler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Works the same as and interrupt gate, but without masking interrupts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For example used for system calls via software interrupts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76" name="PlaceHolder 17"/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Interrupt Handling in x86_64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A3A67725-0727-45A7-9B51-F31C9815FD62}" type="slidenum">
              <a:t>17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Assigning Handlers to Vectors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78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3880" cy="3705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Interrupt table entry format </a:t>
            </a: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 Long Mode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Segment selector is index</a:t>
            </a: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into the GDT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379" name="Picture 1"/>
          <p:cNvPicPr/>
          <p:nvPr/>
        </p:nvPicPr>
        <p:blipFill>
          <a:blip r:embed="rId1"/>
          <a:stretch/>
        </p:blipFill>
        <p:spPr>
          <a:xfrm>
            <a:off x="3636000" y="1110960"/>
            <a:ext cx="5225040" cy="367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0" name="PlaceHolder 18"/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Interrupt Handling in x86_64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D1CB679E-EA63-4023-AD43-C5855FD8BBCD}" type="slidenum">
              <a:t>18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Stack Buildup during Interrupts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82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3880" cy="3705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Program is interrupted after</a:t>
            </a:r>
            <a:br>
              <a:rPr sz="1600"/>
            </a:b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execution of the last instruction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83" name="PlaceHolder 19"/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Interrupt Handling in x86_64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84" name=""/>
          <p:cNvPicPr/>
          <p:nvPr/>
        </p:nvPicPr>
        <p:blipFill>
          <a:blip r:embed="rId1"/>
          <a:stretch/>
        </p:blipFill>
        <p:spPr>
          <a:xfrm>
            <a:off x="3672000" y="1080000"/>
            <a:ext cx="4949280" cy="3850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98E85DE2-057A-4991-8E81-BE245EFF1F09}" type="slidenum">
              <a:t>19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Stackup Buildup without Ring Change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86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3880" cy="3705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If the privilege level is not changed, the CPU does not </a:t>
            </a:r>
            <a:r>
              <a:rPr lang="de-DE" sz="1600" b="0" u="sng" strike="noStrike">
                <a:solidFill>
                  <a:schemeClr val="dk1"/>
                </a:solidFill>
                <a:effectLst/>
                <a:uFillTx/>
                <a:latin typeface="Arial"/>
              </a:rPr>
              <a:t>switch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the stack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 interrupt handler operates on the stack of the interrupted thread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This happens in HeineOS (all our code runs in ring 0)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Only some exceptions</a:t>
            </a:r>
            <a:br>
              <a:rPr sz="1600"/>
            </a:b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push an error code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387" name="Group 30"/>
          <p:cNvGrpSpPr/>
          <p:nvPr/>
        </p:nvGrpSpPr>
        <p:grpSpPr>
          <a:xfrm>
            <a:off x="2771640" y="2212920"/>
            <a:ext cx="6059520" cy="2524320"/>
            <a:chOff x="2771640" y="2212920"/>
            <a:chExt cx="6059520" cy="2524320"/>
          </a:xfrm>
        </p:grpSpPr>
        <p:grpSp>
          <p:nvGrpSpPr>
            <p:cNvPr id="1388" name="Group 8"/>
            <p:cNvGrpSpPr/>
            <p:nvPr/>
          </p:nvGrpSpPr>
          <p:grpSpPr>
            <a:xfrm>
              <a:off x="3517920" y="2805120"/>
              <a:ext cx="1437480" cy="573480"/>
              <a:chOff x="3517920" y="2805120"/>
              <a:chExt cx="1437480" cy="573480"/>
            </a:xfrm>
          </p:grpSpPr>
          <p:sp>
            <p:nvSpPr>
              <p:cNvPr id="1389" name="Rectangle 2"/>
              <p:cNvSpPr/>
              <p:nvPr/>
            </p:nvSpPr>
            <p:spPr>
              <a:xfrm>
                <a:off x="3517920" y="2805120"/>
                <a:ext cx="1437480" cy="2854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DE" sz="1350" b="0" u="none" strike="noStrike">
                  <a:solidFill>
                    <a:schemeClr val="l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0" name="Rectangle 4"/>
              <p:cNvSpPr/>
              <p:nvPr/>
            </p:nvSpPr>
            <p:spPr>
              <a:xfrm>
                <a:off x="3517920" y="3093120"/>
                <a:ext cx="1437480" cy="2854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 defTabSz="686160">
                  <a:lnSpc>
                    <a:spcPct val="100000"/>
                  </a:lnSpc>
                </a:pPr>
                <a:r>
                  <a:rPr lang="en-DE" sz="1350" b="0" u="none" strike="noStrike">
                    <a:solidFill>
                      <a:schemeClr val="dk1"/>
                    </a:solidFill>
                    <a:effectLst/>
                    <a:uFillTx/>
                    <a:latin typeface="Arial"/>
                  </a:rPr>
                  <a:t>RFLAGS</a:t>
                </a:r>
                <a:endParaRPr lang="de-DE" sz="13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391" name="Group 9"/>
            <p:cNvGrpSpPr/>
            <p:nvPr/>
          </p:nvGrpSpPr>
          <p:grpSpPr>
            <a:xfrm>
              <a:off x="3517920" y="3381120"/>
              <a:ext cx="1437480" cy="573480"/>
              <a:chOff x="3517920" y="3381120"/>
              <a:chExt cx="1437480" cy="573480"/>
            </a:xfrm>
          </p:grpSpPr>
          <p:sp>
            <p:nvSpPr>
              <p:cNvPr id="1392" name="Rectangle 10"/>
              <p:cNvSpPr/>
              <p:nvPr/>
            </p:nvSpPr>
            <p:spPr>
              <a:xfrm>
                <a:off x="3517920" y="3381120"/>
                <a:ext cx="1437480" cy="2854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 defTabSz="686160">
                  <a:lnSpc>
                    <a:spcPct val="100000"/>
                  </a:lnSpc>
                </a:pPr>
                <a:r>
                  <a:rPr lang="en-DE" sz="1350" b="0" u="none" strike="noStrike">
                    <a:solidFill>
                      <a:schemeClr val="dk1"/>
                    </a:solidFill>
                    <a:effectLst/>
                    <a:uFillTx/>
                    <a:latin typeface="Arial"/>
                  </a:rPr>
                  <a:t>CS</a:t>
                </a:r>
                <a:endParaRPr lang="de-DE" sz="13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3" name="Rectangle 11"/>
              <p:cNvSpPr/>
              <p:nvPr/>
            </p:nvSpPr>
            <p:spPr>
              <a:xfrm>
                <a:off x="3517920" y="3669120"/>
                <a:ext cx="1437480" cy="2854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 defTabSz="686160">
                  <a:lnSpc>
                    <a:spcPct val="100000"/>
                  </a:lnSpc>
                </a:pPr>
                <a:r>
                  <a:rPr lang="en-DE" sz="1350" b="0" u="none" strike="noStrike">
                    <a:solidFill>
                      <a:schemeClr val="dk1"/>
                    </a:solidFill>
                    <a:effectLst/>
                    <a:uFillTx/>
                    <a:latin typeface="Arial"/>
                  </a:rPr>
                  <a:t>RIP</a:t>
                </a:r>
                <a:endParaRPr lang="de-DE" sz="13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394" name="Group 14"/>
            <p:cNvGrpSpPr/>
            <p:nvPr/>
          </p:nvGrpSpPr>
          <p:grpSpPr>
            <a:xfrm>
              <a:off x="3517920" y="3943080"/>
              <a:ext cx="1437480" cy="573480"/>
              <a:chOff x="3517920" y="3943080"/>
              <a:chExt cx="1437480" cy="573480"/>
            </a:xfrm>
          </p:grpSpPr>
          <p:sp>
            <p:nvSpPr>
              <p:cNvPr id="1395" name="Rectangle 15"/>
              <p:cNvSpPr/>
              <p:nvPr/>
            </p:nvSpPr>
            <p:spPr>
              <a:xfrm>
                <a:off x="3517920" y="3943080"/>
                <a:ext cx="1437480" cy="2854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 defTabSz="686160">
                  <a:lnSpc>
                    <a:spcPct val="100000"/>
                  </a:lnSpc>
                </a:pPr>
                <a:r>
                  <a:rPr lang="en-DE" sz="1350" b="0" u="none" strike="noStrike">
                    <a:solidFill>
                      <a:schemeClr val="dk1"/>
                    </a:solidFill>
                    <a:effectLst/>
                    <a:uFillTx/>
                    <a:latin typeface="Arial"/>
                  </a:rPr>
                  <a:t>(error code)</a:t>
                </a:r>
                <a:endParaRPr lang="de-DE" sz="13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6" name="Rectangle 16"/>
              <p:cNvSpPr/>
              <p:nvPr/>
            </p:nvSpPr>
            <p:spPr>
              <a:xfrm>
                <a:off x="3517920" y="4231080"/>
                <a:ext cx="1437480" cy="2854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cxnSp>
          <p:nvCxnSpPr>
            <p:cNvPr id="1397" name="Straight Connector 18"/>
            <p:cNvCxnSpPr/>
            <p:nvPr/>
          </p:nvCxnSpPr>
          <p:spPr>
            <a:xfrm>
              <a:off x="3517560" y="2574720"/>
              <a:ext cx="2520" cy="2162880"/>
            </a:xfrm>
            <a:prstGeom prst="straightConnector1">
              <a:avLst/>
            </a:prstGeom>
            <a:ln w="12700">
              <a:solidFill>
                <a:srgbClr val="000000"/>
              </a:solidFill>
              <a:round/>
            </a:ln>
          </p:spPr>
        </p:cxnSp>
        <p:cxnSp>
          <p:nvCxnSpPr>
            <p:cNvPr id="1398" name="Straight Connector 21"/>
            <p:cNvCxnSpPr/>
            <p:nvPr/>
          </p:nvCxnSpPr>
          <p:spPr>
            <a:xfrm>
              <a:off x="4957920" y="2574720"/>
              <a:ext cx="2520" cy="2162880"/>
            </a:xfrm>
            <a:prstGeom prst="straightConnector1">
              <a:avLst/>
            </a:prstGeom>
            <a:ln w="12700">
              <a:solidFill>
                <a:srgbClr val="000000"/>
              </a:solidFill>
              <a:round/>
            </a:ln>
          </p:spPr>
        </p:cxnSp>
        <p:sp>
          <p:nvSpPr>
            <p:cNvPr id="1399" name="TextBox 22"/>
            <p:cNvSpPr/>
            <p:nvPr/>
          </p:nvSpPr>
          <p:spPr>
            <a:xfrm>
              <a:off x="2771640" y="2212920"/>
              <a:ext cx="2804760" cy="288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686160">
                <a:lnSpc>
                  <a:spcPct val="100000"/>
                </a:lnSpc>
              </a:pPr>
              <a:r>
                <a:rPr lang="en-DE" sz="1300" b="1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     Stack of the interrupted thread</a:t>
              </a:r>
              <a:endParaRPr lang="de-DE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400" name="Straight Connector 23"/>
            <p:cNvCxnSpPr/>
            <p:nvPr/>
          </p:nvCxnSpPr>
          <p:spPr>
            <a:xfrm flipH="1">
              <a:off x="4957920" y="3092760"/>
              <a:ext cx="565560" cy="2520"/>
            </a:xfrm>
            <a:prstGeom prst="straightConnector1">
              <a:avLst/>
            </a:prstGeom>
            <a:ln w="12700">
              <a:solidFill>
                <a:srgbClr val="000000"/>
              </a:solidFill>
              <a:round/>
              <a:tailEnd len="med" type="triangle" w="med"/>
            </a:ln>
          </p:spPr>
        </p:cxnSp>
        <p:sp>
          <p:nvSpPr>
            <p:cNvPr id="1401" name="TextBox 27"/>
            <p:cNvSpPr/>
            <p:nvPr/>
          </p:nvSpPr>
          <p:spPr>
            <a:xfrm>
              <a:off x="5494680" y="2949120"/>
              <a:ext cx="3336480" cy="29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686160">
                <a:lnSpc>
                  <a:spcPct val="100000"/>
                </a:lnSpc>
              </a:pPr>
              <a:r>
                <a:rPr lang="en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RSP before transferring control to handler</a:t>
              </a:r>
              <a:endParaRPr lang="de-DE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402" name="Straight Connector 28"/>
            <p:cNvCxnSpPr/>
            <p:nvPr/>
          </p:nvCxnSpPr>
          <p:spPr>
            <a:xfrm flipH="1">
              <a:off x="4944960" y="4224960"/>
              <a:ext cx="565560" cy="2520"/>
            </a:xfrm>
            <a:prstGeom prst="straightConnector1">
              <a:avLst/>
            </a:prstGeom>
            <a:ln w="12700">
              <a:solidFill>
                <a:srgbClr val="000000"/>
              </a:solidFill>
              <a:round/>
              <a:tailEnd len="med" type="triangle" w="med"/>
            </a:ln>
          </p:spPr>
        </p:cxnSp>
        <p:sp>
          <p:nvSpPr>
            <p:cNvPr id="1403" name="TextBox 29"/>
            <p:cNvSpPr/>
            <p:nvPr/>
          </p:nvSpPr>
          <p:spPr>
            <a:xfrm>
              <a:off x="5513040" y="4080960"/>
              <a:ext cx="3193920" cy="29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686160">
                <a:lnSpc>
                  <a:spcPct val="100000"/>
                </a:lnSpc>
              </a:pPr>
              <a:r>
                <a:rPr lang="en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RSP after transferring control to handler</a:t>
              </a:r>
              <a:endParaRPr lang="de-DE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04" name="PlaceHolder 20"/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Interrupt Handling in x86_64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5CDF2630-2B1D-4301-9C59-56672E691A38}" type="slidenum">
              <a:t>20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Stack Buildup with Ring Change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06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3880" cy="3705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New stack is read from 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Task State Segment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(see last chapter)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407" name="Group 1"/>
          <p:cNvGrpSpPr/>
          <p:nvPr/>
        </p:nvGrpSpPr>
        <p:grpSpPr>
          <a:xfrm>
            <a:off x="5436000" y="1710720"/>
            <a:ext cx="3750480" cy="2830680"/>
            <a:chOff x="5436000" y="1710720"/>
            <a:chExt cx="3750480" cy="2830680"/>
          </a:xfrm>
        </p:grpSpPr>
        <p:grpSp>
          <p:nvGrpSpPr>
            <p:cNvPr id="1408" name="Group 8"/>
            <p:cNvGrpSpPr/>
            <p:nvPr/>
          </p:nvGrpSpPr>
          <p:grpSpPr>
            <a:xfrm>
              <a:off x="5436000" y="2609280"/>
              <a:ext cx="1437480" cy="573480"/>
              <a:chOff x="5436000" y="2609280"/>
              <a:chExt cx="1437480" cy="573480"/>
            </a:xfrm>
          </p:grpSpPr>
          <p:sp>
            <p:nvSpPr>
              <p:cNvPr id="1409" name="Rectangle 2"/>
              <p:cNvSpPr/>
              <p:nvPr/>
            </p:nvSpPr>
            <p:spPr>
              <a:xfrm>
                <a:off x="5436000" y="2609280"/>
                <a:ext cx="1437480" cy="2854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 defTabSz="686160">
                  <a:lnSpc>
                    <a:spcPct val="100000"/>
                  </a:lnSpc>
                </a:pPr>
                <a:r>
                  <a:rPr lang="en-DE" sz="1350" b="0" u="none" strike="noStrike">
                    <a:solidFill>
                      <a:schemeClr val="dk1"/>
                    </a:solidFill>
                    <a:effectLst/>
                    <a:uFillTx/>
                    <a:latin typeface="Arial"/>
                  </a:rPr>
                  <a:t>RSP</a:t>
                </a:r>
                <a:endParaRPr lang="de-DE" sz="13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10" name="Rectangle 4"/>
              <p:cNvSpPr/>
              <p:nvPr/>
            </p:nvSpPr>
            <p:spPr>
              <a:xfrm>
                <a:off x="5436000" y="2897280"/>
                <a:ext cx="1437480" cy="2854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 defTabSz="686160">
                  <a:lnSpc>
                    <a:spcPct val="100000"/>
                  </a:lnSpc>
                </a:pPr>
                <a:r>
                  <a:rPr lang="en-DE" sz="1350" b="0" u="none" strike="noStrike">
                    <a:solidFill>
                      <a:schemeClr val="dk1"/>
                    </a:solidFill>
                    <a:effectLst/>
                    <a:uFillTx/>
                    <a:latin typeface="Arial"/>
                  </a:rPr>
                  <a:t>RFLAGS</a:t>
                </a:r>
                <a:endParaRPr lang="de-DE" sz="13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411" name="Group 9"/>
            <p:cNvGrpSpPr/>
            <p:nvPr/>
          </p:nvGrpSpPr>
          <p:grpSpPr>
            <a:xfrm>
              <a:off x="5436000" y="3185280"/>
              <a:ext cx="1437480" cy="573480"/>
              <a:chOff x="5436000" y="3185280"/>
              <a:chExt cx="1437480" cy="573480"/>
            </a:xfrm>
          </p:grpSpPr>
          <p:sp>
            <p:nvSpPr>
              <p:cNvPr id="1412" name="Rectangle 10"/>
              <p:cNvSpPr/>
              <p:nvPr/>
            </p:nvSpPr>
            <p:spPr>
              <a:xfrm>
                <a:off x="5436000" y="3185280"/>
                <a:ext cx="1437480" cy="2854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 defTabSz="686160">
                  <a:lnSpc>
                    <a:spcPct val="100000"/>
                  </a:lnSpc>
                </a:pPr>
                <a:r>
                  <a:rPr lang="en-DE" sz="1350" b="0" u="none" strike="noStrike">
                    <a:solidFill>
                      <a:schemeClr val="dk1"/>
                    </a:solidFill>
                    <a:effectLst/>
                    <a:uFillTx/>
                    <a:latin typeface="Arial"/>
                  </a:rPr>
                  <a:t>CS</a:t>
                </a:r>
                <a:endParaRPr lang="de-DE" sz="13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13" name="Rectangle 11"/>
              <p:cNvSpPr/>
              <p:nvPr/>
            </p:nvSpPr>
            <p:spPr>
              <a:xfrm>
                <a:off x="5436000" y="3473280"/>
                <a:ext cx="1437480" cy="2854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 defTabSz="686160">
                  <a:lnSpc>
                    <a:spcPct val="100000"/>
                  </a:lnSpc>
                </a:pPr>
                <a:r>
                  <a:rPr lang="en-DE" sz="1350" b="0" u="none" strike="noStrike">
                    <a:solidFill>
                      <a:schemeClr val="dk1"/>
                    </a:solidFill>
                    <a:effectLst/>
                    <a:uFillTx/>
                    <a:latin typeface="Arial"/>
                  </a:rPr>
                  <a:t>RIP</a:t>
                </a:r>
                <a:endParaRPr lang="de-DE" sz="13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414" name="Group 14"/>
            <p:cNvGrpSpPr/>
            <p:nvPr/>
          </p:nvGrpSpPr>
          <p:grpSpPr>
            <a:xfrm>
              <a:off x="5436000" y="3747240"/>
              <a:ext cx="1437480" cy="573480"/>
              <a:chOff x="5436000" y="3747240"/>
              <a:chExt cx="1437480" cy="573480"/>
            </a:xfrm>
          </p:grpSpPr>
          <p:sp>
            <p:nvSpPr>
              <p:cNvPr id="1415" name="Rectangle 15"/>
              <p:cNvSpPr/>
              <p:nvPr/>
            </p:nvSpPr>
            <p:spPr>
              <a:xfrm>
                <a:off x="5436000" y="3747240"/>
                <a:ext cx="1437480" cy="2854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 defTabSz="686160">
                  <a:lnSpc>
                    <a:spcPct val="100000"/>
                  </a:lnSpc>
                </a:pPr>
                <a:r>
                  <a:rPr lang="en-DE" sz="1350" b="0" u="none" strike="noStrike">
                    <a:solidFill>
                      <a:schemeClr val="dk1"/>
                    </a:solidFill>
                    <a:effectLst/>
                    <a:uFillTx/>
                    <a:latin typeface="Arial"/>
                  </a:rPr>
                  <a:t>(error code)</a:t>
                </a:r>
                <a:endParaRPr lang="de-DE" sz="13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16" name="Rectangle 16"/>
              <p:cNvSpPr/>
              <p:nvPr/>
            </p:nvSpPr>
            <p:spPr>
              <a:xfrm>
                <a:off x="5436000" y="4035240"/>
                <a:ext cx="1437480" cy="2854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cxnSp>
          <p:nvCxnSpPr>
            <p:cNvPr id="1417" name="Straight Connector 18"/>
            <p:cNvCxnSpPr/>
            <p:nvPr/>
          </p:nvCxnSpPr>
          <p:spPr>
            <a:xfrm>
              <a:off x="5436000" y="2100960"/>
              <a:ext cx="2520" cy="2440800"/>
            </a:xfrm>
            <a:prstGeom prst="straightConnector1">
              <a:avLst/>
            </a:prstGeom>
            <a:ln w="12700">
              <a:solidFill>
                <a:srgbClr val="000000"/>
              </a:solidFill>
              <a:round/>
            </a:ln>
          </p:spPr>
        </p:cxnSp>
        <p:cxnSp>
          <p:nvCxnSpPr>
            <p:cNvPr id="1418" name="Straight Connector 21"/>
            <p:cNvCxnSpPr/>
            <p:nvPr/>
          </p:nvCxnSpPr>
          <p:spPr>
            <a:xfrm>
              <a:off x="6876000" y="2100960"/>
              <a:ext cx="2520" cy="2440800"/>
            </a:xfrm>
            <a:prstGeom prst="straightConnector1">
              <a:avLst/>
            </a:prstGeom>
            <a:ln w="12700">
              <a:solidFill>
                <a:srgbClr val="000000"/>
              </a:solidFill>
              <a:round/>
            </a:ln>
          </p:spPr>
        </p:cxnSp>
        <p:sp>
          <p:nvSpPr>
            <p:cNvPr id="1419" name="TextBox 22"/>
            <p:cNvSpPr/>
            <p:nvPr/>
          </p:nvSpPr>
          <p:spPr>
            <a:xfrm>
              <a:off x="5436000" y="1710720"/>
              <a:ext cx="1437480" cy="29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686160">
                <a:lnSpc>
                  <a:spcPct val="100000"/>
                </a:lnSpc>
              </a:pPr>
              <a:r>
                <a:rPr lang="en-DE" sz="1350" b="1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Handler Stack</a:t>
              </a:r>
              <a:endParaRPr lang="de-DE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420" name="Straight Connector 28"/>
            <p:cNvCxnSpPr/>
            <p:nvPr/>
          </p:nvCxnSpPr>
          <p:spPr>
            <a:xfrm flipH="1">
              <a:off x="6863040" y="4029120"/>
              <a:ext cx="565560" cy="2520"/>
            </a:xfrm>
            <a:prstGeom prst="straightConnector1">
              <a:avLst/>
            </a:prstGeom>
            <a:ln w="12700">
              <a:solidFill>
                <a:srgbClr val="000000"/>
              </a:solidFill>
              <a:round/>
              <a:tailEnd len="med" type="triangle" w="med"/>
            </a:ln>
          </p:spPr>
        </p:cxnSp>
        <p:sp>
          <p:nvSpPr>
            <p:cNvPr id="1421" name="TextBox 29"/>
            <p:cNvSpPr/>
            <p:nvPr/>
          </p:nvSpPr>
          <p:spPr>
            <a:xfrm>
              <a:off x="7359120" y="3885120"/>
              <a:ext cx="1827360" cy="500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686160">
                <a:lnSpc>
                  <a:spcPct val="100000"/>
                </a:lnSpc>
              </a:pPr>
              <a:r>
                <a:rPr lang="en-DE" sz="135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RSP after transferring</a:t>
              </a:r>
              <a:br>
                <a:rPr sz="1350"/>
              </a:br>
              <a:r>
                <a:rPr lang="en-DE" sz="135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control to handler</a:t>
              </a:r>
              <a:endParaRPr lang="de-DE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22" name="Group 3"/>
          <p:cNvGrpSpPr/>
          <p:nvPr/>
        </p:nvGrpSpPr>
        <p:grpSpPr>
          <a:xfrm>
            <a:off x="628560" y="1721160"/>
            <a:ext cx="4772160" cy="2542320"/>
            <a:chOff x="628560" y="1721160"/>
            <a:chExt cx="4772160" cy="2542320"/>
          </a:xfrm>
        </p:grpSpPr>
        <p:grpSp>
          <p:nvGrpSpPr>
            <p:cNvPr id="1423" name="Group 5"/>
            <p:cNvGrpSpPr/>
            <p:nvPr/>
          </p:nvGrpSpPr>
          <p:grpSpPr>
            <a:xfrm>
              <a:off x="1435680" y="2331360"/>
              <a:ext cx="1437480" cy="573480"/>
              <a:chOff x="1435680" y="2331360"/>
              <a:chExt cx="1437480" cy="573480"/>
            </a:xfrm>
          </p:grpSpPr>
          <p:sp>
            <p:nvSpPr>
              <p:cNvPr id="1424" name="Rectangle 36"/>
              <p:cNvSpPr/>
              <p:nvPr/>
            </p:nvSpPr>
            <p:spPr>
              <a:xfrm>
                <a:off x="1435680" y="2331360"/>
                <a:ext cx="1437480" cy="2854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DE" sz="1350" b="0" u="none" strike="noStrike">
                  <a:solidFill>
                    <a:schemeClr val="lt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25" name="Rectangle 37"/>
              <p:cNvSpPr/>
              <p:nvPr/>
            </p:nvSpPr>
            <p:spPr>
              <a:xfrm>
                <a:off x="1435680" y="2619360"/>
                <a:ext cx="1437480" cy="2854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426" name="Group 17"/>
            <p:cNvGrpSpPr/>
            <p:nvPr/>
          </p:nvGrpSpPr>
          <p:grpSpPr>
            <a:xfrm>
              <a:off x="1435680" y="2907360"/>
              <a:ext cx="1437480" cy="573480"/>
              <a:chOff x="1435680" y="2907360"/>
              <a:chExt cx="1437480" cy="573480"/>
            </a:xfrm>
          </p:grpSpPr>
          <p:sp>
            <p:nvSpPr>
              <p:cNvPr id="1427" name="Rectangle 34"/>
              <p:cNvSpPr/>
              <p:nvPr/>
            </p:nvSpPr>
            <p:spPr>
              <a:xfrm>
                <a:off x="1435680" y="2907360"/>
                <a:ext cx="1437480" cy="2854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28" name="Rectangle 35"/>
              <p:cNvSpPr/>
              <p:nvPr/>
            </p:nvSpPr>
            <p:spPr>
              <a:xfrm>
                <a:off x="1435680" y="3195360"/>
                <a:ext cx="1437480" cy="2854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429" name="Group 19"/>
            <p:cNvGrpSpPr/>
            <p:nvPr/>
          </p:nvGrpSpPr>
          <p:grpSpPr>
            <a:xfrm>
              <a:off x="1435680" y="3469320"/>
              <a:ext cx="1437480" cy="573480"/>
              <a:chOff x="1435680" y="3469320"/>
              <a:chExt cx="1437480" cy="573480"/>
            </a:xfrm>
          </p:grpSpPr>
          <p:sp>
            <p:nvSpPr>
              <p:cNvPr id="1430" name="Rectangle 32"/>
              <p:cNvSpPr/>
              <p:nvPr/>
            </p:nvSpPr>
            <p:spPr>
              <a:xfrm>
                <a:off x="1435680" y="3469320"/>
                <a:ext cx="1437480" cy="2854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1" name="Rectangle 33"/>
              <p:cNvSpPr/>
              <p:nvPr/>
            </p:nvSpPr>
            <p:spPr>
              <a:xfrm>
                <a:off x="1435680" y="3757320"/>
                <a:ext cx="1437480" cy="2854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cxnSp>
          <p:nvCxnSpPr>
            <p:cNvPr id="1432" name="Straight Connector 20"/>
            <p:cNvCxnSpPr/>
            <p:nvPr/>
          </p:nvCxnSpPr>
          <p:spPr>
            <a:xfrm>
              <a:off x="1435320" y="2100960"/>
              <a:ext cx="2520" cy="2162880"/>
            </a:xfrm>
            <a:prstGeom prst="straightConnector1">
              <a:avLst/>
            </a:prstGeom>
            <a:ln w="12700">
              <a:solidFill>
                <a:srgbClr val="000000"/>
              </a:solidFill>
              <a:round/>
            </a:ln>
          </p:spPr>
        </p:cxnSp>
        <p:cxnSp>
          <p:nvCxnSpPr>
            <p:cNvPr id="1433" name="Straight Connector 24"/>
            <p:cNvCxnSpPr/>
            <p:nvPr/>
          </p:nvCxnSpPr>
          <p:spPr>
            <a:xfrm>
              <a:off x="2875680" y="2100960"/>
              <a:ext cx="2520" cy="2162880"/>
            </a:xfrm>
            <a:prstGeom prst="straightConnector1">
              <a:avLst/>
            </a:prstGeom>
            <a:ln w="12700">
              <a:solidFill>
                <a:srgbClr val="000000"/>
              </a:solidFill>
              <a:round/>
            </a:ln>
          </p:spPr>
        </p:cxnSp>
        <p:sp>
          <p:nvSpPr>
            <p:cNvPr id="1434" name="TextBox 25"/>
            <p:cNvSpPr/>
            <p:nvPr/>
          </p:nvSpPr>
          <p:spPr>
            <a:xfrm>
              <a:off x="628560" y="1721160"/>
              <a:ext cx="3220920" cy="288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686160">
                <a:lnSpc>
                  <a:spcPct val="100000"/>
                </a:lnSpc>
              </a:pPr>
              <a:r>
                <a:rPr lang="en-DE" sz="1300" b="1" u="none" strike="noStrike">
                  <a:solidFill>
                    <a:schemeClr val="dk1"/>
                  </a:solidFill>
                  <a:effectLst/>
                  <a:uFillTx/>
                  <a:latin typeface="Arial"/>
                </a:rPr>
                <a:t>       Stack of the interrupted thread</a:t>
              </a:r>
              <a:endParaRPr lang="de-DE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435" name="Straight Connector 26"/>
            <p:cNvCxnSpPr/>
            <p:nvPr/>
          </p:nvCxnSpPr>
          <p:spPr>
            <a:xfrm flipH="1">
              <a:off x="2867400" y="2618640"/>
              <a:ext cx="565560" cy="2520"/>
            </a:xfrm>
            <a:prstGeom prst="straightConnector1">
              <a:avLst/>
            </a:prstGeom>
            <a:ln w="12700">
              <a:solidFill>
                <a:srgbClr val="000000"/>
              </a:solidFill>
              <a:round/>
              <a:tailEnd len="med" type="triangle" w="med"/>
            </a:ln>
          </p:spPr>
        </p:cxnSp>
        <p:sp>
          <p:nvSpPr>
            <p:cNvPr id="1436" name="TextBox 31"/>
            <p:cNvSpPr/>
            <p:nvPr/>
          </p:nvSpPr>
          <p:spPr>
            <a:xfrm>
              <a:off x="3430800" y="2431080"/>
              <a:ext cx="1969920" cy="500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686160">
                <a:lnSpc>
                  <a:spcPct val="100000"/>
                </a:lnSpc>
              </a:pPr>
              <a:r>
                <a:rPr lang="en-DE" sz="135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RSP before transferring</a:t>
              </a:r>
              <a:br>
                <a:rPr sz="1350"/>
              </a:br>
              <a:r>
                <a:rPr lang="en-DE" sz="135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control to handler</a:t>
              </a:r>
              <a:endParaRPr lang="de-DE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37" name="Rectangle 40"/>
          <p:cNvSpPr/>
          <p:nvPr/>
        </p:nvSpPr>
        <p:spPr>
          <a:xfrm>
            <a:off x="5436000" y="2318040"/>
            <a:ext cx="1437480" cy="28548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686160">
              <a:lnSpc>
                <a:spcPct val="100000"/>
              </a:lnSpc>
            </a:pPr>
            <a:r>
              <a:rPr lang="en-DE" sz="13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SS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8" name="PlaceHolder 21"/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Interrupt Handling in x86_64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CC4D0238-3F24-45A9-8FCB-FF124E048E6A}" type="slidenum">
              <a:t>21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IDT: Typical Example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40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3880" cy="3705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Entries 0-31 are reserved for x86 CPU exceptions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Either DPL=0 or DPL=3, depending on use case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Entries for external interrupts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IRQs have DPL=0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System calls via trap gate (Windows &amp; Linux)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DPL=3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Replaced by SYSENTER/SYSEXIT in modern operatings systems</a:t>
            </a:r>
            <a:br>
              <a:rPr sz="1400"/>
            </a:b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→ faster, avoids interrupt overhead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Since HeineOS runs completely in ring 0,</a:t>
            </a:r>
            <a:br>
              <a:rPr sz="1600"/>
            </a:b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we do not need trap gates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441" name="Bild 289"/>
          <p:cNvPicPr/>
          <p:nvPr/>
        </p:nvPicPr>
        <p:blipFill>
          <a:blip r:embed="rId1"/>
          <a:stretch/>
        </p:blipFill>
        <p:spPr>
          <a:xfrm>
            <a:off x="6156000" y="1072440"/>
            <a:ext cx="1922760" cy="380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2" name="PlaceHolder 22"/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Interrupt Handling in x86_64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40105EB1-E4CC-4296-84A4-6B30AB435A45}" type="slidenum">
              <a:t>22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System Call via a Trap Gate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44" name="PlaceHolder 23"/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4.2 Interrupt Handling in x86_64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45" name=""/>
          <p:cNvPicPr/>
          <p:nvPr/>
        </p:nvPicPr>
        <p:blipFill>
          <a:blip r:embed="rId1"/>
          <a:stretch/>
        </p:blipFill>
        <p:spPr>
          <a:xfrm>
            <a:off x="1722600" y="1008000"/>
            <a:ext cx="5439960" cy="3902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AAFC9A9C-981B-4CFD-BC13-5D8CCC292739}" type="slidenum">
              <a:t>23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Preview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47" name="PlaceHolder 2"/>
          <p:cNvSpPr>
            <a:spLocks noGrp="1"/>
          </p:cNvSpPr>
          <p:nvPr>
            <p:ph type="ftr" idx="59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 Interrupts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8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3880" cy="3705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Basics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Interrupt Handling in x86_64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Programmable Interrupt Controller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Advanced Programmable Interrupt Controller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Interrupt Handling in Operating Systems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Summary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49" name="Rounded Rectangle 1"/>
          <p:cNvSpPr/>
          <p:nvPr/>
        </p:nvSpPr>
        <p:spPr>
          <a:xfrm>
            <a:off x="372960" y="2359080"/>
            <a:ext cx="3620520" cy="418320"/>
          </a:xfrm>
          <a:prstGeom prst="roundRect">
            <a:avLst>
              <a:gd name="adj" fmla="val 16667"/>
            </a:avLst>
          </a:prstGeom>
          <a:noFill/>
          <a:ln w="25400">
            <a:solidFill>
              <a:srgbClr val="FE1001"/>
            </a:solidFill>
          </a:ln>
          <a:effectLst>
            <a:outerShdw algn="tl" blurRad="38160" dir="2700000" dist="12218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D9CB17EA-A702-49EB-AD02-9A557BDF0540}" type="slidenum">
              <a:t>24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Interrupts in x86 CPUs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51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3880" cy="3705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Upto and including the i486 x86 CPUs only had a single input for IRQs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External hardware was tasked with Priorization and vector number generation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Through a chip alled </a:t>
            </a:r>
            <a:r>
              <a:rPr lang="de-DE" sz="14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PIC 8259A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8 interrupt inputs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15 input by cascading two PICs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452" name="Bild 281"/>
          <p:cNvPicPr/>
          <p:nvPr/>
        </p:nvPicPr>
        <p:blipFill>
          <a:blip r:embed="rId1"/>
          <a:stretch/>
        </p:blipFill>
        <p:spPr>
          <a:xfrm>
            <a:off x="1537920" y="3505320"/>
            <a:ext cx="1578600" cy="873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53" name="Picture 2"/>
          <p:cNvPicPr/>
          <p:nvPr/>
        </p:nvPicPr>
        <p:blipFill>
          <a:blip r:embed="rId2"/>
          <a:stretch/>
        </p:blipFill>
        <p:spPr>
          <a:xfrm>
            <a:off x="4135680" y="2142720"/>
            <a:ext cx="4581720" cy="264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4" name="PlaceHolder 24"/>
          <p:cNvSpPr/>
          <p:nvPr/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4.3 Programmable Interrupt Controller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2EC0E411-514D-43B3-B9B0-9815F652707E}" type="slidenum">
              <a:t>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PIC Architecture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56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3880" cy="3705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Master controller can handle up to 8 slaves (CAS0..2 = Cascade Lines) 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 PCs only one slave is used (IRQ2)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457" name="Picture 1"/>
          <p:cNvPicPr/>
          <p:nvPr/>
        </p:nvPicPr>
        <p:blipFill>
          <a:blip r:embed="rId1"/>
          <a:stretch/>
        </p:blipFill>
        <p:spPr>
          <a:xfrm>
            <a:off x="2123640" y="1782720"/>
            <a:ext cx="4894200" cy="3039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8" name="PlaceHolder 25"/>
          <p:cNvSpPr/>
          <p:nvPr/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4.3 Programmable Interrupt Controller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E7FB86C4-6F12-4B6B-A747-0555892F0DB5}" type="slidenum">
              <a:t>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PIC Architecture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60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3880" cy="3705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Typical IRQ assignment in PCs: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Priorities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IRQ0 has highest priority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Default IRQ priorities: 0, 1, 8...15, 3... 7</a:t>
            </a:r>
            <a:br>
              <a:rPr sz="1400"/>
            </a:b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(because of cascading)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Interrupts with a higher priority can interrupt</a:t>
            </a:r>
            <a:br>
              <a:rPr sz="1400"/>
            </a:b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ones with lower priorities (provided that</a:t>
            </a:r>
            <a:br>
              <a:rPr sz="1400"/>
            </a:b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 IE-bit (=Interrupt Enable) allows interrupts)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61" name="Table 4"/>
          <p:cNvGraphicFramePr/>
          <p:nvPr/>
        </p:nvGraphicFramePr>
        <p:xfrm>
          <a:off x="5004000" y="1350720"/>
          <a:ext cx="3468240" cy="1829520"/>
        </p:xfrm>
        <a:graphic>
          <a:graphicData uri="http://schemas.openxmlformats.org/drawingml/2006/table">
            <a:tbl>
              <a:tblPr/>
              <a:tblGrid>
                <a:gridCol w="662760"/>
                <a:gridCol w="2805840"/>
              </a:tblGrid>
              <a:tr h="0">
                <a:tc>
                  <a:txBody>
                    <a:bodyPr lIns="44280" tIns="0" rIns="44280" bIns="0" anchor="t">
                      <a:noAutofit/>
                    </a:bodyPr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IRQ#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4280" marR="4428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44280" tIns="0" rIns="44280" bIns="0" anchor="t">
                      <a:noAutofit/>
                    </a:bodyPr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Device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4280" marR="4428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0">
                <a:tc>
                  <a:txBody>
                    <a:bodyPr lIns="44280" tIns="0" rIns="44280" bIns="0" anchor="t">
                      <a:noAutofit/>
                    </a:bodyPr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0</a:t>
                      </a:r>
                      <a:r>
                        <a:rPr lang="de-DE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	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r>
                        <a:rPr lang="de-DE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	</a:t>
                      </a:r>
                      <a:r>
                        <a:rPr lang="de-DE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 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r>
                        <a:rPr lang="de-DE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	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8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…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12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…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…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4280" marR="4428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44280" tIns="0" rIns="44280" bIns="0" anchor="t">
                      <a:noAutofit/>
                    </a:bodyPr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Programmable Interval Timer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Keyboard Controller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Slave PIC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Real Time Clock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…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PS/2 Mouse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…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2286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de-DE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COM2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457200" indent="-228600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fr-F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...</a:t>
                      </a:r>
                      <a:endParaRPr lang="de-DE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44280" marR="44280" marT="0" marB="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462" name="PlaceHolder 26"/>
          <p:cNvSpPr/>
          <p:nvPr/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4.3 Programmable Interrupt Controller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51B117FD-718A-4CF2-A9D2-C8D2259CFA3D}" type="slidenum">
              <a:t>27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PIC Register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64" name="PlaceHolder 2"/>
          <p:cNvSpPr>
            <a:spLocks noGrp="1"/>
          </p:cNvSpPr>
          <p:nvPr>
            <p:ph/>
          </p:nvPr>
        </p:nvSpPr>
        <p:spPr>
          <a:xfrm>
            <a:off x="521640" y="1080000"/>
            <a:ext cx="8093880" cy="3705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8 bit per register (1 bit per IRQ)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Interrupt Mask Register (IMR)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Enable/Disable interrupts (0=enable, 1=masked).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Interrupt Request Register (IRR):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Stores pending interrupts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Priority Resolver: 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Forwards IRQ with highest priority in IRR to ISR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 Service Register (ISR):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Contains IRQs, that are currently being serviced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65" name="PlaceHolder 27"/>
          <p:cNvSpPr/>
          <p:nvPr/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4.3 Programmable Interrupt Controller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66" name=""/>
          <p:cNvPicPr/>
          <p:nvPr/>
        </p:nvPicPr>
        <p:blipFill>
          <a:blip r:embed="rId1"/>
          <a:stretch/>
        </p:blipFill>
        <p:spPr>
          <a:xfrm>
            <a:off x="4933080" y="1152000"/>
            <a:ext cx="4080240" cy="3382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D87FB9E6-1EEB-4EA3-ABBE-31978928E994}" type="slidenum">
              <a:t>28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 </a:t>
            </a:r>
            <a:br>
              <a:rPr sz="2700"/>
            </a:br>
            <a:br>
              <a:rPr sz="2700"/>
            </a:b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Interrupt Flow</a:t>
            </a: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: PIC &lt;-&gt; CPU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68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3880" cy="3705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IRQ line is activated → Corresponding bit in IRR is set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PIC sends INTR signal to CPU (slave PIC sends to master PIC instead)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CPU answers with INTA pulse, if IE bit is set in RFLAGS.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Most significant bit in IRR is unset and set in ISR.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CPU sends second INTA pulse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PIC puts vector pointer (8 bit =  3 bit IRQ + 5 bit offset) on data bus.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Interrupt handler sends EOI to PIC when finished → deletes ISR bit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Remark: If interrupt came from slave PIC → also send EOI for IRQ2 to master PIC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EOI not necessary in HeineOS, since we use the PIC’s automatic EOI mode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69" name="PlaceHolder 28"/>
          <p:cNvSpPr/>
          <p:nvPr/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4.3 Programmable Interrupt Controller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594C8402-8534-4534-9720-FE57F0BCEC85}" type="slidenum">
              <a:t>29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 </a:t>
            </a:r>
            <a:br>
              <a:rPr sz="2700"/>
            </a:br>
            <a:br>
              <a:rPr sz="2700"/>
            </a:b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Interrupt Flow</a:t>
            </a: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: PIC &lt;-&gt; CPU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71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3880" cy="3705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Internal interrupts: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Fixed vector numbers 0 – 31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External interrupts: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Vector = IRQ + Offset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Offset &gt; 31 and IRQ != vector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Offset must map IRQs to</a:t>
            </a:r>
            <a:br>
              <a:rPr sz="1400"/>
            </a:b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vector number &gt; 31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72" name="PlaceHolder 29"/>
          <p:cNvSpPr/>
          <p:nvPr/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4.3 Programmable Interrupt Controller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73" name=""/>
          <p:cNvPicPr/>
          <p:nvPr/>
        </p:nvPicPr>
        <p:blipFill>
          <a:blip r:embed="rId1"/>
          <a:stretch/>
        </p:blipFill>
        <p:spPr>
          <a:xfrm>
            <a:off x="3600000" y="1206720"/>
            <a:ext cx="5279400" cy="359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CE77D79C-5358-4C69-810F-CDF4B2B8ED48}" type="slidenum">
              <a:t>30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Preview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75" name="PlaceHolder 2"/>
          <p:cNvSpPr>
            <a:spLocks noGrp="1"/>
          </p:cNvSpPr>
          <p:nvPr>
            <p:ph type="ftr" idx="60"/>
          </p:nvPr>
        </p:nvSpPr>
        <p:spPr>
          <a:xfrm>
            <a:off x="628560" y="4975560"/>
            <a:ext cx="7127280" cy="146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tabLst>
                <a:tab pos="0" algn="l"/>
              </a:tabLst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 Interrupts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6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3880" cy="3705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Basics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Interrupt Handling in x86_64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Programmable Interrupt Controller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Advanced Programmable Interrupt Controller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Interrupt Handling in Operating Systems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00669F"/>
                </a:solidFill>
                <a:effectLst/>
                <a:uFillTx/>
                <a:latin typeface="Arial"/>
              </a:rPr>
              <a:t>Summary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77" name="Rounded Rectangle 1"/>
          <p:cNvSpPr/>
          <p:nvPr/>
        </p:nvSpPr>
        <p:spPr>
          <a:xfrm>
            <a:off x="372960" y="2946240"/>
            <a:ext cx="4556520" cy="418320"/>
          </a:xfrm>
          <a:prstGeom prst="roundRect">
            <a:avLst>
              <a:gd name="adj" fmla="val 16667"/>
            </a:avLst>
          </a:prstGeom>
          <a:noFill/>
          <a:ln w="25400">
            <a:solidFill>
              <a:srgbClr val="FE1001"/>
            </a:solidFill>
          </a:ln>
          <a:effectLst>
            <a:outerShdw algn="tl" blurRad="38160" dir="2700000" dist="12218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62D6A2E6-9A81-4893-A545-6528F2352E05}" type="slidenum">
              <a:t>31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Advanced Programmable Interrupt Controller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79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440560" cy="3705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APIC offers more interrupts than PIC and supports multicore and multiprocessor systems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Interrupts can be distributed to specific cores with respect to thread priorities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Inter-processor interrupts (IPI) between CPU cores (e.g, for bootstrapping other cores)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Backwards compatible with PIC (8259) 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If existent, the APIC is activated after booting, but runs in PIC compatible mode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APIC registers are found via </a:t>
            </a:r>
            <a:r>
              <a:rPr lang="de-DE" sz="14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Model Specific Registers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(MSR)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80" name="PlaceHolder 30"/>
          <p:cNvSpPr/>
          <p:nvPr/>
        </p:nvSpPr>
        <p:spPr>
          <a:xfrm>
            <a:off x="628920" y="497592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4.4 Advanced Programmable Interrupt Controller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90685D73-D832-448B-B8A4-2A5F18C39D0D}" type="slidenum">
              <a:t>32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APIC Architecture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82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440560" cy="3705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An APIC interrupt system consists of a 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Local APIC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per core and usually one 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I/O-APIC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(may be more than one)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83" name="PlaceHolder 31"/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4.4 Advanced Programmable Interrupt Controller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84" name=""/>
          <p:cNvPicPr/>
          <p:nvPr/>
        </p:nvPicPr>
        <p:blipFill>
          <a:blip r:embed="rId1"/>
          <a:stretch/>
        </p:blipFill>
        <p:spPr>
          <a:xfrm>
            <a:off x="2484000" y="1553400"/>
            <a:ext cx="4566240" cy="334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BF0424F8-0ED5-492E-80F5-06A38D6F2D55}" type="slidenum">
              <a:t>33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Local APIC (per CPU/Core)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86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440560" cy="3705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Receives interrupt request as messages from the APIC bus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rgbClr val="C00000"/>
                </a:solidFill>
                <a:effectLst/>
                <a:uFillTx/>
                <a:latin typeface="Arial"/>
              </a:rPr>
              <a:t>Can additionally process two local interrupts directly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Via CPU pins: LINT0 and LINT1 (LINT = Local Interrupt)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Allow backwards compatibility with the PIC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Local APICs are addressable via an ID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Local APICs contain further function units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Builtin timer (dependent on system bus clock → divisible)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Interrupt command register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Used to send APIC messages → Needed for inter-processor interrupts (IPI)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87" name="PlaceHolder 32"/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4.4 Advanced Programmable Interrupt Controller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EC064F18-DB86-4D30-91A2-B7A4E797CE44}" type="slidenum">
              <a:t>34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Interrupt Sources (1)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pic>
        <p:nvPicPr>
          <p:cNvPr id="1489" name="Bild 52"/>
          <p:cNvPicPr/>
          <p:nvPr/>
        </p:nvPicPr>
        <p:blipFill>
          <a:blip r:embed="rId1"/>
          <a:stretch/>
        </p:blipFill>
        <p:spPr>
          <a:xfrm>
            <a:off x="2915640" y="1649880"/>
            <a:ext cx="2958840" cy="316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0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440560" cy="3705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External device interrupts are signaled by anIO-APIC via the APIC bus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Default behaviour, once the APIC</a:t>
            </a:r>
            <a:br>
              <a:rPr sz="1600"/>
            </a:b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has been activated by the OS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91" name="PlaceHolder 33"/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4.4 Advanced Programmable Interrupt Controller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C788852D-BAB0-4AE9-8F18-55C5B6B25A56}" type="slidenum">
              <a:t>35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Interrupt Sources (2)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93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440560" cy="3705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IPI – Inter-Processor Interrupt 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Generated by another Local APIC → for multicore/multiprocessor systems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Are sent as messages via the APIC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For example use to coordinate startup/shutdown, or TLB flush after page tables have been altered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494" name="Bild 53"/>
          <p:cNvPicPr/>
          <p:nvPr/>
        </p:nvPicPr>
        <p:blipFill>
          <a:blip r:embed="rId1"/>
          <a:stretch/>
        </p:blipFill>
        <p:spPr>
          <a:xfrm>
            <a:off x="2123640" y="2439720"/>
            <a:ext cx="4424400" cy="243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5" name="PlaceHolder 34"/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4.4 Advanced Programmable Interrupt Controller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FA251F7D-2A1A-478E-A567-B9BBDDF00D31}" type="slidenum">
              <a:t>36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Interrupt Sources (3)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97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440560" cy="3705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Local device interrupts: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Via a CPU pin: LINT0, LINT1</a:t>
            </a:r>
            <a:br>
              <a:rPr sz="1400"/>
            </a:b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(not via the APIC bus)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Used for PIC compatibilty mode,</a:t>
            </a:r>
            <a:br>
              <a:rPr sz="1400"/>
            </a:b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if the APIC has note been activated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Examples: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Temperature sensor interrupt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8259A (if existing)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498" name="Bild 62"/>
          <p:cNvPicPr/>
          <p:nvPr/>
        </p:nvPicPr>
        <p:blipFill>
          <a:blip r:embed="rId1"/>
          <a:stretch/>
        </p:blipFill>
        <p:spPr>
          <a:xfrm>
            <a:off x="4716000" y="1422720"/>
            <a:ext cx="3162240" cy="316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9" name="PlaceHolder 35"/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4.4 Advanced Programmable Interrupt Controller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A637CB3C-4308-4FBF-85C3-65F9ED990DCF}" type="slidenum">
              <a:t>37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Local APIC Registers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01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440560" cy="3705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Task Priority Register (TPR)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Stores thread priority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Managed by the OS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Processor Priority Register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Managed by the CPU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Results from TPR &amp; ISR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EOI Register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End-Of-Interrupt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Must be written before 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iret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Interrupt Command Register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For Inter-processor interrupts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502" name="Bild 9"/>
          <p:cNvPicPr/>
          <p:nvPr/>
        </p:nvPicPr>
        <p:blipFill>
          <a:blip r:embed="rId1"/>
          <a:stretch/>
        </p:blipFill>
        <p:spPr>
          <a:xfrm>
            <a:off x="5004360" y="157680"/>
            <a:ext cx="3957840" cy="470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3" name="PlaceHolder 36"/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4.4 Advanced Programmable Interrupt Controller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38379259-C7DD-4CE2-B774-454E8C5FA1C7}" type="slidenum">
              <a:t>38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Delivering Interrupts to an APIC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05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440560" cy="3705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Flat model addressing → Static interrupt delivery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No arbitration; Delivery to addressed Local APIC; Wait if necessary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Dynamic interrupt delivery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After determining the group of addressed CPUs/APICs a „Lowest Priority Arbitration“ is performed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Goal: CPU that is currently processing the lowest priority task should handle the interrupt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Respect </a:t>
            </a:r>
            <a:r>
              <a:rPr lang="de-DE" sz="12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Processor Priority Register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 und </a:t>
            </a:r>
            <a:r>
              <a:rPr lang="de-DE" sz="12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Source Han Sans CN"/>
              </a:rPr>
              <a:t>Task Priority Register </a:t>
            </a:r>
            <a:endParaRPr lang="en-GB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06" name="PlaceHolder 37"/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4.4 Advanced Programmable Interrupt Controller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EFCCD3D2-F34C-4796-B349-5DB2B18DD0A1}" type="slidenum">
              <a:t>39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I/O-APIC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08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440560" cy="37054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Nowadays typically integrated in the 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Southbridge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of a PC chipset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24 interrupt inputs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Cyclic querying done by the chip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Every interrupt input has a 64-bit entry in the </a:t>
            </a:r>
            <a:r>
              <a:rPr lang="de-DE" sz="1600" b="0" i="1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Interrupt Redirection Table</a:t>
            </a: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Describes the interrupt signal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Determines the vector number and to which CPU core an interrupt is sent (used for generating the APIC bus message)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Interrupt Redirection Table (IRT) has 24 entries</a:t>
            </a:r>
            <a:endParaRPr lang="en-GB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en-GB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09" name="PlaceHolder 38"/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4.4 Advanced Programmable Interrupt Controller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4599145F-4F07-414D-8E0A-6B02AE0E8FD0}" type="slidenum">
              <a:t>40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4160" cy="44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Interrupt Redirection Table Entry</a:t>
            </a:r>
            <a:endParaRPr lang="en-GB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11" name="PlaceHolder 39"/>
          <p:cNvSpPr/>
          <p:nvPr/>
        </p:nvSpPr>
        <p:spPr>
          <a:xfrm>
            <a:off x="629280" y="4976280"/>
            <a:ext cx="712728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686160">
              <a:lnSpc>
                <a:spcPct val="100000"/>
              </a:lnSpc>
              <a:tabLst>
                <a:tab pos="0" algn="l"/>
              </a:tabLst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4.4 Advanced Programmable Interrupt Controller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512" name=""/>
          <p:cNvGraphicFramePr/>
          <p:nvPr/>
        </p:nvGraphicFramePr>
        <p:xfrm>
          <a:off x="180000" y="1048320"/>
          <a:ext cx="8819280" cy="3850920"/>
        </p:xfrm>
        <a:graphic>
          <a:graphicData uri="http://schemas.openxmlformats.org/drawingml/2006/table">
            <a:tbl>
              <a:tblPr/>
              <a:tblGrid>
                <a:gridCol w="803520"/>
                <a:gridCol w="2218320"/>
                <a:gridCol w="5797800"/>
              </a:tblGrid>
              <a:tr h="8856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63:56</a:t>
                      </a:r>
                      <a:endParaRPr lang="de-DE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Destination Field (R/W)</a:t>
                      </a:r>
                      <a:endParaRPr lang="de-DE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8 bit target address → APIC ID (physical mode) or CPU group (logical mode)</a:t>
                      </a:r>
                      <a:endParaRPr lang="de-DE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55:17</a:t>
                      </a:r>
                      <a:endParaRPr lang="de-DE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Reserved</a:t>
                      </a:r>
                      <a:endParaRPr lang="de-DE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16</a:t>
                      </a:r>
                      <a:endParaRPr lang="de-DE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Interrupt Mask (R/W)</a:t>
                      </a:r>
                      <a:endParaRPr lang="de-DE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Enable/Disable interrupts</a:t>
                      </a:r>
                      <a:endParaRPr lang="de-DE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15</a:t>
                      </a:r>
                      <a:endParaRPr lang="de-DE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Trigger Mode (R/W)</a:t>
                      </a:r>
                      <a:endParaRPr lang="de-DE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Edge/Level triggered interrupts</a:t>
                      </a:r>
                      <a:endParaRPr lang="de-DE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14</a:t>
                      </a:r>
                      <a:endParaRPr lang="de-DE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Remote IRR (RO)</a:t>
                      </a:r>
                      <a:endParaRPr lang="de-DE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endParaRPr lang="de-DE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13</a:t>
                      </a:r>
                      <a:endParaRPr lang="de-DE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Interrupt Pin Polarity (R/W)</a:t>
                      </a:r>
                      <a:endParaRPr lang="de-DE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Signal polarity</a:t>
                      </a:r>
                      <a:endParaRPr lang="de-DE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12</a:t>
                      </a:r>
                      <a:endParaRPr lang="de-DE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Delivery Status (RO)</a:t>
                      </a:r>
                      <a:endParaRPr lang="de-DE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Interrupt message still in transit?</a:t>
                      </a:r>
                      <a:endParaRPr lang="de-DE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11</a:t>
                      </a:r>
                      <a:endParaRPr lang="de-DE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Destination Mode (R/W)</a:t>
                      </a:r>
                      <a:endParaRPr lang="de-DE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3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Logical Mode</a:t>
                      </a:r>
                      <a:r>
                        <a:rPr lang="de-DE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 or </a:t>
                      </a:r>
                      <a:r>
                        <a:rPr lang="de-DE" sz="1300" b="0" i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Physical Mode</a:t>
                      </a:r>
                      <a:endParaRPr lang="de-DE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430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10:8</a:t>
                      </a:r>
                      <a:endParaRPr lang="de-DE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Delivery Mode (R/W)</a:t>
                      </a:r>
                      <a:endParaRPr lang="de-DE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000 – Fixed → Deliver signal to all target processors</a:t>
                      </a:r>
                      <a:endParaRPr lang="de-DE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001 – Lowest Priority → Deliver to CPU with lowest priority task</a:t>
                      </a:r>
                      <a:endParaRPr lang="de-DE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010 – SMI → System Management Interrupt</a:t>
                      </a:r>
                      <a:endParaRPr lang="de-DE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100 – NMI → Non-Maskable Interrupt</a:t>
                      </a:r>
                      <a:endParaRPr lang="de-DE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101 – INIT → Initialize (reset) target CPU</a:t>
                      </a:r>
                      <a:endParaRPr lang="de-DE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111 – ExtINT → Answer to 8259A</a:t>
                      </a:r>
                      <a:endParaRPr lang="de-DE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60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7:0</a:t>
                      </a:r>
                      <a:endParaRPr lang="de-DE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Interrupt Vector (R/W)</a:t>
                      </a:r>
                      <a:endParaRPr lang="de-DE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de-DE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8 bit vector number (16-254)</a:t>
                      </a:r>
                      <a:endParaRPr lang="de-DE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66B45084-7064-4105-88D5-9228C3D044AF}" type="slidenum">
              <a:t>41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HHU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HHU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HHU_PPT_Vorlage</Template>
  <TotalTime>86235</TotalTime>
  <Application>LibreOffice/26.2.4.2$Linux_X86_64 LibreOffice_project/df4f15f06f7b375c1d16aa35fba92d50b262cd01</Application>
  <AppVersion>15.0000</AppVersion>
  <Words>2193</Words>
  <Paragraphs>473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2020-08-15T15:36:48Z</dcterms:created>
  <dc:creator>Microsoft Office User</dc:creator>
  <dc:description/>
  <dc:language>de-DE</dc:language>
  <cp:lastModifiedBy/>
  <dcterms:modified xsi:type="dcterms:W3CDTF">2026-07-06T14:13:17Z</dcterms:modified>
  <cp:revision>1528</cp:revision>
  <dc:subject/>
  <dc:title>Lorem ipsum  dolor sit amet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41</vt:i4>
  </property>
  <property fmtid="{D5CDD505-2E9C-101B-9397-08002B2CF9AE}" pid="3" name="PresentationFormat">
    <vt:lpwstr>Custom</vt:lpwstr>
  </property>
  <property fmtid="{D5CDD505-2E9C-101B-9397-08002B2CF9AE}" pid="4" name="Slides">
    <vt:i4>41</vt:i4>
  </property>
</Properties>
</file>