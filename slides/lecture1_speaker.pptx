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7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1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9.xml" ContentType="application/vnd.openxmlformats-officedocument.presentationml.slideLayout+xml"/>
  <Override PartName="/ppt/presProps.xml" ContentType="application/vnd.openxmlformats-officedocument.presentationml.presProps+xml"/>
  <Override PartName="/ppt/media/image5.wmf" ContentType="image/x-wmf"/>
  <Override PartName="/ppt/media/image7.wmf" ContentType="image/x-wmf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5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x="9144000" cy="514985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7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1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Folie mittels Klicken verschieben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1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&lt;Kopfzeile&gt;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8" name="PlaceHolder 4"/>
          <p:cNvSpPr>
            <a:spLocks noGrp="1"/>
          </p:cNvSpPr>
          <p:nvPr>
            <p:ph type="dt" idx="55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9" name="PlaceHolder 5"/>
          <p:cNvSpPr>
            <a:spLocks noGrp="1"/>
          </p:cNvSpPr>
          <p:nvPr>
            <p:ph type="ftr" idx="56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0" name="PlaceHolder 6"/>
          <p:cNvSpPr>
            <a:spLocks noGrp="1"/>
          </p:cNvSpPr>
          <p:nvPr>
            <p:ph type="sldNum" idx="57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92F8CE8-0D2A-403B-A2B1-FE66105A68CE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3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7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8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3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0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3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3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3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6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3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9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3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2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3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3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5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3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8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9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3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1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3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4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pn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3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7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8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9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8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9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1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2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23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5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8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29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3" name="Freihandform: Form 44" hidden="1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34" name="Gruppieren 25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35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8" name="Freihandform: Form 26"/>
          <p:cNvSpPr/>
          <p:nvPr/>
        </p:nvSpPr>
        <p:spPr>
          <a:xfrm>
            <a:off x="0" y="1422360"/>
            <a:ext cx="3166560" cy="3490920"/>
          </a:xfrm>
          <a:custGeom>
            <a:avLst/>
            <a:gdLst>
              <a:gd name="textAreaLeft" fmla="*/ 0 w 3166560"/>
              <a:gd name="textAreaRight" fmla="*/ 3168000 w 3166560"/>
              <a:gd name="textAreaTop" fmla="*/ 0 h 3490920"/>
              <a:gd name="textAreaBottom" fmla="*/ 3492360 h 3490920"/>
              <a:gd name="GluePoint1X" fmla="*/ 0 w 9701"/>
              <a:gd name="GluePoint1Y" fmla="*/ 0 h 8800"/>
              <a:gd name="GluePoint2X" fmla="*/ 0 w 9701"/>
              <a:gd name="GluePoint2Y" fmla="*/ 9701 h 88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</a:cxnLst>
            <a:rect l="textAreaLeft" t="textAreaTop" r="textAreaRight" b="textAreaBottom"/>
            <a:pathLst>
              <a:path w="4271120" h="4702819">
                <a:moveTo>
                  <a:pt x="3773588" y="3280579"/>
                </a:moveTo>
                <a:cubicBezTo>
                  <a:pt x="3773588" y="3280579"/>
                  <a:pt x="3730105" y="3343276"/>
                  <a:pt x="3717970" y="3393838"/>
                </a:cubicBezTo>
                <a:cubicBezTo>
                  <a:pt x="3745273" y="3430243"/>
                  <a:pt x="3753363" y="3442378"/>
                  <a:pt x="3755385" y="3541480"/>
                </a:cubicBezTo>
                <a:cubicBezTo>
                  <a:pt x="3755385" y="3549570"/>
                  <a:pt x="3745273" y="3551593"/>
                  <a:pt x="3742240" y="3544514"/>
                </a:cubicBezTo>
                <a:cubicBezTo>
                  <a:pt x="3714936" y="3479795"/>
                  <a:pt x="3663363" y="3420131"/>
                  <a:pt x="3594598" y="3403951"/>
                </a:cubicBezTo>
                <a:cubicBezTo>
                  <a:pt x="3610778" y="3321029"/>
                  <a:pt x="3667408" y="3281590"/>
                  <a:pt x="3773588" y="3280579"/>
                </a:cubicBezTo>
                <a:close/>
                <a:moveTo>
                  <a:pt x="3937409" y="2981250"/>
                </a:moveTo>
                <a:cubicBezTo>
                  <a:pt x="3924264" y="3035858"/>
                  <a:pt x="3891904" y="3080352"/>
                  <a:pt x="3833252" y="3118780"/>
                </a:cubicBezTo>
                <a:cubicBezTo>
                  <a:pt x="3598643" y="3075297"/>
                  <a:pt x="3669430" y="3152151"/>
                  <a:pt x="3480327" y="3142039"/>
                </a:cubicBezTo>
                <a:cubicBezTo>
                  <a:pt x="3479316" y="3127881"/>
                  <a:pt x="3479316" y="3081364"/>
                  <a:pt x="3488417" y="3070240"/>
                </a:cubicBezTo>
                <a:cubicBezTo>
                  <a:pt x="3640104" y="3123836"/>
                  <a:pt x="3659318" y="3035858"/>
                  <a:pt x="3802914" y="3008554"/>
                </a:cubicBezTo>
                <a:cubicBezTo>
                  <a:pt x="3851454" y="2999453"/>
                  <a:pt x="3909095" y="2995408"/>
                  <a:pt x="3937409" y="2981250"/>
                </a:cubicBezTo>
                <a:close/>
                <a:moveTo>
                  <a:pt x="1530647" y="2816671"/>
                </a:moveTo>
                <a:cubicBezTo>
                  <a:pt x="1533681" y="2815912"/>
                  <a:pt x="1537220" y="2816924"/>
                  <a:pt x="1538737" y="2820463"/>
                </a:cubicBezTo>
                <a:cubicBezTo>
                  <a:pt x="1704581" y="3184511"/>
                  <a:pt x="1838065" y="3351366"/>
                  <a:pt x="1944246" y="3409008"/>
                </a:cubicBezTo>
                <a:cubicBezTo>
                  <a:pt x="2164698" y="3528335"/>
                  <a:pt x="3031334" y="3856989"/>
                  <a:pt x="3606733" y="3913618"/>
                </a:cubicBezTo>
                <a:cubicBezTo>
                  <a:pt x="3614823" y="3913618"/>
                  <a:pt x="3615834" y="3924742"/>
                  <a:pt x="3607744" y="3926765"/>
                </a:cubicBezTo>
                <a:cubicBezTo>
                  <a:pt x="3352910" y="3984405"/>
                  <a:pt x="2663241" y="3916653"/>
                  <a:pt x="2423576" y="3894405"/>
                </a:cubicBezTo>
                <a:cubicBezTo>
                  <a:pt x="2159641" y="3869123"/>
                  <a:pt x="2078741" y="3805416"/>
                  <a:pt x="2077731" y="3806426"/>
                </a:cubicBezTo>
                <a:cubicBezTo>
                  <a:pt x="1903797" y="3672942"/>
                  <a:pt x="1564018" y="3144061"/>
                  <a:pt x="1525591" y="2823496"/>
                </a:cubicBezTo>
                <a:cubicBezTo>
                  <a:pt x="1525085" y="2819957"/>
                  <a:pt x="1527613" y="2817429"/>
                  <a:pt x="1530647" y="2816671"/>
                </a:cubicBezTo>
                <a:close/>
                <a:moveTo>
                  <a:pt x="3996062" y="2605067"/>
                </a:moveTo>
                <a:cubicBezTo>
                  <a:pt x="4069883" y="2597989"/>
                  <a:pt x="4190221" y="2621247"/>
                  <a:pt x="4271120" y="2676866"/>
                </a:cubicBezTo>
                <a:cubicBezTo>
                  <a:pt x="4252918" y="2737541"/>
                  <a:pt x="4086063" y="2706192"/>
                  <a:pt x="4008197" y="2693046"/>
                </a:cubicBezTo>
                <a:cubicBezTo>
                  <a:pt x="3953589" y="2684955"/>
                  <a:pt x="3889881" y="2681922"/>
                  <a:pt x="3829207" y="2680911"/>
                </a:cubicBezTo>
                <a:cubicBezTo>
                  <a:pt x="3777633" y="2679899"/>
                  <a:pt x="3693700" y="2671810"/>
                  <a:pt x="3670441" y="2642484"/>
                </a:cubicBezTo>
                <a:cubicBezTo>
                  <a:pt x="3719992" y="2647540"/>
                  <a:pt x="3843364" y="2620237"/>
                  <a:pt x="3996062" y="2605067"/>
                </a:cubicBezTo>
                <a:close/>
                <a:moveTo>
                  <a:pt x="3443991" y="1373753"/>
                </a:moveTo>
                <a:cubicBezTo>
                  <a:pt x="3569601" y="1369611"/>
                  <a:pt x="3697113" y="1404594"/>
                  <a:pt x="3808982" y="1505845"/>
                </a:cubicBezTo>
                <a:cubicBezTo>
                  <a:pt x="3760442" y="1576632"/>
                  <a:pt x="3761453" y="1685847"/>
                  <a:pt x="3766510" y="1714160"/>
                </a:cubicBezTo>
                <a:cubicBezTo>
                  <a:pt x="3739205" y="1705060"/>
                  <a:pt x="3695722" y="1653485"/>
                  <a:pt x="3673475" y="1626182"/>
                </a:cubicBezTo>
                <a:cubicBezTo>
                  <a:pt x="3582463" y="1677757"/>
                  <a:pt x="3486394" y="1844611"/>
                  <a:pt x="3503586" y="1940680"/>
                </a:cubicBezTo>
                <a:cubicBezTo>
                  <a:pt x="3512687" y="2019557"/>
                  <a:pt x="3455046" y="2031692"/>
                  <a:pt x="3349877" y="1900230"/>
                </a:cubicBezTo>
                <a:cubicBezTo>
                  <a:pt x="3299315" y="1936634"/>
                  <a:pt x="3250775" y="1870904"/>
                  <a:pt x="3263920" y="1778881"/>
                </a:cubicBezTo>
                <a:cubicBezTo>
                  <a:pt x="3182010" y="1864836"/>
                  <a:pt x="2961559" y="1908320"/>
                  <a:pt x="2886727" y="1881016"/>
                </a:cubicBezTo>
                <a:cubicBezTo>
                  <a:pt x="3034368" y="1838544"/>
                  <a:pt x="3254820" y="1604947"/>
                  <a:pt x="3400439" y="1585733"/>
                </a:cubicBezTo>
                <a:cubicBezTo>
                  <a:pt x="3282123" y="1528092"/>
                  <a:pt x="3076841" y="1513935"/>
                  <a:pt x="2921109" y="1605957"/>
                </a:cubicBezTo>
                <a:cubicBezTo>
                  <a:pt x="2914030" y="1610002"/>
                  <a:pt x="2906951" y="1599890"/>
                  <a:pt x="2913019" y="1594835"/>
                </a:cubicBezTo>
                <a:cubicBezTo>
                  <a:pt x="3030576" y="1496238"/>
                  <a:pt x="3234642" y="1380656"/>
                  <a:pt x="3443991" y="1373753"/>
                </a:cubicBezTo>
                <a:close/>
                <a:moveTo>
                  <a:pt x="0" y="0"/>
                </a:moveTo>
                <a:lnTo>
                  <a:pt x="115292" y="0"/>
                </a:lnTo>
                <a:lnTo>
                  <a:pt x="274676" y="0"/>
                </a:lnTo>
                <a:lnTo>
                  <a:pt x="3942724" y="0"/>
                </a:lnTo>
                <a:lnTo>
                  <a:pt x="3939432" y="53696"/>
                </a:lnTo>
                <a:cubicBezTo>
                  <a:pt x="3926286" y="139653"/>
                  <a:pt x="3890892" y="219541"/>
                  <a:pt x="3684598" y="334822"/>
                </a:cubicBezTo>
                <a:cubicBezTo>
                  <a:pt x="3918196" y="331789"/>
                  <a:pt x="3971792" y="185158"/>
                  <a:pt x="3981904" y="155833"/>
                </a:cubicBezTo>
                <a:cubicBezTo>
                  <a:pt x="4027411" y="317632"/>
                  <a:pt x="3993028" y="404599"/>
                  <a:pt x="3993028" y="404599"/>
                </a:cubicBezTo>
                <a:cubicBezTo>
                  <a:pt x="3940444" y="578533"/>
                  <a:pt x="3623924" y="771681"/>
                  <a:pt x="3433810" y="635163"/>
                </a:cubicBezTo>
                <a:cubicBezTo>
                  <a:pt x="2893805" y="156844"/>
                  <a:pt x="3099088" y="642242"/>
                  <a:pt x="2283013" y="464262"/>
                </a:cubicBezTo>
                <a:cubicBezTo>
                  <a:pt x="2277957" y="463251"/>
                  <a:pt x="2278968" y="455161"/>
                  <a:pt x="2284025" y="455161"/>
                </a:cubicBezTo>
                <a:cubicBezTo>
                  <a:pt x="2601556" y="444037"/>
                  <a:pt x="2854367" y="256957"/>
                  <a:pt x="2959536" y="115383"/>
                </a:cubicBezTo>
                <a:cubicBezTo>
                  <a:pt x="2963581" y="109315"/>
                  <a:pt x="2955491" y="101225"/>
                  <a:pt x="2949424" y="107293"/>
                </a:cubicBezTo>
                <a:cubicBezTo>
                  <a:pt x="2789647" y="273137"/>
                  <a:pt x="2362902" y="477408"/>
                  <a:pt x="1789525" y="314598"/>
                </a:cubicBezTo>
                <a:cubicBezTo>
                  <a:pt x="1719750" y="288306"/>
                  <a:pt x="1577164" y="254935"/>
                  <a:pt x="1564018" y="251900"/>
                </a:cubicBezTo>
                <a:cubicBezTo>
                  <a:pt x="1542782" y="245833"/>
                  <a:pt x="1554917" y="262013"/>
                  <a:pt x="1554917" y="262013"/>
                </a:cubicBezTo>
                <a:cubicBezTo>
                  <a:pt x="2567173" y="576510"/>
                  <a:pt x="2389194" y="907188"/>
                  <a:pt x="2389194" y="907188"/>
                </a:cubicBezTo>
                <a:cubicBezTo>
                  <a:pt x="2370992" y="796962"/>
                  <a:pt x="2292115" y="689770"/>
                  <a:pt x="2159641" y="613927"/>
                </a:cubicBezTo>
                <a:cubicBezTo>
                  <a:pt x="2258743" y="732242"/>
                  <a:pt x="2255710" y="818197"/>
                  <a:pt x="2255710" y="818197"/>
                </a:cubicBezTo>
                <a:cubicBezTo>
                  <a:pt x="2256721" y="837412"/>
                  <a:pt x="2256721" y="904154"/>
                  <a:pt x="2248631" y="897075"/>
                </a:cubicBezTo>
                <a:cubicBezTo>
                  <a:pt x="2238518" y="886963"/>
                  <a:pt x="2210203" y="755501"/>
                  <a:pt x="2071663" y="706960"/>
                </a:cubicBezTo>
                <a:cubicBezTo>
                  <a:pt x="2049416" y="701905"/>
                  <a:pt x="2063573" y="718085"/>
                  <a:pt x="2063573" y="718085"/>
                </a:cubicBezTo>
                <a:cubicBezTo>
                  <a:pt x="2150540" y="841456"/>
                  <a:pt x="2086831" y="984043"/>
                  <a:pt x="1981662" y="1090223"/>
                </a:cubicBezTo>
                <a:cubicBezTo>
                  <a:pt x="1992786" y="1084155"/>
                  <a:pt x="2003909" y="1077077"/>
                  <a:pt x="2015034" y="1068987"/>
                </a:cubicBezTo>
                <a:cubicBezTo>
                  <a:pt x="2088854" y="1009323"/>
                  <a:pt x="2150540" y="961794"/>
                  <a:pt x="2152563" y="876851"/>
                </a:cubicBezTo>
                <a:cubicBezTo>
                  <a:pt x="2152563" y="848535"/>
                  <a:pt x="2189978" y="899097"/>
                  <a:pt x="2193013" y="935503"/>
                </a:cubicBezTo>
                <a:cubicBezTo>
                  <a:pt x="2190990" y="1046740"/>
                  <a:pt x="2126271" y="1094268"/>
                  <a:pt x="2042337" y="1153931"/>
                </a:cubicBezTo>
                <a:cubicBezTo>
                  <a:pt x="1941212" y="1225730"/>
                  <a:pt x="1609524" y="1394608"/>
                  <a:pt x="1195925" y="1315731"/>
                </a:cubicBezTo>
                <a:cubicBezTo>
                  <a:pt x="1484130" y="1399664"/>
                  <a:pt x="1645929" y="1362248"/>
                  <a:pt x="1759188" y="1329888"/>
                </a:cubicBezTo>
                <a:cubicBezTo>
                  <a:pt x="1763233" y="1328876"/>
                  <a:pt x="1766267" y="1334944"/>
                  <a:pt x="1762222" y="1336967"/>
                </a:cubicBezTo>
                <a:cubicBezTo>
                  <a:pt x="1691435" y="1385506"/>
                  <a:pt x="1611546" y="1409776"/>
                  <a:pt x="1303117" y="1458316"/>
                </a:cubicBezTo>
                <a:cubicBezTo>
                  <a:pt x="1585254" y="1480563"/>
                  <a:pt x="1740986" y="1459328"/>
                  <a:pt x="1879527" y="1385506"/>
                </a:cubicBezTo>
                <a:cubicBezTo>
                  <a:pt x="1882560" y="1383484"/>
                  <a:pt x="1885594" y="1387529"/>
                  <a:pt x="1882560" y="1389551"/>
                </a:cubicBezTo>
                <a:cubicBezTo>
                  <a:pt x="1799638" y="1452248"/>
                  <a:pt x="1517501" y="1619104"/>
                  <a:pt x="1158509" y="1608992"/>
                </a:cubicBezTo>
                <a:cubicBezTo>
                  <a:pt x="1213116" y="1658542"/>
                  <a:pt x="1464916" y="1649442"/>
                  <a:pt x="1500309" y="1648430"/>
                </a:cubicBezTo>
                <a:cubicBezTo>
                  <a:pt x="1502332" y="1648430"/>
                  <a:pt x="1503344" y="1650453"/>
                  <a:pt x="1502332" y="1651464"/>
                </a:cubicBezTo>
                <a:cubicBezTo>
                  <a:pt x="1450759" y="1717194"/>
                  <a:pt x="1323342" y="1726296"/>
                  <a:pt x="1323342" y="1726296"/>
                </a:cubicBezTo>
                <a:cubicBezTo>
                  <a:pt x="1347612" y="1731352"/>
                  <a:pt x="1368848" y="1736409"/>
                  <a:pt x="1387050" y="1741465"/>
                </a:cubicBezTo>
                <a:cubicBezTo>
                  <a:pt x="1405252" y="1745509"/>
                  <a:pt x="1424467" y="1748544"/>
                  <a:pt x="1442669" y="1750566"/>
                </a:cubicBezTo>
                <a:cubicBezTo>
                  <a:pt x="1624693" y="1761689"/>
                  <a:pt x="1816830" y="1717194"/>
                  <a:pt x="1983684" y="1635284"/>
                </a:cubicBezTo>
                <a:cubicBezTo>
                  <a:pt x="1989752" y="1632250"/>
                  <a:pt x="2041326" y="1604947"/>
                  <a:pt x="2041326" y="1604947"/>
                </a:cubicBezTo>
                <a:cubicBezTo>
                  <a:pt x="2046382" y="1641352"/>
                  <a:pt x="2021101" y="1692925"/>
                  <a:pt x="1993797" y="1723262"/>
                </a:cubicBezTo>
                <a:cubicBezTo>
                  <a:pt x="1962449" y="1757644"/>
                  <a:pt x="1921999" y="1780903"/>
                  <a:pt x="1881549" y="1801128"/>
                </a:cubicBezTo>
                <a:cubicBezTo>
                  <a:pt x="1892672" y="1818319"/>
                  <a:pt x="1875482" y="1856746"/>
                  <a:pt x="1868403" y="1865847"/>
                </a:cubicBezTo>
                <a:cubicBezTo>
                  <a:pt x="1612558" y="2185401"/>
                  <a:pt x="1001766" y="1993265"/>
                  <a:pt x="1001766" y="1993265"/>
                </a:cubicBezTo>
                <a:cubicBezTo>
                  <a:pt x="1001766" y="1993265"/>
                  <a:pt x="1000754" y="1993265"/>
                  <a:pt x="999744" y="1993265"/>
                </a:cubicBezTo>
                <a:cubicBezTo>
                  <a:pt x="1145363" y="2093377"/>
                  <a:pt x="1362780" y="2123715"/>
                  <a:pt x="1477051" y="2115625"/>
                </a:cubicBezTo>
                <a:cubicBezTo>
                  <a:pt x="1479074" y="2115625"/>
                  <a:pt x="1480085" y="2117648"/>
                  <a:pt x="1478062" y="2118658"/>
                </a:cubicBezTo>
                <a:cubicBezTo>
                  <a:pt x="1447725" y="2137873"/>
                  <a:pt x="1347612" y="2158097"/>
                  <a:pt x="1337500" y="2160120"/>
                </a:cubicBezTo>
                <a:cubicBezTo>
                  <a:pt x="1571097" y="2180345"/>
                  <a:pt x="1753121" y="2096412"/>
                  <a:pt x="1830987" y="2044838"/>
                </a:cubicBezTo>
                <a:cubicBezTo>
                  <a:pt x="1837055" y="2040793"/>
                  <a:pt x="1845144" y="2048883"/>
                  <a:pt x="1840088" y="2054950"/>
                </a:cubicBezTo>
                <a:cubicBezTo>
                  <a:pt x="1765256" y="2154052"/>
                  <a:pt x="1717728" y="2182367"/>
                  <a:pt x="1610536" y="2209670"/>
                </a:cubicBezTo>
                <a:cubicBezTo>
                  <a:pt x="1399185" y="2261244"/>
                  <a:pt x="1159521" y="2246076"/>
                  <a:pt x="970417" y="2143940"/>
                </a:cubicBezTo>
                <a:cubicBezTo>
                  <a:pt x="1170644" y="2526190"/>
                  <a:pt x="1447725" y="2465516"/>
                  <a:pt x="1531659" y="2446302"/>
                </a:cubicBezTo>
                <a:cubicBezTo>
                  <a:pt x="1427500" y="2605067"/>
                  <a:pt x="1220195" y="2650574"/>
                  <a:pt x="1040194" y="2520123"/>
                </a:cubicBezTo>
                <a:cubicBezTo>
                  <a:pt x="1030081" y="2513044"/>
                  <a:pt x="1021991" y="2504955"/>
                  <a:pt x="1012890" y="2497875"/>
                </a:cubicBezTo>
                <a:cubicBezTo>
                  <a:pt x="890529" y="2709226"/>
                  <a:pt x="464795" y="2786080"/>
                  <a:pt x="585134" y="2905408"/>
                </a:cubicBezTo>
                <a:cubicBezTo>
                  <a:pt x="1526602" y="3840809"/>
                  <a:pt x="2443801" y="4164407"/>
                  <a:pt x="2443801" y="4164407"/>
                </a:cubicBezTo>
                <a:cubicBezTo>
                  <a:pt x="2521667" y="4282217"/>
                  <a:pt x="2602820" y="4452359"/>
                  <a:pt x="2680749" y="4641304"/>
                </a:cubicBezTo>
                <a:lnTo>
                  <a:pt x="2704586" y="4702819"/>
                </a:lnTo>
                <a:lnTo>
                  <a:pt x="274676" y="4702819"/>
                </a:lnTo>
                <a:lnTo>
                  <a:pt x="115292" y="4702819"/>
                </a:lnTo>
                <a:lnTo>
                  <a:pt x="0" y="4702819"/>
                </a:lnTo>
                <a:close/>
              </a:path>
            </a:pathLst>
          </a:custGeom>
          <a:solidFill>
            <a:srgbClr val="DAE5EA"/>
          </a:solidFill>
          <a:ln w="9176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3654360" y="2268000"/>
            <a:ext cx="4399560" cy="10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40" name="Grafik 6"/>
          <p:cNvGrpSpPr/>
          <p:nvPr/>
        </p:nvGrpSpPr>
        <p:grpSpPr>
          <a:xfrm>
            <a:off x="522720" y="385200"/>
            <a:ext cx="1526760" cy="582120"/>
            <a:chOff x="522720" y="385200"/>
            <a:chExt cx="1526760" cy="582120"/>
          </a:xfrm>
        </p:grpSpPr>
        <p:sp>
          <p:nvSpPr>
            <p:cNvPr id="41" name="Freihandform: Form 8"/>
            <p:cNvSpPr/>
            <p:nvPr/>
          </p:nvSpPr>
          <p:spPr>
            <a:xfrm>
              <a:off x="1888920" y="825480"/>
              <a:ext cx="160560" cy="141840"/>
            </a:xfrm>
            <a:custGeom>
              <a:avLst/>
              <a:gdLst>
                <a:gd name="textAreaLeft" fmla="*/ 0 w 160560"/>
                <a:gd name="textAreaRight" fmla="*/ 162000 w 160560"/>
                <a:gd name="textAreaTop" fmla="*/ 0 h 141840"/>
                <a:gd name="textAreaBottom" fmla="*/ 143280 h 141840"/>
                <a:gd name="GluePoint1X" fmla="*/ 0 w 398"/>
                <a:gd name="GluePoint1Y" fmla="*/ 0 h 45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" name="Freihandform: Form 9"/>
            <p:cNvSpPr/>
            <p:nvPr/>
          </p:nvSpPr>
          <p:spPr>
            <a:xfrm>
              <a:off x="1432440" y="512640"/>
              <a:ext cx="393120" cy="39600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396000"/>
                <a:gd name="textAreaBottom" fmla="*/ 397440 h 396000"/>
                <a:gd name="GluePoint1X" fmla="*/ 0 w 1104"/>
                <a:gd name="GluePoint1Y" fmla="*/ 552 h 1096"/>
                <a:gd name="GluePoint2X" fmla="*/ 0 w 1104"/>
                <a:gd name="GluePoint2Y" fmla="*/ 0 h 10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" name="Freihandform: Form 10"/>
            <p:cNvSpPr/>
            <p:nvPr/>
          </p:nvSpPr>
          <p:spPr>
            <a:xfrm>
              <a:off x="52272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" name="Freihandform: Form 11"/>
            <p:cNvSpPr/>
            <p:nvPr/>
          </p:nvSpPr>
          <p:spPr>
            <a:xfrm>
              <a:off x="97920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5" name="PlaceHolder 2"/>
          <p:cNvSpPr>
            <a:spLocks noGrp="1"/>
          </p:cNvSpPr>
          <p:nvPr>
            <p:ph type="dt" idx="1"/>
          </p:nvPr>
        </p:nvSpPr>
        <p:spPr>
          <a:xfrm>
            <a:off x="526680" y="4460400"/>
            <a:ext cx="2055960" cy="27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1204920"/>
            <a:ext cx="8228160" cy="298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Gliederungsebene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Gliederungsebene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Vierte Gliederungsebene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48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51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52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53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54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0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3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64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6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7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68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0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3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74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8" name="Freihandform: Form 44" hidden="1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uppieren 2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80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Freihandform: Form 25"/>
          <p:cNvSpPr/>
          <p:nvPr/>
        </p:nvSpPr>
        <p:spPr>
          <a:xfrm>
            <a:off x="0" y="1422360"/>
            <a:ext cx="3166560" cy="3490920"/>
          </a:xfrm>
          <a:custGeom>
            <a:avLst/>
            <a:gdLst>
              <a:gd name="textAreaLeft" fmla="*/ 0 w 3166560"/>
              <a:gd name="textAreaRight" fmla="*/ 3168000 w 3166560"/>
              <a:gd name="textAreaTop" fmla="*/ 0 h 3490920"/>
              <a:gd name="textAreaBottom" fmla="*/ 3492360 h 3490920"/>
              <a:gd name="GluePoint1X" fmla="*/ 0 w 9701"/>
              <a:gd name="GluePoint1Y" fmla="*/ 0 h 8800"/>
              <a:gd name="GluePoint2X" fmla="*/ 0 w 9701"/>
              <a:gd name="GluePoint2Y" fmla="*/ 9701 h 88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</a:cxnLst>
            <a:rect l="textAreaLeft" t="textAreaTop" r="textAreaRight" b="textAreaBottom"/>
            <a:pathLst>
              <a:path w="4271120" h="4702819">
                <a:moveTo>
                  <a:pt x="3773588" y="3280579"/>
                </a:moveTo>
                <a:cubicBezTo>
                  <a:pt x="3773588" y="3280579"/>
                  <a:pt x="3730105" y="3343276"/>
                  <a:pt x="3717970" y="3393838"/>
                </a:cubicBezTo>
                <a:cubicBezTo>
                  <a:pt x="3745273" y="3430243"/>
                  <a:pt x="3753363" y="3442378"/>
                  <a:pt x="3755385" y="3541480"/>
                </a:cubicBezTo>
                <a:cubicBezTo>
                  <a:pt x="3755385" y="3549570"/>
                  <a:pt x="3745273" y="3551593"/>
                  <a:pt x="3742240" y="3544514"/>
                </a:cubicBezTo>
                <a:cubicBezTo>
                  <a:pt x="3714936" y="3479795"/>
                  <a:pt x="3663363" y="3420131"/>
                  <a:pt x="3594598" y="3403951"/>
                </a:cubicBezTo>
                <a:cubicBezTo>
                  <a:pt x="3610778" y="3321029"/>
                  <a:pt x="3667408" y="3281590"/>
                  <a:pt x="3773588" y="3280579"/>
                </a:cubicBezTo>
                <a:close/>
                <a:moveTo>
                  <a:pt x="3937409" y="2981250"/>
                </a:moveTo>
                <a:cubicBezTo>
                  <a:pt x="3924264" y="3035858"/>
                  <a:pt x="3891904" y="3080352"/>
                  <a:pt x="3833252" y="3118780"/>
                </a:cubicBezTo>
                <a:cubicBezTo>
                  <a:pt x="3598643" y="3075297"/>
                  <a:pt x="3669430" y="3152151"/>
                  <a:pt x="3480327" y="3142039"/>
                </a:cubicBezTo>
                <a:cubicBezTo>
                  <a:pt x="3479316" y="3127881"/>
                  <a:pt x="3479316" y="3081364"/>
                  <a:pt x="3488417" y="3070240"/>
                </a:cubicBezTo>
                <a:cubicBezTo>
                  <a:pt x="3640104" y="3123836"/>
                  <a:pt x="3659318" y="3035858"/>
                  <a:pt x="3802914" y="3008554"/>
                </a:cubicBezTo>
                <a:cubicBezTo>
                  <a:pt x="3851454" y="2999453"/>
                  <a:pt x="3909095" y="2995408"/>
                  <a:pt x="3937409" y="2981250"/>
                </a:cubicBezTo>
                <a:close/>
                <a:moveTo>
                  <a:pt x="1530647" y="2816671"/>
                </a:moveTo>
                <a:cubicBezTo>
                  <a:pt x="1533681" y="2815912"/>
                  <a:pt x="1537220" y="2816924"/>
                  <a:pt x="1538737" y="2820463"/>
                </a:cubicBezTo>
                <a:cubicBezTo>
                  <a:pt x="1704581" y="3184511"/>
                  <a:pt x="1838065" y="3351366"/>
                  <a:pt x="1944246" y="3409008"/>
                </a:cubicBezTo>
                <a:cubicBezTo>
                  <a:pt x="2164698" y="3528335"/>
                  <a:pt x="3031334" y="3856989"/>
                  <a:pt x="3606733" y="3913618"/>
                </a:cubicBezTo>
                <a:cubicBezTo>
                  <a:pt x="3614823" y="3913618"/>
                  <a:pt x="3615834" y="3924742"/>
                  <a:pt x="3607744" y="3926765"/>
                </a:cubicBezTo>
                <a:cubicBezTo>
                  <a:pt x="3352910" y="3984405"/>
                  <a:pt x="2663241" y="3916653"/>
                  <a:pt x="2423576" y="3894405"/>
                </a:cubicBezTo>
                <a:cubicBezTo>
                  <a:pt x="2159641" y="3869123"/>
                  <a:pt x="2078741" y="3805416"/>
                  <a:pt x="2077731" y="3806426"/>
                </a:cubicBezTo>
                <a:cubicBezTo>
                  <a:pt x="1903797" y="3672942"/>
                  <a:pt x="1564018" y="3144061"/>
                  <a:pt x="1525591" y="2823496"/>
                </a:cubicBezTo>
                <a:cubicBezTo>
                  <a:pt x="1525085" y="2819957"/>
                  <a:pt x="1527613" y="2817429"/>
                  <a:pt x="1530647" y="2816671"/>
                </a:cubicBezTo>
                <a:close/>
                <a:moveTo>
                  <a:pt x="3996062" y="2605067"/>
                </a:moveTo>
                <a:cubicBezTo>
                  <a:pt x="4069883" y="2597989"/>
                  <a:pt x="4190221" y="2621247"/>
                  <a:pt x="4271120" y="2676866"/>
                </a:cubicBezTo>
                <a:cubicBezTo>
                  <a:pt x="4252918" y="2737541"/>
                  <a:pt x="4086063" y="2706192"/>
                  <a:pt x="4008197" y="2693046"/>
                </a:cubicBezTo>
                <a:cubicBezTo>
                  <a:pt x="3953589" y="2684955"/>
                  <a:pt x="3889881" y="2681922"/>
                  <a:pt x="3829207" y="2680911"/>
                </a:cubicBezTo>
                <a:cubicBezTo>
                  <a:pt x="3777633" y="2679899"/>
                  <a:pt x="3693700" y="2671810"/>
                  <a:pt x="3670441" y="2642484"/>
                </a:cubicBezTo>
                <a:cubicBezTo>
                  <a:pt x="3719992" y="2647540"/>
                  <a:pt x="3843364" y="2620237"/>
                  <a:pt x="3996062" y="2605067"/>
                </a:cubicBezTo>
                <a:close/>
                <a:moveTo>
                  <a:pt x="3443991" y="1373753"/>
                </a:moveTo>
                <a:cubicBezTo>
                  <a:pt x="3569601" y="1369611"/>
                  <a:pt x="3697113" y="1404594"/>
                  <a:pt x="3808982" y="1505845"/>
                </a:cubicBezTo>
                <a:cubicBezTo>
                  <a:pt x="3760442" y="1576632"/>
                  <a:pt x="3761453" y="1685847"/>
                  <a:pt x="3766510" y="1714160"/>
                </a:cubicBezTo>
                <a:cubicBezTo>
                  <a:pt x="3739205" y="1705060"/>
                  <a:pt x="3695722" y="1653485"/>
                  <a:pt x="3673475" y="1626182"/>
                </a:cubicBezTo>
                <a:cubicBezTo>
                  <a:pt x="3582463" y="1677757"/>
                  <a:pt x="3486394" y="1844611"/>
                  <a:pt x="3503586" y="1940680"/>
                </a:cubicBezTo>
                <a:cubicBezTo>
                  <a:pt x="3512687" y="2019557"/>
                  <a:pt x="3455046" y="2031692"/>
                  <a:pt x="3349877" y="1900230"/>
                </a:cubicBezTo>
                <a:cubicBezTo>
                  <a:pt x="3299315" y="1936634"/>
                  <a:pt x="3250775" y="1870904"/>
                  <a:pt x="3263920" y="1778881"/>
                </a:cubicBezTo>
                <a:cubicBezTo>
                  <a:pt x="3182010" y="1864836"/>
                  <a:pt x="2961559" y="1908320"/>
                  <a:pt x="2886727" y="1881016"/>
                </a:cubicBezTo>
                <a:cubicBezTo>
                  <a:pt x="3034368" y="1838544"/>
                  <a:pt x="3254820" y="1604947"/>
                  <a:pt x="3400439" y="1585733"/>
                </a:cubicBezTo>
                <a:cubicBezTo>
                  <a:pt x="3282123" y="1528092"/>
                  <a:pt x="3076841" y="1513935"/>
                  <a:pt x="2921109" y="1605957"/>
                </a:cubicBezTo>
                <a:cubicBezTo>
                  <a:pt x="2914030" y="1610002"/>
                  <a:pt x="2906951" y="1599890"/>
                  <a:pt x="2913019" y="1594835"/>
                </a:cubicBezTo>
                <a:cubicBezTo>
                  <a:pt x="3030576" y="1496238"/>
                  <a:pt x="3234642" y="1380656"/>
                  <a:pt x="3443991" y="1373753"/>
                </a:cubicBezTo>
                <a:close/>
                <a:moveTo>
                  <a:pt x="0" y="0"/>
                </a:moveTo>
                <a:lnTo>
                  <a:pt x="115292" y="0"/>
                </a:lnTo>
                <a:lnTo>
                  <a:pt x="274676" y="0"/>
                </a:lnTo>
                <a:lnTo>
                  <a:pt x="3942724" y="0"/>
                </a:lnTo>
                <a:lnTo>
                  <a:pt x="3939432" y="53696"/>
                </a:lnTo>
                <a:cubicBezTo>
                  <a:pt x="3926286" y="139653"/>
                  <a:pt x="3890892" y="219541"/>
                  <a:pt x="3684598" y="334822"/>
                </a:cubicBezTo>
                <a:cubicBezTo>
                  <a:pt x="3918196" y="331789"/>
                  <a:pt x="3971792" y="185158"/>
                  <a:pt x="3981904" y="155833"/>
                </a:cubicBezTo>
                <a:cubicBezTo>
                  <a:pt x="4027411" y="317632"/>
                  <a:pt x="3993028" y="404599"/>
                  <a:pt x="3993028" y="404599"/>
                </a:cubicBezTo>
                <a:cubicBezTo>
                  <a:pt x="3940444" y="578533"/>
                  <a:pt x="3623924" y="771681"/>
                  <a:pt x="3433810" y="635163"/>
                </a:cubicBezTo>
                <a:cubicBezTo>
                  <a:pt x="2893805" y="156844"/>
                  <a:pt x="3099088" y="642242"/>
                  <a:pt x="2283013" y="464262"/>
                </a:cubicBezTo>
                <a:cubicBezTo>
                  <a:pt x="2277957" y="463251"/>
                  <a:pt x="2278968" y="455161"/>
                  <a:pt x="2284025" y="455161"/>
                </a:cubicBezTo>
                <a:cubicBezTo>
                  <a:pt x="2601556" y="444037"/>
                  <a:pt x="2854367" y="256957"/>
                  <a:pt x="2959536" y="115383"/>
                </a:cubicBezTo>
                <a:cubicBezTo>
                  <a:pt x="2963581" y="109315"/>
                  <a:pt x="2955491" y="101225"/>
                  <a:pt x="2949424" y="107293"/>
                </a:cubicBezTo>
                <a:cubicBezTo>
                  <a:pt x="2789647" y="273137"/>
                  <a:pt x="2362902" y="477408"/>
                  <a:pt x="1789525" y="314598"/>
                </a:cubicBezTo>
                <a:cubicBezTo>
                  <a:pt x="1719750" y="288306"/>
                  <a:pt x="1577164" y="254935"/>
                  <a:pt x="1564018" y="251900"/>
                </a:cubicBezTo>
                <a:cubicBezTo>
                  <a:pt x="1542782" y="245833"/>
                  <a:pt x="1554917" y="262013"/>
                  <a:pt x="1554917" y="262013"/>
                </a:cubicBezTo>
                <a:cubicBezTo>
                  <a:pt x="2567173" y="576510"/>
                  <a:pt x="2389194" y="907188"/>
                  <a:pt x="2389194" y="907188"/>
                </a:cubicBezTo>
                <a:cubicBezTo>
                  <a:pt x="2370992" y="796962"/>
                  <a:pt x="2292115" y="689770"/>
                  <a:pt x="2159641" y="613927"/>
                </a:cubicBezTo>
                <a:cubicBezTo>
                  <a:pt x="2258743" y="732242"/>
                  <a:pt x="2255710" y="818197"/>
                  <a:pt x="2255710" y="818197"/>
                </a:cubicBezTo>
                <a:cubicBezTo>
                  <a:pt x="2256721" y="837412"/>
                  <a:pt x="2256721" y="904154"/>
                  <a:pt x="2248631" y="897075"/>
                </a:cubicBezTo>
                <a:cubicBezTo>
                  <a:pt x="2238518" y="886963"/>
                  <a:pt x="2210203" y="755501"/>
                  <a:pt x="2071663" y="706960"/>
                </a:cubicBezTo>
                <a:cubicBezTo>
                  <a:pt x="2049416" y="701905"/>
                  <a:pt x="2063573" y="718085"/>
                  <a:pt x="2063573" y="718085"/>
                </a:cubicBezTo>
                <a:cubicBezTo>
                  <a:pt x="2150540" y="841456"/>
                  <a:pt x="2086831" y="984043"/>
                  <a:pt x="1981662" y="1090223"/>
                </a:cubicBezTo>
                <a:cubicBezTo>
                  <a:pt x="1992786" y="1084155"/>
                  <a:pt x="2003909" y="1077077"/>
                  <a:pt x="2015034" y="1068987"/>
                </a:cubicBezTo>
                <a:cubicBezTo>
                  <a:pt x="2088854" y="1009323"/>
                  <a:pt x="2150540" y="961794"/>
                  <a:pt x="2152563" y="876851"/>
                </a:cubicBezTo>
                <a:cubicBezTo>
                  <a:pt x="2152563" y="848535"/>
                  <a:pt x="2189978" y="899097"/>
                  <a:pt x="2193013" y="935503"/>
                </a:cubicBezTo>
                <a:cubicBezTo>
                  <a:pt x="2190990" y="1046740"/>
                  <a:pt x="2126271" y="1094268"/>
                  <a:pt x="2042337" y="1153931"/>
                </a:cubicBezTo>
                <a:cubicBezTo>
                  <a:pt x="1941212" y="1225730"/>
                  <a:pt x="1609524" y="1394608"/>
                  <a:pt x="1195925" y="1315731"/>
                </a:cubicBezTo>
                <a:cubicBezTo>
                  <a:pt x="1484130" y="1399664"/>
                  <a:pt x="1645929" y="1362248"/>
                  <a:pt x="1759188" y="1329888"/>
                </a:cubicBezTo>
                <a:cubicBezTo>
                  <a:pt x="1763233" y="1328876"/>
                  <a:pt x="1766267" y="1334944"/>
                  <a:pt x="1762222" y="1336967"/>
                </a:cubicBezTo>
                <a:cubicBezTo>
                  <a:pt x="1691435" y="1385506"/>
                  <a:pt x="1611546" y="1409776"/>
                  <a:pt x="1303117" y="1458316"/>
                </a:cubicBezTo>
                <a:cubicBezTo>
                  <a:pt x="1585254" y="1480563"/>
                  <a:pt x="1740986" y="1459328"/>
                  <a:pt x="1879527" y="1385506"/>
                </a:cubicBezTo>
                <a:cubicBezTo>
                  <a:pt x="1882560" y="1383484"/>
                  <a:pt x="1885594" y="1387529"/>
                  <a:pt x="1882560" y="1389551"/>
                </a:cubicBezTo>
                <a:cubicBezTo>
                  <a:pt x="1799638" y="1452248"/>
                  <a:pt x="1517501" y="1619104"/>
                  <a:pt x="1158509" y="1608992"/>
                </a:cubicBezTo>
                <a:cubicBezTo>
                  <a:pt x="1213116" y="1658542"/>
                  <a:pt x="1464916" y="1649442"/>
                  <a:pt x="1500309" y="1648430"/>
                </a:cubicBezTo>
                <a:cubicBezTo>
                  <a:pt x="1502332" y="1648430"/>
                  <a:pt x="1503344" y="1650453"/>
                  <a:pt x="1502332" y="1651464"/>
                </a:cubicBezTo>
                <a:cubicBezTo>
                  <a:pt x="1450759" y="1717194"/>
                  <a:pt x="1323342" y="1726296"/>
                  <a:pt x="1323342" y="1726296"/>
                </a:cubicBezTo>
                <a:cubicBezTo>
                  <a:pt x="1347612" y="1731352"/>
                  <a:pt x="1368848" y="1736409"/>
                  <a:pt x="1387050" y="1741465"/>
                </a:cubicBezTo>
                <a:cubicBezTo>
                  <a:pt x="1405252" y="1745509"/>
                  <a:pt x="1424467" y="1748544"/>
                  <a:pt x="1442669" y="1750566"/>
                </a:cubicBezTo>
                <a:cubicBezTo>
                  <a:pt x="1624693" y="1761689"/>
                  <a:pt x="1816830" y="1717194"/>
                  <a:pt x="1983684" y="1635284"/>
                </a:cubicBezTo>
                <a:cubicBezTo>
                  <a:pt x="1989752" y="1632250"/>
                  <a:pt x="2041326" y="1604947"/>
                  <a:pt x="2041326" y="1604947"/>
                </a:cubicBezTo>
                <a:cubicBezTo>
                  <a:pt x="2046382" y="1641352"/>
                  <a:pt x="2021101" y="1692925"/>
                  <a:pt x="1993797" y="1723262"/>
                </a:cubicBezTo>
                <a:cubicBezTo>
                  <a:pt x="1962449" y="1757644"/>
                  <a:pt x="1921999" y="1780903"/>
                  <a:pt x="1881549" y="1801128"/>
                </a:cubicBezTo>
                <a:cubicBezTo>
                  <a:pt x="1892672" y="1818319"/>
                  <a:pt x="1875482" y="1856746"/>
                  <a:pt x="1868403" y="1865847"/>
                </a:cubicBezTo>
                <a:cubicBezTo>
                  <a:pt x="1612558" y="2185401"/>
                  <a:pt x="1001766" y="1993265"/>
                  <a:pt x="1001766" y="1993265"/>
                </a:cubicBezTo>
                <a:cubicBezTo>
                  <a:pt x="1001766" y="1993265"/>
                  <a:pt x="1000754" y="1993265"/>
                  <a:pt x="999744" y="1993265"/>
                </a:cubicBezTo>
                <a:cubicBezTo>
                  <a:pt x="1145363" y="2093377"/>
                  <a:pt x="1362780" y="2123715"/>
                  <a:pt x="1477051" y="2115625"/>
                </a:cubicBezTo>
                <a:cubicBezTo>
                  <a:pt x="1479074" y="2115625"/>
                  <a:pt x="1480085" y="2117648"/>
                  <a:pt x="1478062" y="2118658"/>
                </a:cubicBezTo>
                <a:cubicBezTo>
                  <a:pt x="1447725" y="2137873"/>
                  <a:pt x="1347612" y="2158097"/>
                  <a:pt x="1337500" y="2160120"/>
                </a:cubicBezTo>
                <a:cubicBezTo>
                  <a:pt x="1571097" y="2180345"/>
                  <a:pt x="1753121" y="2096412"/>
                  <a:pt x="1830987" y="2044838"/>
                </a:cubicBezTo>
                <a:cubicBezTo>
                  <a:pt x="1837055" y="2040793"/>
                  <a:pt x="1845144" y="2048883"/>
                  <a:pt x="1840088" y="2054950"/>
                </a:cubicBezTo>
                <a:cubicBezTo>
                  <a:pt x="1765256" y="2154052"/>
                  <a:pt x="1717728" y="2182367"/>
                  <a:pt x="1610536" y="2209670"/>
                </a:cubicBezTo>
                <a:cubicBezTo>
                  <a:pt x="1399185" y="2261244"/>
                  <a:pt x="1159521" y="2246076"/>
                  <a:pt x="970417" y="2143940"/>
                </a:cubicBezTo>
                <a:cubicBezTo>
                  <a:pt x="1170644" y="2526190"/>
                  <a:pt x="1447725" y="2465516"/>
                  <a:pt x="1531659" y="2446302"/>
                </a:cubicBezTo>
                <a:cubicBezTo>
                  <a:pt x="1427500" y="2605067"/>
                  <a:pt x="1220195" y="2650574"/>
                  <a:pt x="1040194" y="2520123"/>
                </a:cubicBezTo>
                <a:cubicBezTo>
                  <a:pt x="1030081" y="2513044"/>
                  <a:pt x="1021991" y="2504955"/>
                  <a:pt x="1012890" y="2497875"/>
                </a:cubicBezTo>
                <a:cubicBezTo>
                  <a:pt x="890529" y="2709226"/>
                  <a:pt x="464795" y="2786080"/>
                  <a:pt x="585134" y="2905408"/>
                </a:cubicBezTo>
                <a:cubicBezTo>
                  <a:pt x="1526602" y="3840809"/>
                  <a:pt x="2443801" y="4164407"/>
                  <a:pt x="2443801" y="4164407"/>
                </a:cubicBezTo>
                <a:cubicBezTo>
                  <a:pt x="2521667" y="4282217"/>
                  <a:pt x="2602820" y="4452359"/>
                  <a:pt x="2680749" y="4641304"/>
                </a:cubicBezTo>
                <a:lnTo>
                  <a:pt x="2704586" y="4702819"/>
                </a:lnTo>
                <a:lnTo>
                  <a:pt x="274676" y="4702819"/>
                </a:lnTo>
                <a:lnTo>
                  <a:pt x="115292" y="4702819"/>
                </a:lnTo>
                <a:lnTo>
                  <a:pt x="0" y="4702819"/>
                </a:lnTo>
                <a:close/>
              </a:path>
            </a:pathLst>
          </a:custGeom>
          <a:solidFill>
            <a:srgbClr val="DAE5EA"/>
          </a:solidFill>
          <a:ln w="9176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1"/>
          <p:cNvSpPr>
            <a:spLocks noGrp="1"/>
          </p:cNvSpPr>
          <p:nvPr>
            <p:ph type="dt" idx="2"/>
          </p:nvPr>
        </p:nvSpPr>
        <p:spPr>
          <a:xfrm>
            <a:off x="526680" y="4460400"/>
            <a:ext cx="2055960" cy="27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title"/>
          </p:nvPr>
        </p:nvSpPr>
        <p:spPr>
          <a:xfrm>
            <a:off x="526680" y="2899440"/>
            <a:ext cx="6398280" cy="53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afik 6"/>
          <p:cNvGrpSpPr/>
          <p:nvPr/>
        </p:nvGrpSpPr>
        <p:grpSpPr>
          <a:xfrm>
            <a:off x="522720" y="385200"/>
            <a:ext cx="1526760" cy="582120"/>
            <a:chOff x="522720" y="385200"/>
            <a:chExt cx="1526760" cy="582120"/>
          </a:xfrm>
        </p:grpSpPr>
        <p:sp>
          <p:nvSpPr>
            <p:cNvPr id="87" name="Freihandform: Form 13"/>
            <p:cNvSpPr/>
            <p:nvPr/>
          </p:nvSpPr>
          <p:spPr>
            <a:xfrm>
              <a:off x="1888920" y="825480"/>
              <a:ext cx="160560" cy="141840"/>
            </a:xfrm>
            <a:custGeom>
              <a:avLst/>
              <a:gdLst>
                <a:gd name="textAreaLeft" fmla="*/ 0 w 160560"/>
                <a:gd name="textAreaRight" fmla="*/ 162000 w 160560"/>
                <a:gd name="textAreaTop" fmla="*/ 0 h 141840"/>
                <a:gd name="textAreaBottom" fmla="*/ 143280 h 141840"/>
                <a:gd name="GluePoint1X" fmla="*/ 0 w 398"/>
                <a:gd name="GluePoint1Y" fmla="*/ 0 h 45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Freihandform: Form 14"/>
            <p:cNvSpPr/>
            <p:nvPr/>
          </p:nvSpPr>
          <p:spPr>
            <a:xfrm>
              <a:off x="1432440" y="512640"/>
              <a:ext cx="393120" cy="39600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396000"/>
                <a:gd name="textAreaBottom" fmla="*/ 397440 h 396000"/>
                <a:gd name="GluePoint1X" fmla="*/ 0 w 1104"/>
                <a:gd name="GluePoint1Y" fmla="*/ 552 h 1096"/>
                <a:gd name="GluePoint2X" fmla="*/ 0 w 1104"/>
                <a:gd name="GluePoint2Y" fmla="*/ 0 h 10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Freihandform: Form 15"/>
            <p:cNvSpPr/>
            <p:nvPr/>
          </p:nvSpPr>
          <p:spPr>
            <a:xfrm>
              <a:off x="52272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Freihandform: Form 16"/>
            <p:cNvSpPr/>
            <p:nvPr/>
          </p:nvSpPr>
          <p:spPr>
            <a:xfrm>
              <a:off x="97920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92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5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6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97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98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4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7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08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0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1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12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4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7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118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22" name="Freihandform: Form 44" hidden="1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23" name="Gruppieren 25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24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7" name="PlaceHolder 1"/>
          <p:cNvSpPr>
            <a:spLocks noGrp="1"/>
          </p:cNvSpPr>
          <p:nvPr>
            <p:ph type="dt" idx="3"/>
          </p:nvPr>
        </p:nvSpPr>
        <p:spPr>
          <a:xfrm>
            <a:off x="526680" y="4460400"/>
            <a:ext cx="2055960" cy="27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title"/>
          </p:nvPr>
        </p:nvSpPr>
        <p:spPr>
          <a:xfrm>
            <a:off x="526680" y="2331720"/>
            <a:ext cx="6398280" cy="110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129" name="Grafik 6"/>
          <p:cNvGrpSpPr/>
          <p:nvPr/>
        </p:nvGrpSpPr>
        <p:grpSpPr>
          <a:xfrm>
            <a:off x="522720" y="385200"/>
            <a:ext cx="1526760" cy="582120"/>
            <a:chOff x="522720" y="385200"/>
            <a:chExt cx="1526760" cy="582120"/>
          </a:xfrm>
        </p:grpSpPr>
        <p:sp>
          <p:nvSpPr>
            <p:cNvPr id="130" name="Freihandform: Form 13"/>
            <p:cNvSpPr/>
            <p:nvPr/>
          </p:nvSpPr>
          <p:spPr>
            <a:xfrm>
              <a:off x="1888920" y="825480"/>
              <a:ext cx="160560" cy="141840"/>
            </a:xfrm>
            <a:custGeom>
              <a:avLst/>
              <a:gdLst>
                <a:gd name="textAreaLeft" fmla="*/ 0 w 160560"/>
                <a:gd name="textAreaRight" fmla="*/ 162000 w 160560"/>
                <a:gd name="textAreaTop" fmla="*/ 0 h 141840"/>
                <a:gd name="textAreaBottom" fmla="*/ 143280 h 141840"/>
                <a:gd name="GluePoint1X" fmla="*/ 0 w 398"/>
                <a:gd name="GluePoint1Y" fmla="*/ 0 h 45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Freihandform: Form 14"/>
            <p:cNvSpPr/>
            <p:nvPr/>
          </p:nvSpPr>
          <p:spPr>
            <a:xfrm>
              <a:off x="1432440" y="512640"/>
              <a:ext cx="393120" cy="39600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396000"/>
                <a:gd name="textAreaBottom" fmla="*/ 397440 h 396000"/>
                <a:gd name="GluePoint1X" fmla="*/ 0 w 1104"/>
                <a:gd name="GluePoint1Y" fmla="*/ 552 h 1096"/>
                <a:gd name="GluePoint2X" fmla="*/ 0 w 1104"/>
                <a:gd name="GluePoint2Y" fmla="*/ 0 h 10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" name="Freihandform: Form 15"/>
            <p:cNvSpPr/>
            <p:nvPr/>
          </p:nvSpPr>
          <p:spPr>
            <a:xfrm>
              <a:off x="52272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Freihandform: Form 16"/>
            <p:cNvSpPr/>
            <p:nvPr/>
          </p:nvSpPr>
          <p:spPr>
            <a:xfrm>
              <a:off x="97920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mit Bild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35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38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39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140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141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47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8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50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51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3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54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55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6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7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60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161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2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3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65" name="Freihandform: Form 44" hidden="1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66" name="Gruppieren 28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67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8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9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0" name="PlaceHolder 1"/>
          <p:cNvSpPr>
            <a:spLocks noGrp="1"/>
          </p:cNvSpPr>
          <p:nvPr>
            <p:ph type="dt" idx="4"/>
          </p:nvPr>
        </p:nvSpPr>
        <p:spPr>
          <a:xfrm>
            <a:off x="526680" y="4460400"/>
            <a:ext cx="2055960" cy="27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title"/>
          </p:nvPr>
        </p:nvSpPr>
        <p:spPr>
          <a:xfrm>
            <a:off x="526680" y="2331720"/>
            <a:ext cx="4935240" cy="110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172" name="Grafik 6"/>
          <p:cNvGrpSpPr/>
          <p:nvPr/>
        </p:nvGrpSpPr>
        <p:grpSpPr>
          <a:xfrm>
            <a:off x="522720" y="385200"/>
            <a:ext cx="1526760" cy="582120"/>
            <a:chOff x="522720" y="385200"/>
            <a:chExt cx="1526760" cy="582120"/>
          </a:xfrm>
        </p:grpSpPr>
        <p:sp>
          <p:nvSpPr>
            <p:cNvPr id="173" name="Freihandform: Form 13"/>
            <p:cNvSpPr/>
            <p:nvPr/>
          </p:nvSpPr>
          <p:spPr>
            <a:xfrm>
              <a:off x="1888920" y="825480"/>
              <a:ext cx="160560" cy="141840"/>
            </a:xfrm>
            <a:custGeom>
              <a:avLst/>
              <a:gdLst>
                <a:gd name="textAreaLeft" fmla="*/ 0 w 160560"/>
                <a:gd name="textAreaRight" fmla="*/ 162000 w 160560"/>
                <a:gd name="textAreaTop" fmla="*/ 0 h 141840"/>
                <a:gd name="textAreaBottom" fmla="*/ 143280 h 141840"/>
                <a:gd name="GluePoint1X" fmla="*/ 0 w 398"/>
                <a:gd name="GluePoint1Y" fmla="*/ 0 h 45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4" name="Freihandform: Form 15"/>
            <p:cNvSpPr/>
            <p:nvPr/>
          </p:nvSpPr>
          <p:spPr>
            <a:xfrm>
              <a:off x="1432440" y="512640"/>
              <a:ext cx="393120" cy="39600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396000"/>
                <a:gd name="textAreaBottom" fmla="*/ 397440 h 396000"/>
                <a:gd name="GluePoint1X" fmla="*/ 0 w 1104"/>
                <a:gd name="GluePoint1Y" fmla="*/ 552 h 1096"/>
                <a:gd name="GluePoint2X" fmla="*/ 0 w 1104"/>
                <a:gd name="GluePoint2Y" fmla="*/ 0 h 10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5" name="Freihandform: Form 18"/>
            <p:cNvSpPr/>
            <p:nvPr/>
          </p:nvSpPr>
          <p:spPr>
            <a:xfrm>
              <a:off x="52272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6" name="Freihandform: Form 19"/>
            <p:cNvSpPr/>
            <p:nvPr/>
          </p:nvSpPr>
          <p:spPr>
            <a:xfrm>
              <a:off x="97920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7" name="PlaceHolder 3"/>
          <p:cNvSpPr>
            <a:spLocks noGrp="1"/>
          </p:cNvSpPr>
          <p:nvPr>
            <p:ph type="body"/>
          </p:nvPr>
        </p:nvSpPr>
        <p:spPr>
          <a:xfrm>
            <a:off x="5621040" y="1088280"/>
            <a:ext cx="3521520" cy="38250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mit Bild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79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1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82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83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184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185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6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7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8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9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0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91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2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3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94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95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6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97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98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99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0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01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2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3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04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205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6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7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8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09" name="Freihandform: Form 44" hidden="1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210" name="Gruppieren 28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211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2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3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4" name="PlaceHolder 1"/>
          <p:cNvSpPr>
            <a:spLocks noGrp="1"/>
          </p:cNvSpPr>
          <p:nvPr>
            <p:ph type="dt" idx="5"/>
          </p:nvPr>
        </p:nvSpPr>
        <p:spPr>
          <a:xfrm>
            <a:off x="526680" y="4460400"/>
            <a:ext cx="2055960" cy="27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title"/>
          </p:nvPr>
        </p:nvSpPr>
        <p:spPr>
          <a:xfrm>
            <a:off x="526680" y="2250360"/>
            <a:ext cx="2828880" cy="11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216" name="Grafik 6"/>
          <p:cNvGrpSpPr/>
          <p:nvPr/>
        </p:nvGrpSpPr>
        <p:grpSpPr>
          <a:xfrm>
            <a:off x="522720" y="385200"/>
            <a:ext cx="1526760" cy="582120"/>
            <a:chOff x="522720" y="385200"/>
            <a:chExt cx="1526760" cy="582120"/>
          </a:xfrm>
        </p:grpSpPr>
        <p:sp>
          <p:nvSpPr>
            <p:cNvPr id="217" name="Freihandform: Form 13"/>
            <p:cNvSpPr/>
            <p:nvPr/>
          </p:nvSpPr>
          <p:spPr>
            <a:xfrm>
              <a:off x="1888920" y="825480"/>
              <a:ext cx="160560" cy="141840"/>
            </a:xfrm>
            <a:custGeom>
              <a:avLst/>
              <a:gdLst>
                <a:gd name="textAreaLeft" fmla="*/ 0 w 160560"/>
                <a:gd name="textAreaRight" fmla="*/ 162000 w 160560"/>
                <a:gd name="textAreaTop" fmla="*/ 0 h 141840"/>
                <a:gd name="textAreaBottom" fmla="*/ 143280 h 141840"/>
                <a:gd name="GluePoint1X" fmla="*/ 0 w 398"/>
                <a:gd name="GluePoint1Y" fmla="*/ 0 h 45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8" name="Freihandform: Form 17"/>
            <p:cNvSpPr/>
            <p:nvPr/>
          </p:nvSpPr>
          <p:spPr>
            <a:xfrm>
              <a:off x="1432440" y="512640"/>
              <a:ext cx="393120" cy="39600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396000"/>
                <a:gd name="textAreaBottom" fmla="*/ 397440 h 396000"/>
                <a:gd name="GluePoint1X" fmla="*/ 0 w 1104"/>
                <a:gd name="GluePoint1Y" fmla="*/ 552 h 1096"/>
                <a:gd name="GluePoint2X" fmla="*/ 0 w 1104"/>
                <a:gd name="GluePoint2Y" fmla="*/ 0 h 10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9" name="Freihandform: Form 18"/>
            <p:cNvSpPr/>
            <p:nvPr/>
          </p:nvSpPr>
          <p:spPr>
            <a:xfrm>
              <a:off x="52272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0" name="Freihandform: Form 19"/>
            <p:cNvSpPr/>
            <p:nvPr/>
          </p:nvSpPr>
          <p:spPr>
            <a:xfrm>
              <a:off x="97920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21" name="PlaceHolder 3"/>
          <p:cNvSpPr>
            <a:spLocks noGrp="1"/>
          </p:cNvSpPr>
          <p:nvPr>
            <p:ph type="body"/>
          </p:nvPr>
        </p:nvSpPr>
        <p:spPr>
          <a:xfrm>
            <a:off x="3546000" y="1088280"/>
            <a:ext cx="5596560" cy="38250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mit zwei Bilder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2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223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4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5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226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227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228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229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0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1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2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3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4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35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6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7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38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239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0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41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42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243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4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45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6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7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48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249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0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1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2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53" name="Freihandform: Form 44" hidden="1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254" name="Gruppieren 30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255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6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7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58" name="PlaceHolder 1"/>
          <p:cNvSpPr>
            <a:spLocks noGrp="1"/>
          </p:cNvSpPr>
          <p:nvPr>
            <p:ph type="dt" idx="6"/>
          </p:nvPr>
        </p:nvSpPr>
        <p:spPr>
          <a:xfrm>
            <a:off x="6564960" y="4460400"/>
            <a:ext cx="2055960" cy="27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title"/>
          </p:nvPr>
        </p:nvSpPr>
        <p:spPr>
          <a:xfrm>
            <a:off x="526680" y="3818520"/>
            <a:ext cx="5772240" cy="56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260" name="Grafik 6"/>
          <p:cNvGrpSpPr/>
          <p:nvPr/>
        </p:nvGrpSpPr>
        <p:grpSpPr>
          <a:xfrm>
            <a:off x="522720" y="385200"/>
            <a:ext cx="1526760" cy="582120"/>
            <a:chOff x="522720" y="385200"/>
            <a:chExt cx="1526760" cy="582120"/>
          </a:xfrm>
        </p:grpSpPr>
        <p:sp>
          <p:nvSpPr>
            <p:cNvPr id="261" name="Freihandform: Form 17"/>
            <p:cNvSpPr/>
            <p:nvPr/>
          </p:nvSpPr>
          <p:spPr>
            <a:xfrm>
              <a:off x="1888920" y="825480"/>
              <a:ext cx="160560" cy="141840"/>
            </a:xfrm>
            <a:custGeom>
              <a:avLst/>
              <a:gdLst>
                <a:gd name="textAreaLeft" fmla="*/ 0 w 160560"/>
                <a:gd name="textAreaRight" fmla="*/ 162000 w 160560"/>
                <a:gd name="textAreaTop" fmla="*/ 0 h 141840"/>
                <a:gd name="textAreaBottom" fmla="*/ 143280 h 141840"/>
                <a:gd name="GluePoint1X" fmla="*/ 0 w 398"/>
                <a:gd name="GluePoint1Y" fmla="*/ 0 h 45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2" name="Freihandform: Form 19"/>
            <p:cNvSpPr/>
            <p:nvPr/>
          </p:nvSpPr>
          <p:spPr>
            <a:xfrm>
              <a:off x="1432440" y="512640"/>
              <a:ext cx="393120" cy="39600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396000"/>
                <a:gd name="textAreaBottom" fmla="*/ 397440 h 396000"/>
                <a:gd name="GluePoint1X" fmla="*/ 0 w 1104"/>
                <a:gd name="GluePoint1Y" fmla="*/ 552 h 1096"/>
                <a:gd name="GluePoint2X" fmla="*/ 0 w 1104"/>
                <a:gd name="GluePoint2Y" fmla="*/ 0 h 10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3" name="Freihandform: Form 20"/>
            <p:cNvSpPr/>
            <p:nvPr/>
          </p:nvSpPr>
          <p:spPr>
            <a:xfrm>
              <a:off x="52272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4" name="Freihandform: Form 23"/>
            <p:cNvSpPr/>
            <p:nvPr/>
          </p:nvSpPr>
          <p:spPr>
            <a:xfrm>
              <a:off x="97920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0 w 1427"/>
                <a:gd name="GluePoint1Y" fmla="*/ 0 h 1096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5" name="PlaceHolder 3"/>
          <p:cNvSpPr>
            <a:spLocks noGrp="1"/>
          </p:cNvSpPr>
          <p:nvPr>
            <p:ph type="body"/>
          </p:nvPr>
        </p:nvSpPr>
        <p:spPr>
          <a:xfrm>
            <a:off x="0" y="1422360"/>
            <a:ext cx="6676920" cy="23947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4"/>
          <p:cNvSpPr>
            <a:spLocks noGrp="1"/>
          </p:cNvSpPr>
          <p:nvPr>
            <p:ph type="body"/>
          </p:nvPr>
        </p:nvSpPr>
        <p:spPr>
          <a:xfrm>
            <a:off x="6741000" y="1422360"/>
            <a:ext cx="2401560" cy="23947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Unter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7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268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9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0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271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272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273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274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5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6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7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8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9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80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1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2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83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284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5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86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87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288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9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90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1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2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93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294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5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6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7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98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ftr" idx="7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8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65C33C81-E489-49D3-A7B1-47F31913328C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8099640" cy="349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64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4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305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6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7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308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309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310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311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2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3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4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5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6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17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8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9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20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321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2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23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24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325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6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27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8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9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30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331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2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3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4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35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 type="ftr" idx="9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sldNum" idx="10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E665846C-BB01-499B-BC6D-7C90A2DE1A2E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3940200" cy="34228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42000" cy="34228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Kopf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1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342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3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4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345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346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347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348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9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0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1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2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3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54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5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6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57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358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9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60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61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362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3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64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5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6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67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368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9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0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1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72" name="Freihandform: Form 44" hidden="1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373" name="Gruppieren 52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374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5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6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77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378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379" name="Freihandform: Form 35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0" name="Freihandform: Form 36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1" name="Freihandform: Form 37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2" name="Freihandform: Form 38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3" name="Freihandform: Form 39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4" name="Freihandform: Form 40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85" name="Freihandform: Form 17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6" name="Freihandform: Form 18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7" name="Freihandform: Form 19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88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389" name="Freihandform: Form 33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0" name="Freihandform: Form 34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91" name="Freihandform: Form 21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92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393" name="Freihandform: Form 31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4" name="Freihandform: Form 32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95" name="Freihandform: Form 23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6" name="Freihandform: Form 24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7" name="Freihandform: Form 25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98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399" name="Freihandform: Form 27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0" name="Freihandform: Form 28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1" name="Freihandform: Form 29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2" name="Freihandform: Form 30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03" name="Grafik 11"/>
          <p:cNvSpPr/>
          <p:nvPr/>
        </p:nvSpPr>
        <p:spPr>
          <a:xfrm>
            <a:off x="0" y="0"/>
            <a:ext cx="3730680" cy="4913640"/>
          </a:xfrm>
          <a:custGeom>
            <a:avLst/>
            <a:gdLst>
              <a:gd name="textAreaLeft" fmla="*/ 0 w 3730680"/>
              <a:gd name="textAreaRight" fmla="*/ 3732120 w 3730680"/>
              <a:gd name="textAreaTop" fmla="*/ 0 h 4913640"/>
              <a:gd name="textAreaBottom" fmla="*/ 4915080 h 4913640"/>
              <a:gd name="GluePoint1X" fmla="*/ 0 w 13653"/>
              <a:gd name="GluePoint1Y" fmla="*/ 0 h 10367"/>
              <a:gd name="GluePoint2X" fmla="*/ 10367 w 13653"/>
              <a:gd name="GluePoint2Y" fmla="*/ 0 h 10367"/>
              <a:gd name="GluePoint3X" fmla="*/ 10367 w 13653"/>
              <a:gd name="GluePoint3Y" fmla="*/ 13653 h 10367"/>
              <a:gd name="GluePoint4X" fmla="*/ 0 w 13653"/>
              <a:gd name="GluePoint4Y" fmla="*/ 13653 h 10367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5015880" h="6597650">
                <a:moveTo>
                  <a:pt x="0" y="0"/>
                </a:moveTo>
                <a:lnTo>
                  <a:pt x="5015880" y="0"/>
                </a:lnTo>
                <a:lnTo>
                  <a:pt x="5015880" y="6597650"/>
                </a:lnTo>
                <a:lnTo>
                  <a:pt x="0" y="659765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1"/>
          <p:cNvSpPr>
            <a:spLocks noGrp="1"/>
          </p:cNvSpPr>
          <p:nvPr>
            <p:ph type="ftr" idx="11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" name="PlaceHolder 2"/>
          <p:cNvSpPr>
            <a:spLocks noGrp="1"/>
          </p:cNvSpPr>
          <p:nvPr>
            <p:ph type="sldNum" idx="12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85958BC2-72D8-4450-864F-A68F4C019FA3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title"/>
          </p:nvPr>
        </p:nvSpPr>
        <p:spPr>
          <a:xfrm>
            <a:off x="4464000" y="330840"/>
            <a:ext cx="288792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cxnSp>
        <p:nvCxnSpPr>
          <p:cNvPr id="407" name="Gerader Verbinder 45"/>
          <p:cNvCxnSpPr/>
          <p:nvPr/>
        </p:nvCxnSpPr>
        <p:spPr>
          <a:xfrm>
            <a:off x="4464000" y="974520"/>
            <a:ext cx="289080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sp>
        <p:nvSpPr>
          <p:cNvPr id="408" name="PlaceHolder 4"/>
          <p:cNvSpPr>
            <a:spLocks noGrp="1"/>
          </p:cNvSpPr>
          <p:nvPr>
            <p:ph type="body"/>
          </p:nvPr>
        </p:nvSpPr>
        <p:spPr>
          <a:xfrm>
            <a:off x="4464000" y="1422360"/>
            <a:ext cx="4367520" cy="349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5"/>
          <p:cNvSpPr>
            <a:spLocks noGrp="1"/>
          </p:cNvSpPr>
          <p:nvPr>
            <p:ph type="body"/>
          </p:nvPr>
        </p:nvSpPr>
        <p:spPr>
          <a:xfrm>
            <a:off x="4464000" y="1088280"/>
            <a:ext cx="415692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 + Unter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0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411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2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3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414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415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416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417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8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9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0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1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2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23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4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5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26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427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8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29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30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431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2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33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4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5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36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437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8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9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0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41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4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443" name="PlaceHolder 2"/>
          <p:cNvSpPr>
            <a:spLocks noGrp="1"/>
          </p:cNvSpPr>
          <p:nvPr>
            <p:ph type="ftr" idx="13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PlaceHolder 3"/>
          <p:cNvSpPr>
            <a:spLocks noGrp="1"/>
          </p:cNvSpPr>
          <p:nvPr>
            <p:ph type="sldNum" idx="14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23DC74CE-F779-43AE-9974-87D68C454DBD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3940200" cy="349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46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35520" cy="349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47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394128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448" name="PlaceHolder 7"/>
          <p:cNvSpPr>
            <a:spLocks noGrp="1"/>
          </p:cNvSpPr>
          <p:nvPr>
            <p:ph type="body"/>
          </p:nvPr>
        </p:nvSpPr>
        <p:spPr>
          <a:xfrm>
            <a:off x="4680720" y="1088280"/>
            <a:ext cx="394128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iagramnm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9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450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1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2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453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454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455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456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7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8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9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0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1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62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3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4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65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466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7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68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69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470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1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72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3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4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75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476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7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8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9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80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482" name="PlaceHolder 2"/>
          <p:cNvSpPr>
            <a:spLocks noGrp="1"/>
          </p:cNvSpPr>
          <p:nvPr>
            <p:ph type="sldNum" idx="15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E2C94639-3094-4E8C-9569-31D2FE89184A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 type="ftr" idx="16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" name="PlaceHolder 4"/>
          <p:cNvSpPr>
            <a:spLocks noGrp="1"/>
          </p:cNvSpPr>
          <p:nvPr>
            <p:ph type="body"/>
          </p:nvPr>
        </p:nvSpPr>
        <p:spPr>
          <a:xfrm>
            <a:off x="522360" y="1422360"/>
            <a:ext cx="809892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485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64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n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6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487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8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9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490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491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492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493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4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5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6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7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8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99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0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1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02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503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4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05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06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507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8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09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0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1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12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513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4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5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6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517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19" name="PlaceHolder 2"/>
          <p:cNvSpPr>
            <a:spLocks noGrp="1"/>
          </p:cNvSpPr>
          <p:nvPr>
            <p:ph type="sldNum" idx="17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15D1F703-0F38-41F2-9F87-FA60410DB957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 type="ftr" idx="18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PlaceHolder 4"/>
          <p:cNvSpPr>
            <a:spLocks noGrp="1"/>
          </p:cNvSpPr>
          <p:nvPr>
            <p:ph type="body"/>
          </p:nvPr>
        </p:nvSpPr>
        <p:spPr>
          <a:xfrm>
            <a:off x="6031080" y="1422360"/>
            <a:ext cx="2589480" cy="349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22" name="PlaceHolder 5"/>
          <p:cNvSpPr>
            <a:spLocks noGrp="1"/>
          </p:cNvSpPr>
          <p:nvPr>
            <p:ph type="body"/>
          </p:nvPr>
        </p:nvSpPr>
        <p:spPr>
          <a:xfrm>
            <a:off x="522360" y="1422360"/>
            <a:ext cx="530892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23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64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n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4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525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6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7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528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529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530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531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2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3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4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5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6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37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8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9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40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541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2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43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44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545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6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47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8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9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50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551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2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3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4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555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57" name="PlaceHolder 2"/>
          <p:cNvSpPr>
            <a:spLocks noGrp="1"/>
          </p:cNvSpPr>
          <p:nvPr>
            <p:ph type="sldNum" idx="19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C1DA4F1B-97B6-4450-BCCD-DB882AB37470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" name="PlaceHolder 3"/>
          <p:cNvSpPr>
            <a:spLocks noGrp="1"/>
          </p:cNvSpPr>
          <p:nvPr>
            <p:ph type="ftr" idx="20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2589480" cy="349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0" name="PlaceHolder 5"/>
          <p:cNvSpPr>
            <a:spLocks noGrp="1"/>
          </p:cNvSpPr>
          <p:nvPr>
            <p:ph type="body"/>
          </p:nvPr>
        </p:nvSpPr>
        <p:spPr>
          <a:xfrm>
            <a:off x="3311640" y="1422360"/>
            <a:ext cx="530892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61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64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er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2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563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4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5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566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567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568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569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0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1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2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3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4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75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6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7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78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579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0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81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82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583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4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85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6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7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88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589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0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1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2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593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9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95" name="PlaceHolder 2"/>
          <p:cNvSpPr>
            <a:spLocks noGrp="1"/>
          </p:cNvSpPr>
          <p:nvPr>
            <p:ph type="ftr" idx="21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" name="PlaceHolder 3"/>
          <p:cNvSpPr>
            <a:spLocks noGrp="1"/>
          </p:cNvSpPr>
          <p:nvPr>
            <p:ph type="sldNum" idx="22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C3F2C170-8903-42AF-8A85-603CCD13A22A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7" name="PlaceHolder 4"/>
          <p:cNvSpPr>
            <a:spLocks noGrp="1"/>
          </p:cNvSpPr>
          <p:nvPr>
            <p:ph type="body"/>
          </p:nvPr>
        </p:nvSpPr>
        <p:spPr>
          <a:xfrm>
            <a:off x="522360" y="1422360"/>
            <a:ext cx="3940200" cy="163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98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40200" cy="163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99" name="PlaceHolder 6"/>
          <p:cNvSpPr>
            <a:spLocks noGrp="1"/>
          </p:cNvSpPr>
          <p:nvPr>
            <p:ph type="body"/>
          </p:nvPr>
        </p:nvSpPr>
        <p:spPr>
          <a:xfrm>
            <a:off x="522360" y="3187800"/>
            <a:ext cx="3940200" cy="163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00" name="PlaceHolder 7"/>
          <p:cNvSpPr>
            <a:spLocks noGrp="1"/>
          </p:cNvSpPr>
          <p:nvPr>
            <p:ph type="body"/>
          </p:nvPr>
        </p:nvSpPr>
        <p:spPr>
          <a:xfrm>
            <a:off x="4680000" y="3187800"/>
            <a:ext cx="3942000" cy="163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e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1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602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3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4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05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606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607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608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9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0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1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2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3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14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5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6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17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618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9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20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21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622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3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24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5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6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27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628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9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0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1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632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3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34" name="PlaceHolder 2"/>
          <p:cNvSpPr>
            <a:spLocks noGrp="1"/>
          </p:cNvSpPr>
          <p:nvPr>
            <p:ph type="ftr" idx="23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5" name="PlaceHolder 3"/>
          <p:cNvSpPr>
            <a:spLocks noGrp="1"/>
          </p:cNvSpPr>
          <p:nvPr>
            <p:ph type="sldNum" idx="24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B0B48568-7442-49D8-9AA6-4001EF3F61A7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" name="PlaceHolder 4"/>
          <p:cNvSpPr>
            <a:spLocks noGrp="1"/>
          </p:cNvSpPr>
          <p:nvPr>
            <p:ph type="body"/>
          </p:nvPr>
        </p:nvSpPr>
        <p:spPr>
          <a:xfrm>
            <a:off x="522360" y="1422360"/>
            <a:ext cx="3940200" cy="349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37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42000" cy="349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38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64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Bild rech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9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640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1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2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43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644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645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646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7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8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9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0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1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52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3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4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55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656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7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58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59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660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1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62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3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4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65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666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7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8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9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670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7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72" name="PlaceHolder 2"/>
          <p:cNvSpPr>
            <a:spLocks noGrp="1"/>
          </p:cNvSpPr>
          <p:nvPr>
            <p:ph type="ftr" idx="25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3" name="PlaceHolder 3"/>
          <p:cNvSpPr>
            <a:spLocks noGrp="1"/>
          </p:cNvSpPr>
          <p:nvPr>
            <p:ph type="sldNum" idx="26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FD29F098-6E0D-4264-ACBC-6A63F2392D6E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" name="PlaceHolder 4"/>
          <p:cNvSpPr>
            <a:spLocks noGrp="1"/>
          </p:cNvSpPr>
          <p:nvPr>
            <p:ph type="body"/>
          </p:nvPr>
        </p:nvSpPr>
        <p:spPr>
          <a:xfrm>
            <a:off x="4625640" y="1422360"/>
            <a:ext cx="451692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75" name="PlaceHolder 5"/>
          <p:cNvSpPr>
            <a:spLocks noGrp="1"/>
          </p:cNvSpPr>
          <p:nvPr>
            <p:ph type="body"/>
          </p:nvPr>
        </p:nvSpPr>
        <p:spPr>
          <a:xfrm>
            <a:off x="521640" y="1422360"/>
            <a:ext cx="3753000" cy="349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76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375300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Unter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7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678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9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0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81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682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683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684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5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6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7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8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9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90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1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2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93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694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5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96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97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698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9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00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1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2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03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704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5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6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7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08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0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710" name="PlaceHolder 2"/>
          <p:cNvSpPr>
            <a:spLocks noGrp="1"/>
          </p:cNvSpPr>
          <p:nvPr>
            <p:ph type="ftr" idx="27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1" name="PlaceHolder 3"/>
          <p:cNvSpPr>
            <a:spLocks noGrp="1"/>
          </p:cNvSpPr>
          <p:nvPr>
            <p:ph type="sldNum" idx="28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C020CC22-1F78-4C6F-A3BC-AF4E939ECB14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" name="PlaceHolder 4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64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zwei Bilder rech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3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714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5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6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717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718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719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720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1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2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3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4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5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26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7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8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29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730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1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32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33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734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5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36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7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8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39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740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1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2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3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44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4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746" name="PlaceHolder 2"/>
          <p:cNvSpPr>
            <a:spLocks noGrp="1"/>
          </p:cNvSpPr>
          <p:nvPr>
            <p:ph type="ftr" idx="29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7" name="PlaceHolder 3"/>
          <p:cNvSpPr>
            <a:spLocks noGrp="1"/>
          </p:cNvSpPr>
          <p:nvPr>
            <p:ph type="sldNum" idx="30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D58C9E4D-CFB3-4CC3-A812-F1B7CA80F89D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" name="PlaceHolder 4"/>
          <p:cNvSpPr>
            <a:spLocks noGrp="1"/>
          </p:cNvSpPr>
          <p:nvPr>
            <p:ph type="body"/>
          </p:nvPr>
        </p:nvSpPr>
        <p:spPr>
          <a:xfrm>
            <a:off x="4625640" y="1422360"/>
            <a:ext cx="224064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749" name="PlaceHolder 5"/>
          <p:cNvSpPr>
            <a:spLocks noGrp="1"/>
          </p:cNvSpPr>
          <p:nvPr>
            <p:ph type="body"/>
          </p:nvPr>
        </p:nvSpPr>
        <p:spPr>
          <a:xfrm>
            <a:off x="6921000" y="1422360"/>
            <a:ext cx="222156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750" name="PlaceHolder 6"/>
          <p:cNvSpPr>
            <a:spLocks noGrp="1"/>
          </p:cNvSpPr>
          <p:nvPr>
            <p:ph type="body"/>
          </p:nvPr>
        </p:nvSpPr>
        <p:spPr>
          <a:xfrm>
            <a:off x="522360" y="1422360"/>
            <a:ext cx="3753000" cy="349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51" name="PlaceHolder 7"/>
          <p:cNvSpPr>
            <a:spLocks noGrp="1"/>
          </p:cNvSpPr>
          <p:nvPr>
            <p:ph type="body"/>
          </p:nvPr>
        </p:nvSpPr>
        <p:spPr>
          <a:xfrm>
            <a:off x="521640" y="1088280"/>
            <a:ext cx="375300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Bild link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2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753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4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5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756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757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758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759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0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1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2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3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4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65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6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7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68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769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0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71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72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773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4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75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6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7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78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779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0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1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2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83" name="Freihandform: Form 44" hidden="1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784" name="Gruppieren 53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785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6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7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8" name="PlaceHolder 1"/>
          <p:cNvSpPr>
            <a:spLocks noGrp="1"/>
          </p:cNvSpPr>
          <p:nvPr>
            <p:ph type="ftr" idx="31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9" name="PlaceHolder 2"/>
          <p:cNvSpPr>
            <a:spLocks noGrp="1"/>
          </p:cNvSpPr>
          <p:nvPr>
            <p:ph type="sldNum" idx="32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11877EC2-31C4-4EE8-83B8-19B6783CE150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0" name="PlaceHolder 3"/>
          <p:cNvSpPr>
            <a:spLocks noGrp="1"/>
          </p:cNvSpPr>
          <p:nvPr>
            <p:ph type="title"/>
          </p:nvPr>
        </p:nvSpPr>
        <p:spPr>
          <a:xfrm>
            <a:off x="4625640" y="330840"/>
            <a:ext cx="272628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cxnSp>
        <p:nvCxnSpPr>
          <p:cNvPr id="791" name="Gerader Verbinder 46"/>
          <p:cNvCxnSpPr/>
          <p:nvPr/>
        </p:nvCxnSpPr>
        <p:spPr>
          <a:xfrm>
            <a:off x="4625640" y="974520"/>
            <a:ext cx="272916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sp>
        <p:nvSpPr>
          <p:cNvPr id="792" name="PlaceHolder 4"/>
          <p:cNvSpPr>
            <a:spLocks noGrp="1"/>
          </p:cNvSpPr>
          <p:nvPr>
            <p:ph type="body"/>
          </p:nvPr>
        </p:nvSpPr>
        <p:spPr>
          <a:xfrm>
            <a:off x="-6120" y="0"/>
            <a:ext cx="4275720" cy="49136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793" name="PlaceHolder 5"/>
          <p:cNvSpPr>
            <a:spLocks noGrp="1"/>
          </p:cNvSpPr>
          <p:nvPr>
            <p:ph type="body"/>
          </p:nvPr>
        </p:nvSpPr>
        <p:spPr>
          <a:xfrm>
            <a:off x="4625640" y="1422360"/>
            <a:ext cx="3996360" cy="34862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94" name="PlaceHolder 6"/>
          <p:cNvSpPr>
            <a:spLocks noGrp="1"/>
          </p:cNvSpPr>
          <p:nvPr>
            <p:ph type="body"/>
          </p:nvPr>
        </p:nvSpPr>
        <p:spPr>
          <a:xfrm>
            <a:off x="4625640" y="1088280"/>
            <a:ext cx="399564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795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796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797" name="Freihandform: Form 68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8" name="Freihandform: Form 69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9" name="Freihandform: Form 70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0" name="Freihandform: Form 71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1" name="Freihandform: Form 72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2" name="Freihandform: Form 73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03" name="Freihandform: Form 45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4" name="Freihandform: Form 4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5" name="Freihandform: Form 4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06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807" name="Freihandform: Form 66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8" name="Freihandform: Form 67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09" name="Freihandform: Form 50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10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811" name="Freihandform: Form 6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2" name="Freihandform: Form 6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13" name="Freihandform: Form 52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4" name="Freihandform: Form 5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5" name="Freihandform: Form 5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16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817" name="Freihandform: Form 6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8" name="Freihandform: Form 6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9" name="Freihandform: Form 6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0" name="Freihandform: Form 6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zwei Bilder link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1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822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3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4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825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826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827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828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9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0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1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2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3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34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5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6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37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838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9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40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41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842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3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44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5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6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47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848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9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0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1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852" name="Freihandform: Form 44" hidden="1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853" name="Gruppieren 54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854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5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6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7" name="PlaceHolder 1"/>
          <p:cNvSpPr>
            <a:spLocks noGrp="1"/>
          </p:cNvSpPr>
          <p:nvPr>
            <p:ph type="ftr" idx="33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8" name="PlaceHolder 2"/>
          <p:cNvSpPr>
            <a:spLocks noGrp="1"/>
          </p:cNvSpPr>
          <p:nvPr>
            <p:ph type="sldNum" idx="34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37388A22-C30F-4ABD-9167-C33D9F63386B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9" name="PlaceHolder 3"/>
          <p:cNvSpPr>
            <a:spLocks noGrp="1"/>
          </p:cNvSpPr>
          <p:nvPr>
            <p:ph type="title"/>
          </p:nvPr>
        </p:nvSpPr>
        <p:spPr>
          <a:xfrm>
            <a:off x="4625640" y="330840"/>
            <a:ext cx="272628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cxnSp>
        <p:nvCxnSpPr>
          <p:cNvPr id="860" name="Gerader Verbinder 47"/>
          <p:cNvCxnSpPr/>
          <p:nvPr/>
        </p:nvCxnSpPr>
        <p:spPr>
          <a:xfrm>
            <a:off x="4625640" y="974520"/>
            <a:ext cx="272916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sp>
        <p:nvSpPr>
          <p:cNvPr id="861" name="PlaceHolder 4"/>
          <p:cNvSpPr>
            <a:spLocks noGrp="1"/>
          </p:cNvSpPr>
          <p:nvPr>
            <p:ph type="body"/>
          </p:nvPr>
        </p:nvSpPr>
        <p:spPr>
          <a:xfrm>
            <a:off x="0" y="0"/>
            <a:ext cx="4274640" cy="24296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862" name="PlaceHolder 5"/>
          <p:cNvSpPr>
            <a:spLocks noGrp="1"/>
          </p:cNvSpPr>
          <p:nvPr>
            <p:ph type="body"/>
          </p:nvPr>
        </p:nvSpPr>
        <p:spPr>
          <a:xfrm>
            <a:off x="0" y="2493720"/>
            <a:ext cx="4274640" cy="24195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863" name="PlaceHolder 6"/>
          <p:cNvSpPr>
            <a:spLocks noGrp="1"/>
          </p:cNvSpPr>
          <p:nvPr>
            <p:ph type="body"/>
          </p:nvPr>
        </p:nvSpPr>
        <p:spPr>
          <a:xfrm>
            <a:off x="4625640" y="1422360"/>
            <a:ext cx="3998880" cy="34862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64" name="PlaceHolder 7"/>
          <p:cNvSpPr>
            <a:spLocks noGrp="1"/>
          </p:cNvSpPr>
          <p:nvPr>
            <p:ph type="body"/>
          </p:nvPr>
        </p:nvSpPr>
        <p:spPr>
          <a:xfrm>
            <a:off x="4622400" y="1088280"/>
            <a:ext cx="399888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865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866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867" name="Freihandform: Form 69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8" name="Freihandform: Form 70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9" name="Freihandform: Form 71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0" name="Freihandform: Form 72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1" name="Freihandform: Form 73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2" name="Freihandform: Form 74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73" name="Freihandform: Form 45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4" name="Freihandform: Form 46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5" name="Freihandform: Form 49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76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877" name="Freihandform: Form 67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8" name="Freihandform: Form 68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79" name="Freihandform: Form 51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80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881" name="Freihandform: Form 65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2" name="Freihandform: Form 66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83" name="Freihandform: Form 53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4" name="Freihandform: Form 58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5" name="Freihandform: Form 59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86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887" name="Freihandform: Form 61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8" name="Freihandform: Form 62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9" name="Freihandform: Form 63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0" name="Freihandform: Form 64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zwei Bil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1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892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3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4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895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896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897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898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9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0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1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2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3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04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5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6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07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908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9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10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11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912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3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14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5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6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17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918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9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0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1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22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2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24" name="PlaceHolder 2"/>
          <p:cNvSpPr>
            <a:spLocks noGrp="1"/>
          </p:cNvSpPr>
          <p:nvPr>
            <p:ph type="ftr" idx="35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5" name="PlaceHolder 3"/>
          <p:cNvSpPr>
            <a:spLocks noGrp="1"/>
          </p:cNvSpPr>
          <p:nvPr>
            <p:ph type="sldNum" idx="36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6E93A571-A503-4549-9258-7D7405CF2DFB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6" name="PlaceHolder 4"/>
          <p:cNvSpPr>
            <a:spLocks noGrp="1"/>
          </p:cNvSpPr>
          <p:nvPr>
            <p:ph type="body"/>
          </p:nvPr>
        </p:nvSpPr>
        <p:spPr>
          <a:xfrm>
            <a:off x="0" y="1422360"/>
            <a:ext cx="454320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27" name="PlaceHolder 5"/>
          <p:cNvSpPr>
            <a:spLocks noGrp="1"/>
          </p:cNvSpPr>
          <p:nvPr>
            <p:ph type="body"/>
          </p:nvPr>
        </p:nvSpPr>
        <p:spPr>
          <a:xfrm>
            <a:off x="4599360" y="1422360"/>
            <a:ext cx="454320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28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64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drei Bil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9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930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1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2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33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34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935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936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7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8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9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0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1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42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3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4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45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946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7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48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49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950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1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52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3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4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55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956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7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8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9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60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6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62" name="PlaceHolder 2"/>
          <p:cNvSpPr>
            <a:spLocks noGrp="1"/>
          </p:cNvSpPr>
          <p:nvPr>
            <p:ph type="ftr" idx="37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3" name="PlaceHolder 3"/>
          <p:cNvSpPr>
            <a:spLocks noGrp="1"/>
          </p:cNvSpPr>
          <p:nvPr>
            <p:ph type="sldNum" idx="38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CB5FAF4E-3B6C-4C81-B8B5-BAB60C5D48C7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4" name="PlaceHolder 4"/>
          <p:cNvSpPr>
            <a:spLocks noGrp="1"/>
          </p:cNvSpPr>
          <p:nvPr>
            <p:ph type="body"/>
          </p:nvPr>
        </p:nvSpPr>
        <p:spPr>
          <a:xfrm>
            <a:off x="0" y="1422360"/>
            <a:ext cx="297756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65" name="PlaceHolder 5"/>
          <p:cNvSpPr>
            <a:spLocks noGrp="1"/>
          </p:cNvSpPr>
          <p:nvPr>
            <p:ph type="body"/>
          </p:nvPr>
        </p:nvSpPr>
        <p:spPr>
          <a:xfrm>
            <a:off x="3032640" y="1422360"/>
            <a:ext cx="307764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66" name="PlaceHolder 6"/>
          <p:cNvSpPr>
            <a:spLocks noGrp="1"/>
          </p:cNvSpPr>
          <p:nvPr>
            <p:ph type="body"/>
          </p:nvPr>
        </p:nvSpPr>
        <p:spPr>
          <a:xfrm>
            <a:off x="6165000" y="1422360"/>
            <a:ext cx="297756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67" name="PlaceHolder 7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64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Überschrift + Bild groß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8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969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0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1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72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73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974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975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6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7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8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9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0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81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2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3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84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985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6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87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88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989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0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91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2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3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94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995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6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7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8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99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0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01" name="PlaceHolder 2"/>
          <p:cNvSpPr>
            <a:spLocks noGrp="1"/>
          </p:cNvSpPr>
          <p:nvPr>
            <p:ph type="ftr" idx="39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2" name="PlaceHolder 3"/>
          <p:cNvSpPr>
            <a:spLocks noGrp="1"/>
          </p:cNvSpPr>
          <p:nvPr>
            <p:ph type="sldNum" idx="40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F71A62CD-3DFA-4094-B641-D0FA432ABC90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3" name="PlaceHolder 4"/>
          <p:cNvSpPr>
            <a:spLocks noGrp="1"/>
          </p:cNvSpPr>
          <p:nvPr>
            <p:ph type="body"/>
          </p:nvPr>
        </p:nvSpPr>
        <p:spPr>
          <a:xfrm>
            <a:off x="0" y="1422360"/>
            <a:ext cx="914256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04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64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5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006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7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8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009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010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1011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1012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3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4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5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6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7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18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19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0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21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022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3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24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25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026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7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28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9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0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31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1032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3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4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5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036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3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38" name="PlaceHolder 2"/>
          <p:cNvSpPr>
            <a:spLocks noGrp="1"/>
          </p:cNvSpPr>
          <p:nvPr>
            <p:ph type="ftr" idx="41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9" name="PlaceHolder 3"/>
          <p:cNvSpPr>
            <a:spLocks noGrp="1"/>
          </p:cNvSpPr>
          <p:nvPr>
            <p:ph type="sldNum" idx="42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C5A94360-1D28-4BE4-8736-5EBEF0B90B16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Untertitel, grosser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0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041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2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3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044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045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1046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1047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8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9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0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1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2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53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4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5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56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057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8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59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60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061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2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63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4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5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66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1067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8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9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0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071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7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73" name="PlaceHolder 2"/>
          <p:cNvSpPr>
            <a:spLocks noGrp="1"/>
          </p:cNvSpPr>
          <p:nvPr>
            <p:ph type="ftr" idx="43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4" name="PlaceHolder 3"/>
          <p:cNvSpPr>
            <a:spLocks noGrp="1"/>
          </p:cNvSpPr>
          <p:nvPr>
            <p:ph type="sldNum" idx="44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CDCEBD94-6673-431D-818C-9970B1926A8F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5" name="PlaceHolder 4"/>
          <p:cNvSpPr>
            <a:spLocks noGrp="1"/>
          </p:cNvSpPr>
          <p:nvPr>
            <p:ph type="body"/>
          </p:nvPr>
        </p:nvSpPr>
        <p:spPr>
          <a:xfrm>
            <a:off x="521640" y="1545840"/>
            <a:ext cx="8099640" cy="3310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0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76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64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24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24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4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7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078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9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0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081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082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1083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1084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5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6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7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8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9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90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1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2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93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094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5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96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97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098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9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00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1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2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03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1104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5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6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7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108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09" name="PlaceHolder 1"/>
          <p:cNvSpPr>
            <a:spLocks noGrp="1"/>
          </p:cNvSpPr>
          <p:nvPr>
            <p:ph type="ftr" idx="45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0" name="PlaceHolder 2"/>
          <p:cNvSpPr>
            <a:spLocks noGrp="1"/>
          </p:cNvSpPr>
          <p:nvPr>
            <p:ph type="sldNum" idx="46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6D493EB5-40D8-4DB1-B118-F3182BC99E63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trenner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11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112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3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4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115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116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1117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1118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9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0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1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2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3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24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5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6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27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128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9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30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31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132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3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34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5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6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37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1138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9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0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1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142" name="Freihandform: Form 44" hidden="1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143" name="Gruppieren 49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144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5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6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47" name="PlaceHolder 1"/>
          <p:cNvSpPr>
            <a:spLocks noGrp="1"/>
          </p:cNvSpPr>
          <p:nvPr>
            <p:ph type="title"/>
          </p:nvPr>
        </p:nvSpPr>
        <p:spPr>
          <a:xfrm>
            <a:off x="3843000" y="3034440"/>
            <a:ext cx="4778280" cy="91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148" name="Grafik 11"/>
          <p:cNvSpPr/>
          <p:nvPr/>
        </p:nvSpPr>
        <p:spPr>
          <a:xfrm>
            <a:off x="0" y="0"/>
            <a:ext cx="3730680" cy="4913640"/>
          </a:xfrm>
          <a:custGeom>
            <a:avLst/>
            <a:gdLst>
              <a:gd name="textAreaLeft" fmla="*/ 0 w 3730680"/>
              <a:gd name="textAreaRight" fmla="*/ 3732120 w 3730680"/>
              <a:gd name="textAreaTop" fmla="*/ 0 h 4913640"/>
              <a:gd name="textAreaBottom" fmla="*/ 4915080 h 4913640"/>
              <a:gd name="GluePoint1X" fmla="*/ 0 w 13653"/>
              <a:gd name="GluePoint1Y" fmla="*/ 0 h 10367"/>
              <a:gd name="GluePoint2X" fmla="*/ 10367 w 13653"/>
              <a:gd name="GluePoint2Y" fmla="*/ 0 h 10367"/>
              <a:gd name="GluePoint3X" fmla="*/ 10367 w 13653"/>
              <a:gd name="GluePoint3Y" fmla="*/ 13653 h 10367"/>
              <a:gd name="GluePoint4X" fmla="*/ 0 w 13653"/>
              <a:gd name="GluePoint4Y" fmla="*/ 13653 h 10367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5015880" h="6597650">
                <a:moveTo>
                  <a:pt x="0" y="0"/>
                </a:moveTo>
                <a:lnTo>
                  <a:pt x="5015880" y="0"/>
                </a:lnTo>
                <a:lnTo>
                  <a:pt x="5015880" y="6597650"/>
                </a:lnTo>
                <a:lnTo>
                  <a:pt x="0" y="659765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9" name="PlaceHolder 2"/>
          <p:cNvSpPr>
            <a:spLocks noGrp="1"/>
          </p:cNvSpPr>
          <p:nvPr>
            <p:ph type="ftr" idx="47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0" name="PlaceHolder 3"/>
          <p:cNvSpPr>
            <a:spLocks noGrp="1"/>
          </p:cNvSpPr>
          <p:nvPr>
            <p:ph type="sldNum" idx="48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551D28C0-2323-48E5-A3E7-E692015D1D88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151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1152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1153" name="Freihandform: Form 65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4" name="Freihandform: Form 66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5" name="Freihandform: Form 67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6" name="Freihandform: Form 68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7" name="Freihandform: Form 69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8" name="Freihandform: Form 70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59" name="Freihandform: Form 43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0" name="Freihandform: Form 44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1" name="Freihandform: Form 45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62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163" name="Freihandform: Form 63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4" name="Freihandform: Form 64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65" name="Freihandform: Form 47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66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167" name="Freihandform: Form 61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8" name="Freihandform: Form 62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69" name="Freihandform: Form 53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0" name="Freihandform: Form 54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1" name="Freihandform: Form 55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72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1173" name="Freihandform: Form 57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4" name="Freihandform: Form 58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5" name="Freihandform: Form 59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6" name="Freihandform: Form 60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trenner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77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178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9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0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181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182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1183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1184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5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6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7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8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9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90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1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2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93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194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5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96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97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198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9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00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1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2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03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1204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5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6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7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208" name="Freihandform: Form 44" hidden="1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209" name="Gruppieren 49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210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1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2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13" name="PlaceHolder 1"/>
          <p:cNvSpPr>
            <a:spLocks noGrp="1"/>
          </p:cNvSpPr>
          <p:nvPr>
            <p:ph type="title"/>
          </p:nvPr>
        </p:nvSpPr>
        <p:spPr>
          <a:xfrm>
            <a:off x="3843000" y="3034440"/>
            <a:ext cx="4778280" cy="91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14" name="PlaceHolder 2"/>
          <p:cNvSpPr>
            <a:spLocks noGrp="1"/>
          </p:cNvSpPr>
          <p:nvPr>
            <p:ph type="ftr" idx="49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5" name="PlaceHolder 3"/>
          <p:cNvSpPr>
            <a:spLocks noGrp="1"/>
          </p:cNvSpPr>
          <p:nvPr>
            <p:ph type="sldNum" idx="50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76CCDC07-CFF7-4CD2-A89B-B4B5E487FD38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216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1217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1218" name="Freihandform: Form 65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9" name="Freihandform: Form 66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0" name="Freihandform: Form 67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1" name="Freihandform: Form 68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2" name="Freihandform: Form 69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3" name="Freihandform: Form 70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24" name="Freihandform: Form 43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5" name="Freihandform: Form 44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6" name="Freihandform: Form 45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27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228" name="Freihandform: Form 63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9" name="Freihandform: Form 64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30" name="Freihandform: Form 47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31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232" name="Freihandform: Form 61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3" name="Freihandform: Form 62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34" name="Freihandform: Form 53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5" name="Freihandform: Form 54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6" name="Freihandform: Form 55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37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1238" name="Freihandform: Form 57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9" name="Freihandform: Form 58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0" name="Freihandform: Form 59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1" name="Freihandform: Form 60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sverzeichnis 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2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243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4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5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246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247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1248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1249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0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1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2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3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4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55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6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7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58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259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0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61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62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263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4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65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6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7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68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1269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0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1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2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273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7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Inhaltsverzeichnis (Text bearbeiten)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75" name="PlaceHolder 2"/>
          <p:cNvSpPr>
            <a:spLocks noGrp="1"/>
          </p:cNvSpPr>
          <p:nvPr>
            <p:ph type="sldNum" idx="51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1669A2A5-A432-4E28-ABCF-B5EBC6FCD6C5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6" name="PlaceHolder 3"/>
          <p:cNvSpPr>
            <a:spLocks noGrp="1"/>
          </p:cNvSpPr>
          <p:nvPr>
            <p:ph type="ftr" idx="52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7" name="PlaceHolder 4"/>
          <p:cNvSpPr>
            <a:spLocks noGrp="1"/>
          </p:cNvSpPr>
          <p:nvPr>
            <p:ph type="body"/>
          </p:nvPr>
        </p:nvSpPr>
        <p:spPr>
          <a:xfrm>
            <a:off x="5488200" y="1422360"/>
            <a:ext cx="365436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78" name="PlaceHolder 5"/>
          <p:cNvSpPr>
            <a:spLocks noGrp="1"/>
          </p:cNvSpPr>
          <p:nvPr>
            <p:ph type="body"/>
          </p:nvPr>
        </p:nvSpPr>
        <p:spPr>
          <a:xfrm>
            <a:off x="521640" y="1422360"/>
            <a:ext cx="4584960" cy="349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199"/>
              </a:spcBef>
              <a:buClr>
                <a:srgbClr val="006AB3"/>
              </a:buClr>
              <a:buFont typeface="Arial"/>
              <a:buAutoNum type="arabicPeriod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95200" indent="-295200" algn="l" defTabSz="914400">
              <a:lnSpc>
                <a:spcPct val="90000"/>
              </a:lnSpc>
              <a:spcBef>
                <a:spcPts val="1199"/>
              </a:spcBef>
              <a:buClr>
                <a:srgbClr val="006AB3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9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280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1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2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283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284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1285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1286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0 w 746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7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8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0 w 968"/>
                  <a:gd name="GluePoint1Y" fmla="*/ 0 h 745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9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0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1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</a:gdLst>
                <a:ahLst/>
                <a:cxnLst/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92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3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4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95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296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7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98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99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300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1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0 w 176"/>
                  <a:gd name="GluePoint1Y" fmla="*/ 0 h 96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302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0 w 161"/>
                <a:gd name="GluePoint1Y" fmla="*/ 0 h 121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3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</a:gdLst>
              <a:ahLst/>
              <a:cxnLst/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4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111"/>
                <a:gd name="GluePoint1Y" fmla="*/ 0 h 20"/>
              </a:gdLst>
              <a:ahLst/>
              <a:cxnLst>
                <a:cxn ang="0">
                  <a:pos x="GluePoint1X" y="GluePoint1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305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1306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</a:gdLst>
                <a:ahLst/>
                <a:cxnLst/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7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</a:gdLst>
                <a:ahLst/>
                <a:cxnLst/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8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</a:gdLst>
                <a:ahLst/>
                <a:cxnLst/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9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277"/>
                  <a:gd name="GluePoint1Y" fmla="*/ 0 h 317"/>
                </a:gdLst>
                <a:ahLst/>
                <a:cxnLst>
                  <a:cxn ang="0">
                    <a:pos x="GluePoint1X" y="GluePoint1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310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819"/>
              <a:gd name="GluePoint1Y" fmla="*/ 0 h 937"/>
            </a:gdLst>
            <a:ahLst/>
            <a:cxnLst>
              <a:cxn ang="0">
                <a:pos x="GluePoint1X" y="GluePoint1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1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12" name="PlaceHolder 2"/>
          <p:cNvSpPr>
            <a:spLocks noGrp="1"/>
          </p:cNvSpPr>
          <p:nvPr>
            <p:ph type="ftr" idx="53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3" name="PlaceHolder 3"/>
          <p:cNvSpPr>
            <a:spLocks noGrp="1"/>
          </p:cNvSpPr>
          <p:nvPr>
            <p:ph type="sldNum" idx="54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79CE49D1-DF81-4F01-B6BD-5789765D5289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4" name="PlaceHolder 4"/>
          <p:cNvSpPr>
            <a:spLocks noGrp="1"/>
          </p:cNvSpPr>
          <p:nvPr>
            <p:ph type="body"/>
          </p:nvPr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2.xml"/><Relationship Id="rId8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18.xml"/><Relationship Id="rId14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0.xml"/><Relationship Id="rId16" Type="http://schemas.openxmlformats.org/officeDocument/2006/relationships/slideLayout" Target="../slideLayouts/slideLayout21.xml"/><Relationship Id="rId17" Type="http://schemas.openxmlformats.org/officeDocument/2006/relationships/slideLayout" Target="../slideLayouts/slideLayout22.xml"/><Relationship Id="rId18" Type="http://schemas.openxmlformats.org/officeDocument/2006/relationships/slideLayout" Target="../slideLayouts/slideLayout23.xml"/><Relationship Id="rId19" Type="http://schemas.openxmlformats.org/officeDocument/2006/relationships/slideLayout" Target="../slideLayouts/slideLayout24.xml"/><Relationship Id="rId20" Type="http://schemas.openxmlformats.org/officeDocument/2006/relationships/slideLayout" Target="../slideLayouts/slideLayout25.xml"/><Relationship Id="rId21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28.xml"/><Relationship Id="rId24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8" r:id="rId24"/>
    <p:sldLayoutId id="2147483679" r:id="rId2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30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30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wmf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0.xml"/><Relationship Id="rId5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wmf"/><Relationship Id="rId2" Type="http://schemas.openxmlformats.org/officeDocument/2006/relationships/slideLayout" Target="../slideLayouts/slideLayout30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30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msrc.microsoft.com/blog/2019/07/we-need-a-safer-systems-programming-language/" TargetMode="External"/><Relationship Id="rId2" Type="http://schemas.openxmlformats.org/officeDocument/2006/relationships/hyperlink" Target="https://msrc.microsoft.com/blog/2019/07/we-need-a-safer-systems-programming-language/" TargetMode="External"/><Relationship Id="rId3" Type="http://schemas.openxmlformats.org/officeDocument/2006/relationships/hyperlink" Target="https://www.heise.de/news/Rust-Code-im-Linux-Kernel-Merge-steht-laut-Linus-Torvalds-ab-Linux-5-20-bevor-7154453.html" TargetMode="External"/><Relationship Id="rId4" Type="http://schemas.openxmlformats.org/officeDocument/2006/relationships/slideLayout" Target="../slideLayouts/slideLayout30.xml"/><Relationship Id="rId5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" name="PlaceHolder 1"/>
          <p:cNvSpPr>
            <a:spLocks noGrp="1"/>
          </p:cNvSpPr>
          <p:nvPr>
            <p:ph type="title"/>
          </p:nvPr>
        </p:nvSpPr>
        <p:spPr>
          <a:xfrm>
            <a:off x="3600000" y="2268000"/>
            <a:ext cx="4948560" cy="10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Operating Systems Development</a:t>
            </a:r>
            <a:br>
              <a:rPr sz="3600"/>
            </a:br>
            <a:br>
              <a:rPr sz="3600"/>
            </a:br>
            <a:r>
              <a:rPr lang="de-DE" sz="24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1. Example: PC Speaker</a:t>
            </a:r>
            <a:endParaRPr lang="de-DE" sz="24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22" name="PlaceHolder 2"/>
          <p:cNvSpPr>
            <a:spLocks noGrp="1"/>
          </p:cNvSpPr>
          <p:nvPr>
            <p:ph type="subTitle"/>
          </p:nvPr>
        </p:nvSpPr>
        <p:spPr>
          <a:xfrm>
            <a:off x="3654360" y="3494160"/>
            <a:ext cx="4399560" cy="6033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Prof. Dr. Michael Schöttner</a:t>
            </a:r>
            <a:br>
              <a:rPr sz="1600"/>
            </a:b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Dr. Fabian Ruhland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Generating Sounds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24" name="Inhaltsplatzhalter 7"/>
          <p:cNvSpPr/>
          <p:nvPr/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classic </a:t>
            </a:r>
            <a:r>
              <a:rPr lang="de-DE" sz="16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 Speaker</a:t>
            </a: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was driven by timer chip, which could generate pulses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Timer Chip = Programmable Interval Timer (PIT)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Nowadays integrated inside the motherboards chipset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older hardware, the motherboard’s firmware used the PC Speaker to generate Beep Codes in case of hardware failures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Nowadays, many motherboards posess a hexadecimal display</a:t>
            </a:r>
            <a:br>
              <a:rPr sz="1600"/>
            </a:b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to show error codes → 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25" name="Picture 5"/>
          <p:cNvPicPr/>
          <p:nvPr/>
        </p:nvPicPr>
        <p:blipFill>
          <a:blip r:embed="rId1"/>
          <a:stretch/>
        </p:blipFill>
        <p:spPr>
          <a:xfrm>
            <a:off x="5576400" y="1980000"/>
            <a:ext cx="1263240" cy="622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26" name="Picture 7"/>
          <p:cNvPicPr/>
          <p:nvPr/>
        </p:nvPicPr>
        <p:blipFill>
          <a:blip r:embed="rId2"/>
          <a:stretch/>
        </p:blipFill>
        <p:spPr>
          <a:xfrm>
            <a:off x="2880720" y="3780000"/>
            <a:ext cx="898920" cy="62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54"/>
          </p:nvPr>
        </p:nvSpPr>
        <p:spPr/>
        <p:txBody>
          <a:bodyPr/>
          <a:p>
            <a:fld id="{BF58524C-CE35-48A9-A1D2-A321087BC432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Programmable Interval Timer 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28" name="Inhaltsplatzhalter 7"/>
          <p:cNvSpPr/>
          <p:nvPr/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PIT runs at a frequency of 1.19318 MHz →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Why?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1.19318 MHz = 1/4 of 4.77 MHz = Frequency of the IBM PC XT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Why did the XT run at exactly 4,77 MHz?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4.77MHz = 1/3 of 14.31816 MHz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14,31816 MHz is the base frequency needed to operate NTSC television</a:t>
            </a:r>
            <a:br>
              <a:rPr sz="1400"/>
            </a:b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→  Quartz crystal for that frequency were cheap (mass production)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Every computer uses a quartz crystal to generate its base frequency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This frequency is then adapted for different computer parts, using divisiors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Nowadays, the PIT can still be used to implement a monotonic increasing system time, or to distribite CPU time in preemptive multitasking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29" name="Picture 2"/>
          <p:cNvPicPr/>
          <p:nvPr/>
        </p:nvPicPr>
        <p:blipFill>
          <a:blip r:embed="rId1"/>
          <a:srcRect l="12322" t="10850" r="8054" b="17148"/>
          <a:stretch/>
        </p:blipFill>
        <p:spPr>
          <a:xfrm>
            <a:off x="7146360" y="1278720"/>
            <a:ext cx="1222560" cy="77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54"/>
          </p:nvPr>
        </p:nvSpPr>
        <p:spPr/>
        <p:txBody>
          <a:bodyPr/>
          <a:p>
            <a:fld id="{34506600-FD7E-41B5-9BDF-623680EF369C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PIT: Structure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31" name="Inhaltsplatzhalter 7"/>
          <p:cNvSpPr/>
          <p:nvPr/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Three counters/channels (16 bits each)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Are decremented with the falling edge of the base frequency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Usage: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Channel 0: Periodic interrupts → Signal OUT0 to IRQ controller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rgbClr val="808080"/>
                </a:solidFill>
                <a:effectLst/>
                <a:uFillTx/>
                <a:latin typeface="Arial"/>
              </a:rPr>
              <a:t>Channel 1: DRAM Refresh → Signal OUT1 to DMA controller (not relevant anymore)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Channel 2: Sound generation → OUT2 to PC Speaker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Programming is done via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IO-ports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(8 bits each)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32" name="Table 1"/>
          <p:cNvGraphicFramePr/>
          <p:nvPr/>
        </p:nvGraphicFramePr>
        <p:xfrm>
          <a:off x="1764360" y="3304440"/>
          <a:ext cx="5578200" cy="1526400"/>
        </p:xfrm>
        <a:graphic>
          <a:graphicData uri="http://schemas.openxmlformats.org/drawingml/2006/table">
            <a:tbl>
              <a:tblPr/>
              <a:tblGrid>
                <a:gridCol w="1076040"/>
                <a:gridCol w="2162160"/>
                <a:gridCol w="2340360"/>
              </a:tblGrid>
              <a:tr h="305280">
                <a:tc>
                  <a:txBody>
                    <a:bodyPr lIns="68400" rIns="68400" anchor="t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Port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Register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Access mode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05280">
                <a:tc>
                  <a:txBody>
                    <a:bodyPr lIns="68400" rIns="68400" anchor="t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400" b="1" u="none" strike="noStrike">
                          <a:solidFill>
                            <a:srgbClr val="0432FF"/>
                          </a:solidFill>
                          <a:effectLst/>
                          <a:uFillTx/>
                          <a:latin typeface="Arial"/>
                        </a:rPr>
                        <a:t>0x40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rgbClr val="0432FF"/>
                          </a:solidFill>
                          <a:effectLst/>
                          <a:uFillTx/>
                          <a:latin typeface="Arial"/>
                        </a:rPr>
                        <a:t>Channel 0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rgbClr val="0432FF"/>
                          </a:solidFill>
                          <a:effectLst/>
                          <a:uFillTx/>
                          <a:latin typeface="Arial"/>
                        </a:rPr>
                        <a:t>read/write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05280">
                <a:tc>
                  <a:txBody>
                    <a:bodyPr lIns="68400" rIns="68400" anchor="t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400" b="1" u="none" strike="noStrike">
                          <a:solidFill>
                            <a:srgbClr val="0432FF"/>
                          </a:solidFill>
                          <a:effectLst/>
                          <a:uFillTx/>
                          <a:latin typeface="Arial"/>
                        </a:rPr>
                        <a:t>0x41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rgbClr val="0432FF"/>
                          </a:solidFill>
                          <a:effectLst/>
                          <a:uFillTx/>
                          <a:latin typeface="Arial"/>
                        </a:rPr>
                        <a:t>Channel 1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rgbClr val="0432FF"/>
                          </a:solidFill>
                          <a:effectLst/>
                          <a:uFillTx/>
                          <a:latin typeface="Arial"/>
                        </a:rPr>
                        <a:t>read/write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05280">
                <a:tc>
                  <a:txBody>
                    <a:bodyPr lIns="68400" rIns="68400" anchor="t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400" b="1" u="none" strike="noStrike">
                          <a:solidFill>
                            <a:srgbClr val="0432FF"/>
                          </a:solidFill>
                          <a:effectLst/>
                          <a:uFillTx/>
                          <a:latin typeface="Arial"/>
                        </a:rPr>
                        <a:t>0x42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rgbClr val="0432FF"/>
                          </a:solidFill>
                          <a:effectLst/>
                          <a:uFillTx/>
                          <a:latin typeface="Arial"/>
                        </a:rPr>
                        <a:t>Channel 2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rgbClr val="0432FF"/>
                          </a:solidFill>
                          <a:effectLst/>
                          <a:uFillTx/>
                          <a:latin typeface="Arial"/>
                        </a:rPr>
                        <a:t>read/write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305280">
                <a:tc>
                  <a:txBody>
                    <a:bodyPr lIns="68400" rIns="68400" anchor="t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4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0x43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Control register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only write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sldNum" idx="54"/>
          </p:nvPr>
        </p:nvSpPr>
        <p:spPr/>
        <p:txBody>
          <a:bodyPr/>
          <a:p>
            <a:fld id="{DE95FC3E-5249-40D8-BFFD-CABBBB3E55CC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PIT: Control Register (Port 0x43)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34" name="Inhaltsplatzhalter 7"/>
          <p:cNvSpPr/>
          <p:nvPr/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Writing an 8-bit control word to</a:t>
            </a:r>
            <a:br>
              <a:rPr sz="1600"/>
            </a:b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control register tells the PIT</a:t>
            </a:r>
            <a:br>
              <a:rPr sz="1600"/>
            </a:b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to do next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Operating mode determines</a:t>
            </a:r>
            <a:br>
              <a:rPr sz="1600"/>
            </a:b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the channel operates and</a:t>
            </a:r>
            <a:br>
              <a:rPr sz="1600"/>
            </a:b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whether it triggers external</a:t>
            </a:r>
            <a:br>
              <a:rPr sz="1600"/>
            </a:b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events using its OUT signal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35" name="Table 5"/>
          <p:cNvGraphicFramePr/>
          <p:nvPr/>
        </p:nvGraphicFramePr>
        <p:xfrm>
          <a:off x="3747600" y="1154160"/>
          <a:ext cx="5067720" cy="3666600"/>
        </p:xfrm>
        <a:graphic>
          <a:graphicData uri="http://schemas.openxmlformats.org/drawingml/2006/table">
            <a:tbl>
              <a:tblPr/>
              <a:tblGrid>
                <a:gridCol w="576000"/>
                <a:gridCol w="598680"/>
                <a:gridCol w="3893400"/>
              </a:tblGrid>
              <a:tr h="244440"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ctr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Bits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ctr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Wert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ctr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Bedeutung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244440">
                <a:tc rowSpan="5">
                  <a:txBody>
                    <a:bodyPr lIns="52560" rIns="52560" anchor="ctr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 6-7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 lIns="52560" rIns="52560" anchor="ctr">
                      <a:noAutofit/>
                    </a:bodyPr>
                    <a:p>
                      <a:pPr marL="226800" indent="-226800" algn="ctr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Channel Select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4444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00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Channel 0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24444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01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Channel 1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24444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Channel 2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24444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en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Times New Roman"/>
                        </a:rPr>
                        <a:t>11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en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Times New Roman"/>
                        </a:rPr>
                        <a:t>Invalid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244440">
                <a:tc rowSpan="5">
                  <a:txBody>
                    <a:bodyPr lIns="52560" rIns="52560" anchor="ctr">
                      <a:noAutofit/>
                    </a:bodyPr>
                    <a:p>
                      <a:pPr marL="226800" indent="-226800" algn="ctr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4-5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 lIns="52560" rIns="52560" anchor="ctr">
                      <a:noAutofit/>
                    </a:bodyPr>
                    <a:p>
                      <a:pPr marL="226800" indent="-226800" algn="ctr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Access Mode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4444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00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Latch count value command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24444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01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Low counter byte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24444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High counter byte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24444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11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First low, then high coutner byte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244440"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ctr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1-3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 lIns="52560" rIns="52560" anchor="ctr">
                      <a:noAutofit/>
                    </a:bodyPr>
                    <a:p>
                      <a:pPr marL="226800" indent="-226800" algn="ctr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Operating Mode (0-5)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44440">
                <a:tc rowSpan="3">
                  <a:txBody>
                    <a:bodyPr lIns="52560" rIns="52560" anchor="ctr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 0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 lIns="52560" rIns="52560" anchor="ctr">
                      <a:noAutofit/>
                    </a:bodyPr>
                    <a:p>
                      <a:pPr marL="226800" indent="-226800" algn="ctr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Counter format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4444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Binary counter (16 bit)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24444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52560" rIns="52560" anchor="ctr">
                      <a:noAutofit/>
                    </a:bodyPr>
                    <a:p>
                      <a:pPr marL="226800" indent="-226800" algn="just" defTabSz="914400">
                        <a:lnSpc>
                          <a:spcPct val="100000"/>
                        </a:lnSpc>
                        <a:spcBef>
                          <a:spcPts val="601"/>
                        </a:spcBef>
                        <a:tabLst>
                          <a:tab pos="0" algn="l"/>
                        </a:tabLst>
                      </a:pPr>
                      <a:r>
                        <a:rPr lang="de-DE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BCD counter (four digits)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2560" marR="5256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sldNum" idx="54"/>
          </p:nvPr>
        </p:nvSpPr>
        <p:spPr/>
        <p:txBody>
          <a:bodyPr/>
          <a:p>
            <a:fld id="{4170A73C-12B6-44F0-AA56-3448A9DC249B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PIT Mode 0: Interrupt On Terminal Count 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37" name="Inhaltsplatzhalter 7"/>
          <p:cNvSpPr/>
          <p:nvPr/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Counter decrements every 838ns ( 1 s / 1193180 Hz = 838ns)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the counter reaches 0, the OUTx signal is set to 1, and an interrupt is triggered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x = Channel number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counter is not automatically</a:t>
            </a:r>
            <a:br>
              <a:rPr sz="1400"/>
            </a:b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reloaded in mode 0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38" name="Bild 20"/>
          <p:cNvPicPr/>
          <p:nvPr/>
        </p:nvPicPr>
        <p:blipFill>
          <a:blip r:embed="rId1"/>
          <a:srcRect l="0" t="0" r="7407" b="0"/>
          <a:stretch/>
        </p:blipFill>
        <p:spPr>
          <a:xfrm>
            <a:off x="4151160" y="2089080"/>
            <a:ext cx="4668480" cy="277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39" name="Picture 4"/>
          <p:cNvPicPr/>
          <p:nvPr/>
        </p:nvPicPr>
        <p:blipFill>
          <a:blip r:embed="rId2"/>
          <a:srcRect l="0" t="0" r="0" b="14105"/>
          <a:stretch/>
        </p:blipFill>
        <p:spPr>
          <a:xfrm>
            <a:off x="1907640" y="2878560"/>
            <a:ext cx="1553760" cy="178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40" name="Picture 5"/>
          <p:cNvPicPr/>
          <p:nvPr/>
        </p:nvPicPr>
        <p:blipFill>
          <a:blip r:embed="rId3"/>
          <a:stretch/>
        </p:blipFill>
        <p:spPr>
          <a:xfrm rot="5400000">
            <a:off x="584280" y="3447000"/>
            <a:ext cx="1531080" cy="75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1" name=""/>
          <p:cNvSpPr/>
          <p:nvPr/>
        </p:nvSpPr>
        <p:spPr>
          <a:xfrm>
            <a:off x="4788000" y="2125080"/>
            <a:ext cx="8996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9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rPr>
              <a:t>Control word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2" name=""/>
          <p:cNvSpPr/>
          <p:nvPr/>
        </p:nvSpPr>
        <p:spPr>
          <a:xfrm>
            <a:off x="4140000" y="2453040"/>
            <a:ext cx="7196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9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rPr>
              <a:t>negated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4"/>
          </p:nvPr>
        </p:nvSpPr>
        <p:spPr/>
        <p:txBody>
          <a:bodyPr/>
          <a:p>
            <a:fld id="{58DAF1FF-4EC6-42CE-9EA7-D8AC3EA64924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PIT Mode 3: Square Wave Generator 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44" name="Inhaltsplatzhalter 7"/>
          <p:cNvSpPr/>
          <p:nvPr/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Rectangular signal is generated using an internal Flip Flop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Time interval is doubled → To compensate, the counter is decremented 2x on each falling edge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Suitable for sound generation (but also system time or preemptive multitasking)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5" name="Picture 1"/>
          <p:cNvPicPr/>
          <p:nvPr/>
        </p:nvPicPr>
        <p:blipFill>
          <a:blip r:embed="rId1"/>
          <a:stretch/>
        </p:blipFill>
        <p:spPr>
          <a:xfrm>
            <a:off x="1979640" y="2179080"/>
            <a:ext cx="5420520" cy="276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6" name=""/>
          <p:cNvSpPr/>
          <p:nvPr/>
        </p:nvSpPr>
        <p:spPr>
          <a:xfrm>
            <a:off x="2628000" y="2232000"/>
            <a:ext cx="8996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9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rPr>
              <a:t>Control word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7" name=""/>
          <p:cNvSpPr/>
          <p:nvPr/>
        </p:nvSpPr>
        <p:spPr>
          <a:xfrm>
            <a:off x="1980000" y="2489400"/>
            <a:ext cx="71964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9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</a:rPr>
              <a:t>negated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4"/>
          </p:nvPr>
        </p:nvSpPr>
        <p:spPr/>
        <p:txBody>
          <a:bodyPr/>
          <a:p>
            <a:fld id="{0EB92CEF-B60B-4770-B591-184DAFB31C23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PC Speaker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49" name="Inhaltsplatzhalter 7"/>
          <p:cNvSpPr/>
          <p:nvPr/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Programmable via IO-Ports using assembly commands: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in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,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out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AutoNum type="arabicParenR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Channel 2 needs to be configured via the control register</a:t>
            </a:r>
            <a:br>
              <a:rPr sz="1600"/>
            </a:b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→ Control word 0xB6 equals 1011 0110 in binary and means: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Channel 2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Access mode: First low counter byte,</a:t>
            </a:r>
            <a:br>
              <a:rPr sz="1400"/>
            </a:b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then high counter byte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Operating mode 3 (square wave)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Binary counter mode (not BCD)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AutoNum type="arabicParenR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Write start value for counter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AutoNum type="arabicParenR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Turn on the PC speaker</a:t>
            </a:r>
            <a:br>
              <a:rPr sz="1600"/>
            </a:b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via the Peripheral Port Interface</a:t>
            </a:r>
            <a:br>
              <a:rPr sz="1600"/>
            </a:b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(PPI 8255, IO-Port 0x61)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50" name=""/>
          <p:cNvPicPr/>
          <p:nvPr/>
        </p:nvPicPr>
        <p:blipFill>
          <a:blip r:embed="rId1"/>
          <a:stretch/>
        </p:blipFill>
        <p:spPr>
          <a:xfrm>
            <a:off x="3988800" y="2196000"/>
            <a:ext cx="4974120" cy="257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54"/>
          </p:nvPr>
        </p:nvSpPr>
        <p:spPr/>
        <p:txBody>
          <a:bodyPr/>
          <a:p>
            <a:fld id="{EBEC2E03-EDDF-4E9F-8653-8A021C908EF9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Example code in Rust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52" name="TextBox 1"/>
          <p:cNvSpPr/>
          <p:nvPr/>
        </p:nvSpPr>
        <p:spPr>
          <a:xfrm>
            <a:off x="520560" y="1018440"/>
            <a:ext cx="8264880" cy="4056840"/>
          </a:xfrm>
          <a:prstGeom prst="rect">
            <a:avLst/>
          </a:prstGeom>
          <a:solidFill>
            <a:srgbClr val="F8FF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6480" defTabSz="686160">
              <a:lnSpc>
                <a:spcPct val="100000"/>
              </a:lnSpc>
            </a:pPr>
            <a:r>
              <a:rPr lang="en-GB" sz="13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Times New Roman"/>
              </a:rPr>
              <a:t>const PORT_CTRL: </a:t>
            </a:r>
            <a:r>
              <a:rPr lang="de-DE" sz="1300" b="0" u="none" strike="noStrike">
                <a:solidFill>
                  <a:srgbClr val="B21889"/>
                </a:solidFill>
                <a:effectLst/>
                <a:uFillTx/>
                <a:latin typeface="Consolas"/>
                <a:ea typeface="Times New Roman"/>
              </a:rPr>
              <a:t>u16</a:t>
            </a:r>
            <a:r>
              <a:rPr lang="en-GB" sz="13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Times New Roman"/>
              </a:rPr>
              <a:t>  = </a:t>
            </a:r>
            <a:r>
              <a:rPr lang="de-DE" sz="1300" b="0" u="none" strike="noStrike">
                <a:solidFill>
                  <a:srgbClr val="786DC4"/>
                </a:solidFill>
                <a:effectLst/>
                <a:uFillTx/>
                <a:latin typeface="Consolas"/>
                <a:ea typeface="Times New Roman"/>
              </a:rPr>
              <a:t>0x43</a:t>
            </a:r>
            <a:r>
              <a:rPr lang="en-GB" sz="13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Times New Roman"/>
              </a:rPr>
              <a:t>;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 defTabSz="686160">
              <a:lnSpc>
                <a:spcPct val="100000"/>
              </a:lnSpc>
            </a:pPr>
            <a:r>
              <a:rPr lang="en-GB" sz="13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Times New Roman"/>
              </a:rPr>
              <a:t>const PORT_DATA0: </a:t>
            </a:r>
            <a:r>
              <a:rPr lang="de-DE" sz="1300" b="0" u="none" strike="noStrike">
                <a:solidFill>
                  <a:srgbClr val="B21889"/>
                </a:solidFill>
                <a:effectLst/>
                <a:uFillTx/>
                <a:latin typeface="Consolas"/>
                <a:ea typeface="Times New Roman"/>
              </a:rPr>
              <a:t>u16</a:t>
            </a:r>
            <a:r>
              <a:rPr lang="en-GB" sz="13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Times New Roman"/>
              </a:rPr>
              <a:t> = </a:t>
            </a:r>
            <a:r>
              <a:rPr lang="de-DE" sz="1300" b="0" u="none" strike="noStrike">
                <a:solidFill>
                  <a:srgbClr val="786DC4"/>
                </a:solidFill>
                <a:effectLst/>
                <a:uFillTx/>
                <a:latin typeface="Consolas"/>
                <a:ea typeface="Times New Roman"/>
              </a:rPr>
              <a:t>0x40</a:t>
            </a:r>
            <a:r>
              <a:rPr lang="en-GB" sz="13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Times New Roman"/>
              </a:rPr>
              <a:t>;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 defTabSz="686160">
              <a:lnSpc>
                <a:spcPct val="100000"/>
              </a:lnSpc>
            </a:pPr>
            <a:r>
              <a:rPr lang="en-GB" sz="13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Times New Roman"/>
              </a:rPr>
              <a:t>const PORT_DATA2: </a:t>
            </a:r>
            <a:r>
              <a:rPr lang="de-DE" sz="1300" b="0" u="none" strike="noStrike">
                <a:solidFill>
                  <a:srgbClr val="B21889"/>
                </a:solidFill>
                <a:effectLst/>
                <a:uFillTx/>
                <a:latin typeface="Consolas"/>
                <a:ea typeface="Times New Roman"/>
              </a:rPr>
              <a:t>u16</a:t>
            </a:r>
            <a:r>
              <a:rPr lang="en-GB" sz="13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Times New Roman"/>
              </a:rPr>
              <a:t> = </a:t>
            </a:r>
            <a:r>
              <a:rPr lang="de-DE" sz="1300" b="0" u="none" strike="noStrike">
                <a:solidFill>
                  <a:srgbClr val="786DC4"/>
                </a:solidFill>
                <a:effectLst/>
                <a:uFillTx/>
                <a:latin typeface="Consolas"/>
                <a:ea typeface="Times New Roman"/>
              </a:rPr>
              <a:t>0x42</a:t>
            </a:r>
            <a:r>
              <a:rPr lang="en-GB" sz="13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Times New Roman"/>
              </a:rPr>
              <a:t>;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 defTabSz="686160">
              <a:lnSpc>
                <a:spcPct val="100000"/>
              </a:lnSpc>
            </a:pPr>
            <a:r>
              <a:rPr lang="en-GB" sz="13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Times New Roman"/>
              </a:rPr>
              <a:t>const PORT_PPI: </a:t>
            </a:r>
            <a:r>
              <a:rPr lang="de-DE" sz="1300" b="0" u="none" strike="noStrike">
                <a:solidFill>
                  <a:srgbClr val="B21889"/>
                </a:solidFill>
                <a:effectLst/>
                <a:uFillTx/>
                <a:latin typeface="Consolas"/>
                <a:ea typeface="Times New Roman"/>
              </a:rPr>
              <a:t>u16</a:t>
            </a:r>
            <a:r>
              <a:rPr lang="en-GB" sz="13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Times New Roman"/>
              </a:rPr>
              <a:t>   = </a:t>
            </a:r>
            <a:r>
              <a:rPr lang="de-DE" sz="1300" b="0" u="none" strike="noStrike">
                <a:solidFill>
                  <a:srgbClr val="786DC4"/>
                </a:solidFill>
                <a:effectLst/>
                <a:uFillTx/>
                <a:latin typeface="Consolas"/>
                <a:ea typeface="Times New Roman"/>
              </a:rPr>
              <a:t>0x61</a:t>
            </a:r>
            <a:r>
              <a:rPr lang="en-GB" sz="13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Times New Roman"/>
              </a:rPr>
              <a:t>;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 defTabSz="686160">
              <a:lnSpc>
                <a:spcPct val="100000"/>
              </a:lnSpc>
            </a:pP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 defTabSz="686160">
              <a:lnSpc>
                <a:spcPct val="100000"/>
              </a:lnSpc>
            </a:pPr>
            <a:r>
              <a:rPr lang="de-DE" sz="1300" b="0" u="none" strike="noStrike">
                <a:solidFill>
                  <a:srgbClr val="B21889"/>
                </a:solidFill>
                <a:effectLst/>
                <a:uFillTx/>
                <a:latin typeface="Consolas"/>
                <a:ea typeface="Times New Roman"/>
              </a:rPr>
              <a:t>pub fn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 play(frequency: </a:t>
            </a:r>
            <a:r>
              <a:rPr lang="de-DE" sz="1300" b="0" u="none" strike="noStrike">
                <a:solidFill>
                  <a:srgbClr val="B21889"/>
                </a:solidFill>
                <a:effectLst/>
                <a:uFillTx/>
                <a:latin typeface="Consolas"/>
                <a:ea typeface="Times New Roman"/>
              </a:rPr>
              <a:t>u32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) {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	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	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	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	</a:t>
            </a:r>
            <a:r>
              <a:rPr lang="de-DE" sz="1300" b="0" u="none" strike="noStrike">
                <a:solidFill>
                  <a:srgbClr val="357D22"/>
                </a:solidFill>
                <a:effectLst/>
                <a:uFillTx/>
                <a:latin typeface="Consolas"/>
                <a:ea typeface="Times New Roman"/>
              </a:rPr>
              <a:t>// Tone frequency in Hz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 defTabSz="686160">
              <a:lnSpc>
                <a:spcPct val="100000"/>
              </a:lnSpc>
            </a:pP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    </a:t>
            </a:r>
            <a:r>
              <a:rPr lang="de-DE" sz="1300" b="0" u="none" strike="noStrike">
                <a:solidFill>
                  <a:srgbClr val="B21889"/>
                </a:solidFill>
                <a:effectLst/>
                <a:uFillTx/>
                <a:latin typeface="Consolas"/>
                <a:ea typeface="Times New Roman"/>
              </a:rPr>
              <a:t>const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 base_freq   = </a:t>
            </a:r>
            <a:r>
              <a:rPr lang="de-DE" sz="1300" b="0" u="none" strike="noStrike">
                <a:solidFill>
                  <a:srgbClr val="786DC4"/>
                </a:solidFill>
                <a:effectLst/>
                <a:uFillTx/>
                <a:latin typeface="Consolas"/>
                <a:ea typeface="Times New Roman"/>
              </a:rPr>
              <a:t>1193180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;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	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	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	</a:t>
            </a:r>
            <a:r>
              <a:rPr lang="de-DE" sz="1300" b="0" u="none" strike="noStrike">
                <a:solidFill>
                  <a:srgbClr val="008000"/>
                </a:solidFill>
                <a:effectLst/>
                <a:uFillTx/>
                <a:latin typeface="Consolas"/>
                <a:ea typeface="Times New Roman"/>
              </a:rPr>
              <a:t>// 1.19 MHz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 defTabSz="686160">
              <a:lnSpc>
                <a:spcPct val="100000"/>
              </a:lnSpc>
            </a:pP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    </a:t>
            </a:r>
            <a:r>
              <a:rPr lang="de-DE" sz="1300" b="0" u="none" strike="noStrike">
                <a:solidFill>
                  <a:srgbClr val="B21889"/>
                </a:solidFill>
                <a:effectLst/>
                <a:uFillTx/>
                <a:latin typeface="Consolas"/>
                <a:ea typeface="Times New Roman"/>
              </a:rPr>
              <a:t>let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 counter       = base_freq / frequency;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 defTabSz="686160">
              <a:lnSpc>
                <a:spcPct val="100000"/>
              </a:lnSpc>
            </a:pP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    </a:t>
            </a:r>
            <a:r>
              <a:rPr lang="de-DE" sz="1300" b="0" u="none" strike="noStrike">
                <a:solidFill>
                  <a:srgbClr val="B21889"/>
                </a:solidFill>
                <a:effectLst/>
                <a:uFillTx/>
                <a:latin typeface="Consolas"/>
                <a:ea typeface="Times New Roman"/>
              </a:rPr>
              <a:t>let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 status: </a:t>
            </a:r>
            <a:r>
              <a:rPr lang="de-DE" sz="1300" b="0" u="none" strike="noStrike">
                <a:solidFill>
                  <a:srgbClr val="B21889"/>
                </a:solidFill>
                <a:effectLst/>
                <a:uFillTx/>
                <a:latin typeface="Consolas"/>
                <a:ea typeface="Times New Roman"/>
              </a:rPr>
              <a:t>u8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;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 defTabSz="686160">
              <a:lnSpc>
                <a:spcPct val="100000"/>
              </a:lnSpc>
            </a:pP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    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 defTabSz="686160">
              <a:lnSpc>
                <a:spcPct val="100000"/>
              </a:lnSpc>
            </a:pP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    </a:t>
            </a:r>
            <a:r>
              <a:rPr lang="de-DE" sz="1300" b="0" u="none" strike="noStrike">
                <a:solidFill>
                  <a:srgbClr val="B21889"/>
                </a:solidFill>
                <a:effectLst/>
                <a:uFillTx/>
                <a:latin typeface="Consolas"/>
                <a:ea typeface="Times New Roman"/>
              </a:rPr>
              <a:t>unsafe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 {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 defTabSz="686160">
              <a:lnSpc>
                <a:spcPct val="100000"/>
              </a:lnSpc>
            </a:pP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        cpu::outb(PORT_CTRL, </a:t>
            </a:r>
            <a:r>
              <a:rPr lang="de-DE" sz="1300" b="0" u="none" strike="noStrike">
                <a:solidFill>
                  <a:srgbClr val="786DC4"/>
                </a:solidFill>
                <a:effectLst/>
                <a:uFillTx/>
                <a:latin typeface="Consolas"/>
                <a:ea typeface="Times New Roman"/>
              </a:rPr>
              <a:t>0xb6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);   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	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	</a:t>
            </a:r>
            <a:r>
              <a:rPr lang="de-DE" sz="1300" b="0" u="none" strike="noStrike">
                <a:solidFill>
                  <a:srgbClr val="008000"/>
                </a:solidFill>
                <a:effectLst/>
                <a:uFillTx/>
                <a:latin typeface="Consolas"/>
                <a:ea typeface="Times New Roman"/>
              </a:rPr>
              <a:t>// Configure channel 2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 defTabSz="686160">
              <a:lnSpc>
                <a:spcPct val="100000"/>
              </a:lnSpc>
            </a:pP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        cpu::outb(PORT_DATA2, (zaehler % </a:t>
            </a:r>
            <a:r>
              <a:rPr lang="de-DE" sz="1300" b="0" u="none" strike="noStrike">
                <a:solidFill>
                  <a:srgbClr val="786DC4"/>
                </a:solidFill>
                <a:effectLst/>
                <a:uFillTx/>
                <a:latin typeface="Consolas"/>
                <a:ea typeface="Times New Roman"/>
              </a:rPr>
              <a:t>256) 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Times New Roman"/>
              </a:rPr>
              <a:t>as </a:t>
            </a:r>
            <a:r>
              <a:rPr lang="de-DE" sz="1300" b="0" u="none" strike="noStrike">
                <a:solidFill>
                  <a:srgbClr val="B21889"/>
                </a:solidFill>
                <a:effectLst/>
                <a:uFillTx/>
                <a:latin typeface="Consolas"/>
                <a:ea typeface="Times New Roman"/>
              </a:rPr>
              <a:t>u8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);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	</a:t>
            </a:r>
            <a:r>
              <a:rPr lang="de-DE" sz="1300" b="0" u="none" strike="noStrike">
                <a:solidFill>
                  <a:srgbClr val="008000"/>
                </a:solidFill>
                <a:effectLst/>
                <a:uFillTx/>
                <a:latin typeface="Consolas"/>
                <a:ea typeface="Times New Roman"/>
              </a:rPr>
              <a:t>// Load channel 2 (low byte)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 defTabSz="686160">
              <a:lnSpc>
                <a:spcPct val="100000"/>
              </a:lnSpc>
            </a:pP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        cpu::outb(PORT_DATA2, (zaehler &gt;&gt; </a:t>
            </a:r>
            <a:r>
              <a:rPr lang="de-DE" sz="1300" b="0" u="none" strike="noStrike">
                <a:solidFill>
                  <a:srgbClr val="786DC4"/>
                </a:solidFill>
                <a:effectLst/>
                <a:uFillTx/>
                <a:latin typeface="Consolas"/>
                <a:ea typeface="Times New Roman"/>
              </a:rPr>
              <a:t>8) </a:t>
            </a: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Times New Roman"/>
              </a:rPr>
              <a:t>as </a:t>
            </a:r>
            <a:r>
              <a:rPr lang="de-DE" sz="1300" b="0" u="none" strike="noStrike">
                <a:solidFill>
                  <a:srgbClr val="B21889"/>
                </a:solidFill>
                <a:effectLst/>
                <a:uFillTx/>
                <a:latin typeface="Consolas"/>
                <a:ea typeface="Times New Roman"/>
              </a:rPr>
              <a:t>u8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); 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	</a:t>
            </a:r>
            <a:r>
              <a:rPr lang="de-DE" sz="1300" b="0" u="none" strike="noStrike">
                <a:solidFill>
                  <a:srgbClr val="008000"/>
                </a:solidFill>
                <a:effectLst/>
                <a:uFillTx/>
                <a:latin typeface="Consolas"/>
                <a:ea typeface="Times New Roman"/>
              </a:rPr>
              <a:t>// Load channel 2 (high byte)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 defTabSz="686160">
              <a:lnSpc>
                <a:spcPct val="100000"/>
              </a:lnSpc>
            </a:pPr>
            <a:r>
              <a:rPr lang="de-DE" sz="13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Times New Roman"/>
              </a:rPr>
              <a:t> 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 defTabSz="686160">
              <a:lnSpc>
                <a:spcPct val="100000"/>
              </a:lnSpc>
            </a:pPr>
            <a:r>
              <a:rPr lang="de-DE" sz="1300" b="0" u="none" strike="noStrike">
                <a:solidFill>
                  <a:srgbClr val="008000"/>
                </a:solidFill>
                <a:effectLst/>
                <a:uFillTx/>
                <a:latin typeface="Consolas"/>
                <a:ea typeface="Times New Roman"/>
              </a:rPr>
              <a:t>        // Turn on PC speaker via PPI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 defTabSz="686160">
              <a:lnSpc>
                <a:spcPct val="100000"/>
              </a:lnSpc>
            </a:pPr>
            <a:r>
              <a:rPr lang="de-DE" sz="13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Times New Roman"/>
              </a:rPr>
              <a:t>        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status = cpu::inb(PORT_PPI);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	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	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	</a:t>
            </a:r>
            <a:r>
              <a:rPr lang="de-DE" sz="1300" b="0" u="none" strike="noStrike">
                <a:solidFill>
                  <a:srgbClr val="008000"/>
                </a:solidFill>
                <a:effectLst/>
                <a:uFillTx/>
                <a:latin typeface="Consolas"/>
                <a:ea typeface="Times New Roman"/>
              </a:rPr>
              <a:t>// Read PPI status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 defTabSz="686160">
              <a:lnSpc>
                <a:spcPct val="100000"/>
              </a:lnSpc>
            </a:pP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        cpu::outb( status | </a:t>
            </a:r>
            <a:r>
              <a:rPr lang="de-DE" sz="1300" b="0" u="none" strike="noStrike">
                <a:solidFill>
                  <a:srgbClr val="786DC4"/>
                </a:solidFill>
                <a:effectLst/>
                <a:uFillTx/>
                <a:latin typeface="Consolas"/>
                <a:ea typeface="Times New Roman"/>
              </a:rPr>
              <a:t>3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 );  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	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	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	</a:t>
            </a:r>
            <a:r>
              <a:rPr lang="de-DE" sz="1300" b="0" u="none" strike="noStrike">
                <a:solidFill>
                  <a:srgbClr val="008000"/>
                </a:solidFill>
                <a:effectLst/>
                <a:uFillTx/>
                <a:latin typeface="Consolas"/>
                <a:ea typeface="Times New Roman"/>
              </a:rPr>
              <a:t>// Turn on PC speaker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 defTabSz="686160">
              <a:lnSpc>
                <a:spcPct val="100000"/>
              </a:lnSpc>
            </a:pPr>
            <a:r>
              <a:rPr lang="de-DE" sz="1300" b="0" u="none" strike="noStrike">
                <a:solidFill>
                  <a:srgbClr val="008000"/>
                </a:solidFill>
                <a:effectLst/>
                <a:uFillTx/>
                <a:latin typeface="Consolas"/>
                <a:ea typeface="Times New Roman"/>
              </a:rPr>
              <a:t>    </a:t>
            </a: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}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" defTabSz="686160">
              <a:lnSpc>
                <a:spcPct val="100000"/>
              </a:lnSpc>
            </a:pPr>
            <a:r>
              <a:rPr lang="de-DE" sz="13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Times New Roman"/>
              </a:rPr>
              <a:t>}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4"/>
          </p:nvPr>
        </p:nvSpPr>
        <p:spPr/>
        <p:txBody>
          <a:bodyPr/>
          <a:p>
            <a:fld id="{D9521966-44C1-46A0-9CE9-97DBC926E8A2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Why Rust?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54" name="Inhaltsplatzhalter 7"/>
          <p:cNvSpPr/>
          <p:nvPr/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Type safe modern und fast programming language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Offers compile time garbage collection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 null pointers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 „broken“ pointers (unless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unsafe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is used)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Used by Microsoft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sng" strike="noStrike">
                <a:solidFill>
                  <a:schemeClr val="dk1"/>
                </a:solidFill>
                <a:effectLst/>
                <a:uFillTx/>
                <a:latin typeface="Arial"/>
                <a:hlinkClick r:id="rId1"/>
              </a:rPr>
              <a:t>https://msrc.microsoft.com/blog/2019/07/why-rust-for-safe-systems-programming/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sng" strike="noStrike">
                <a:solidFill>
                  <a:schemeClr val="dk1"/>
                </a:solidFill>
                <a:effectLst/>
                <a:uFillTx/>
                <a:latin typeface="Arial"/>
                <a:hlinkClick r:id="rId2"/>
              </a:rPr>
              <a:t>https://msrc.microsoft.com/blog/2019/07/we-need-a-safer-systems-programming-language/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Linux allows writing kernel modules in Rust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sng" strike="noStrike">
                <a:solidFill>
                  <a:schemeClr val="dk1"/>
                </a:solidFill>
                <a:effectLst/>
                <a:uFillTx/>
                <a:latin typeface="Arial"/>
                <a:hlinkClick r:id="rId3"/>
              </a:rPr>
              <a:t>https://www.heise.de/news/Rust-Code-im-Linux-Kernel-Merge-steht-laut-Linus-Torvalds-ab-Linux-5-20-bevor-7154453.html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4"/>
          </p:nvPr>
        </p:nvSpPr>
        <p:spPr/>
        <p:txBody>
          <a:bodyPr/>
          <a:p>
            <a:fld id="{E2AF447A-552B-4C64-A602-9B39779DC321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HHU_PPT_Vorlage">
  <a:themeElements>
    <a:clrScheme name="HHU">
      <a:dk1>
        <a:srgbClr val="000000"/>
      </a:dk1>
      <a:lt1>
        <a:srgbClr val="FFFFFF"/>
      </a:lt1>
      <a:dk2>
        <a:srgbClr val="006AB3"/>
      </a:dk2>
      <a:lt2>
        <a:srgbClr val="CCCCCC"/>
      </a:lt2>
      <a:accent1>
        <a:srgbClr val="003964"/>
      </a:accent1>
      <a:accent2>
        <a:srgbClr val="57BAB1"/>
      </a:accent2>
      <a:accent3>
        <a:srgbClr val="EE7F00"/>
      </a:accent3>
      <a:accent4>
        <a:srgbClr val="BE0A26"/>
      </a:accent4>
      <a:accent5>
        <a:srgbClr val="8CB110"/>
      </a:accent5>
      <a:accent6>
        <a:srgbClr val="B5CBD6"/>
      </a:accent6>
      <a:hlink>
        <a:srgbClr val="AEABAB"/>
      </a:hlink>
      <a:folHlink>
        <a:srgbClr val="D0CECE"/>
      </a:folHlink>
    </a:clrScheme>
    <a:fontScheme name="HHU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HHU_PPT_Vorlage">
  <a:themeElements>
    <a:clrScheme name="HHU">
      <a:dk1>
        <a:srgbClr val="000000"/>
      </a:dk1>
      <a:lt1>
        <a:srgbClr val="FFFFFF"/>
      </a:lt1>
      <a:dk2>
        <a:srgbClr val="006AB3"/>
      </a:dk2>
      <a:lt2>
        <a:srgbClr val="CCCCCC"/>
      </a:lt2>
      <a:accent1>
        <a:srgbClr val="003964"/>
      </a:accent1>
      <a:accent2>
        <a:srgbClr val="57BAB1"/>
      </a:accent2>
      <a:accent3>
        <a:srgbClr val="EE7F00"/>
      </a:accent3>
      <a:accent4>
        <a:srgbClr val="BE0A26"/>
      </a:accent4>
      <a:accent5>
        <a:srgbClr val="8CB110"/>
      </a:accent5>
      <a:accent6>
        <a:srgbClr val="B5CBD6"/>
      </a:accent6>
      <a:hlink>
        <a:srgbClr val="AEABAB"/>
      </a:hlink>
      <a:folHlink>
        <a:srgbClr val="D0CECE"/>
      </a:folHlink>
    </a:clrScheme>
    <a:fontScheme name="HHU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HHU_PPT_Vorlage</Template>
  <TotalTime>8164</TotalTime>
  <Application>LibreOffice/26.2.2.2$Linux_X86_64 LibreOffice_project/42d76a33568d9a37e1fc00c3228d3881e2f8df73</Application>
  <AppVersion>15.0000</AppVersion>
  <Words>1521</Words>
  <Paragraphs>361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2020-08-15T15:36:48Z</dcterms:created>
  <dc:creator>Microsoft Office User</dc:creator>
  <dc:description/>
  <dc:language>de-DE</dc:language>
  <cp:lastModifiedBy/>
  <dcterms:modified xsi:type="dcterms:W3CDTF">2026-04-09T17:03:38Z</dcterms:modified>
  <cp:revision>925</cp:revision>
  <dc:subject/>
  <dc:title>Lorem ipsum  dolor sit amet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29</vt:i4>
  </property>
  <property fmtid="{D5CDD505-2E9C-101B-9397-08002B2CF9AE}" pid="3" name="PresentationFormat">
    <vt:lpwstr>Custom</vt:lpwstr>
  </property>
  <property fmtid="{D5CDD505-2E9C-101B-9397-08002B2CF9AE}" pid="4" name="Slides">
    <vt:i4>29</vt:i4>
  </property>
</Properties>
</file>