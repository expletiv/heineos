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7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1.xml" ContentType="application/vnd.openxmlformats-officedocument.theme+xml"/>
  <Override PartName="/ppt/slideLayouts/slideLayout27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9.xml" ContentType="application/vnd.openxmlformats-officedocument.presentationml.slideLayout+xml"/>
  <Override PartName="/ppt/presProps.xml" ContentType="application/vnd.openxmlformats-officedocument.presentationml.presProps+xml"/>
  <Override PartName="/ppt/notesMasters/notesMaster1.xml" ContentType="application/vnd.openxmlformats-officedocument.presentationml.notesMaster+xml"/>
  <Override PartName="/ppt/slides/slide12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4.xml" ContentType="application/vnd.openxmlformats-officedocument.presentationml.slide+xml"/>
  <Override PartName="/ppt/slides/slide6.xml" ContentType="application/vnd.openxmlformats-officedocument.presentationml.slide+xml"/>
  <Override PartName="/ppt/slides/slide15.xml" ContentType="application/vnd.openxmlformats-officedocument.presentationml.slide+xml"/>
  <Override PartName="/ppt/slides/slide3.xml" ContentType="application/vnd.openxmlformats-officedocument.presentationml.slide+xml"/>
  <Override PartName="/ppt/slides/slide18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3.xml" ContentType="application/vnd.openxmlformats-officedocument.presentationml.slide+xml"/>
  <Override PartName="/ppt/slides/slide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2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notesSlides/notesSlide12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8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5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</p:sldIdLst>
  <p:sldSz cx="9144000" cy="5149850"/>
  <p:notesSz cx="6858000" cy="9144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7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31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5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defTabSz="914400">
              <a:lnSpc>
                <a:spcPct val="90000"/>
              </a:lnSpc>
              <a:tabLst>
                <a:tab pos="0" algn="l"/>
              </a:tabLst>
            </a:pPr>
            <a:r>
              <a:rPr lang="de-DE" sz="36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Folie mittels Klicken verschieben</a:t>
            </a:r>
            <a:endParaRPr lang="de-DE" sz="3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316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der Notizen mittels Klicken bearbeiten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7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&lt;Kopfzeile&gt;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18" name="PlaceHolder 4"/>
          <p:cNvSpPr>
            <a:spLocks noGrp="1"/>
          </p:cNvSpPr>
          <p:nvPr>
            <p:ph type="dt" idx="55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&lt;Datum/Uhrzeit&gt;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19" name="PlaceHolder 5"/>
          <p:cNvSpPr>
            <a:spLocks noGrp="1"/>
          </p:cNvSpPr>
          <p:nvPr>
            <p:ph type="ftr" idx="56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20" name="PlaceHolder 6"/>
          <p:cNvSpPr>
            <a:spLocks noGrp="1"/>
          </p:cNvSpPr>
          <p:nvPr>
            <p:ph type="sldNum" idx="57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CCD9D227-E921-40F5-B4FF-EF963F5F6185}" type="slidenum"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&lt;Foliennummer&gt;</a:t>
            </a:fld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1" name="PlaceHolder 1"/>
          <p:cNvSpPr>
            <a:spLocks noGrp="1"/>
          </p:cNvSpPr>
          <p:nvPr>
            <p:ph type="sldImg"/>
          </p:nvPr>
        </p:nvSpPr>
        <p:spPr>
          <a:xfrm>
            <a:off x="689040" y="1143000"/>
            <a:ext cx="5478840" cy="3085200"/>
          </a:xfrm>
          <a:prstGeom prst="rect">
            <a:avLst/>
          </a:prstGeom>
          <a:ln w="0">
            <a:noFill/>
          </a:ln>
        </p:spPr>
      </p:sp>
      <p:sp>
        <p:nvSpPr>
          <p:cNvPr id="137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3" name="PlaceHolder 3"/>
          <p:cNvSpPr>
            <a:spLocks noGrp="1"/>
          </p:cNvSpPr>
          <p:nvPr>
            <p:ph type="sldNum" idx="58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4" name="PlaceHolder 1"/>
          <p:cNvSpPr>
            <a:spLocks noGrp="1"/>
          </p:cNvSpPr>
          <p:nvPr>
            <p:ph type="sldImg"/>
          </p:nvPr>
        </p:nvSpPr>
        <p:spPr>
          <a:xfrm>
            <a:off x="689040" y="1143000"/>
            <a:ext cx="5478840" cy="3085200"/>
          </a:xfrm>
          <a:prstGeom prst="rect">
            <a:avLst/>
          </a:prstGeom>
          <a:ln w="0">
            <a:noFill/>
          </a:ln>
        </p:spPr>
      </p:sp>
      <p:sp>
        <p:nvSpPr>
          <p:cNvPr id="137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6" name="PlaceHolder 3"/>
          <p:cNvSpPr>
            <a:spLocks noGrp="1"/>
          </p:cNvSpPr>
          <p:nvPr>
            <p:ph type="sldNum" idx="59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7" name="PlaceHolder 1"/>
          <p:cNvSpPr>
            <a:spLocks noGrp="1"/>
          </p:cNvSpPr>
          <p:nvPr>
            <p:ph type="sldImg"/>
          </p:nvPr>
        </p:nvSpPr>
        <p:spPr>
          <a:xfrm>
            <a:off x="689040" y="1143000"/>
            <a:ext cx="5478840" cy="3085200"/>
          </a:xfrm>
          <a:prstGeom prst="rect">
            <a:avLst/>
          </a:prstGeom>
          <a:ln w="0">
            <a:noFill/>
          </a:ln>
        </p:spPr>
      </p:sp>
      <p:sp>
        <p:nvSpPr>
          <p:cNvPr id="137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9" name="PlaceHolder 3"/>
          <p:cNvSpPr>
            <a:spLocks noGrp="1"/>
          </p:cNvSpPr>
          <p:nvPr>
            <p:ph type="sldNum" idx="60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0" name="PlaceHolder 1"/>
          <p:cNvSpPr>
            <a:spLocks noGrp="1"/>
          </p:cNvSpPr>
          <p:nvPr>
            <p:ph type="sldImg"/>
          </p:nvPr>
        </p:nvSpPr>
        <p:spPr>
          <a:xfrm>
            <a:off x="689040" y="1143000"/>
            <a:ext cx="5478840" cy="3085200"/>
          </a:xfrm>
          <a:prstGeom prst="rect">
            <a:avLst/>
          </a:prstGeom>
          <a:ln w="0">
            <a:noFill/>
          </a:ln>
        </p:spPr>
      </p:sp>
      <p:sp>
        <p:nvSpPr>
          <p:cNvPr id="138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2" name="PlaceHolder 3"/>
          <p:cNvSpPr>
            <a:spLocks noGrp="1"/>
          </p:cNvSpPr>
          <p:nvPr>
            <p:ph type="sldNum" idx="61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3" name="PlaceHolder 1"/>
          <p:cNvSpPr>
            <a:spLocks noGrp="1"/>
          </p:cNvSpPr>
          <p:nvPr>
            <p:ph type="sldImg"/>
          </p:nvPr>
        </p:nvSpPr>
        <p:spPr>
          <a:xfrm>
            <a:off x="689040" y="1143000"/>
            <a:ext cx="5478840" cy="3085200"/>
          </a:xfrm>
          <a:prstGeom prst="rect">
            <a:avLst/>
          </a:prstGeom>
          <a:ln w="0">
            <a:noFill/>
          </a:ln>
        </p:spPr>
      </p:sp>
      <p:sp>
        <p:nvSpPr>
          <p:cNvPr id="138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5" name="PlaceHolder 3"/>
          <p:cNvSpPr>
            <a:spLocks noGrp="1"/>
          </p:cNvSpPr>
          <p:nvPr>
            <p:ph type="sldNum" idx="62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6" name="PlaceHolder 1"/>
          <p:cNvSpPr>
            <a:spLocks noGrp="1"/>
          </p:cNvSpPr>
          <p:nvPr>
            <p:ph type="sldImg"/>
          </p:nvPr>
        </p:nvSpPr>
        <p:spPr>
          <a:xfrm>
            <a:off x="689040" y="1143000"/>
            <a:ext cx="5478840" cy="3085200"/>
          </a:xfrm>
          <a:prstGeom prst="rect">
            <a:avLst/>
          </a:prstGeom>
          <a:ln w="0">
            <a:noFill/>
          </a:ln>
        </p:spPr>
      </p:sp>
      <p:sp>
        <p:nvSpPr>
          <p:cNvPr id="138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8" name="PlaceHolder 3"/>
          <p:cNvSpPr>
            <a:spLocks noGrp="1"/>
          </p:cNvSpPr>
          <p:nvPr>
            <p:ph type="sldNum" idx="63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9" name="PlaceHolder 1"/>
          <p:cNvSpPr>
            <a:spLocks noGrp="1"/>
          </p:cNvSpPr>
          <p:nvPr>
            <p:ph type="sldImg"/>
          </p:nvPr>
        </p:nvSpPr>
        <p:spPr>
          <a:xfrm>
            <a:off x="689040" y="1143000"/>
            <a:ext cx="5478840" cy="3085200"/>
          </a:xfrm>
          <a:prstGeom prst="rect">
            <a:avLst/>
          </a:prstGeom>
          <a:ln w="0">
            <a:noFill/>
          </a:ln>
        </p:spPr>
      </p:sp>
      <p:sp>
        <p:nvSpPr>
          <p:cNvPr id="139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1" name="PlaceHolder 3"/>
          <p:cNvSpPr>
            <a:spLocks noGrp="1"/>
          </p:cNvSpPr>
          <p:nvPr>
            <p:ph type="sldNum" idx="64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2" name="PlaceHolder 1"/>
          <p:cNvSpPr>
            <a:spLocks noGrp="1"/>
          </p:cNvSpPr>
          <p:nvPr>
            <p:ph type="sldImg"/>
          </p:nvPr>
        </p:nvSpPr>
        <p:spPr>
          <a:xfrm>
            <a:off x="689040" y="1143000"/>
            <a:ext cx="5478840" cy="3085200"/>
          </a:xfrm>
          <a:prstGeom prst="rect">
            <a:avLst/>
          </a:prstGeom>
          <a:ln w="0">
            <a:noFill/>
          </a:ln>
        </p:spPr>
      </p:sp>
      <p:sp>
        <p:nvSpPr>
          <p:cNvPr id="139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4" name="PlaceHolder 3"/>
          <p:cNvSpPr>
            <a:spLocks noGrp="1"/>
          </p:cNvSpPr>
          <p:nvPr>
            <p:ph type="sldNum" idx="65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5" name="PlaceHolder 1"/>
          <p:cNvSpPr>
            <a:spLocks noGrp="1"/>
          </p:cNvSpPr>
          <p:nvPr>
            <p:ph type="sldImg"/>
          </p:nvPr>
        </p:nvSpPr>
        <p:spPr>
          <a:xfrm>
            <a:off x="689040" y="1143000"/>
            <a:ext cx="5478840" cy="3085200"/>
          </a:xfrm>
          <a:prstGeom prst="rect">
            <a:avLst/>
          </a:prstGeom>
          <a:ln w="0">
            <a:noFill/>
          </a:ln>
        </p:spPr>
      </p:sp>
      <p:sp>
        <p:nvSpPr>
          <p:cNvPr id="139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7" name="PlaceHolder 3"/>
          <p:cNvSpPr>
            <a:spLocks noGrp="1"/>
          </p:cNvSpPr>
          <p:nvPr>
            <p:ph type="sldNum" idx="66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8" name="PlaceHolder 1"/>
          <p:cNvSpPr>
            <a:spLocks noGrp="1"/>
          </p:cNvSpPr>
          <p:nvPr>
            <p:ph type="sldImg"/>
          </p:nvPr>
        </p:nvSpPr>
        <p:spPr>
          <a:xfrm>
            <a:off x="689040" y="1143000"/>
            <a:ext cx="5478840" cy="3085200"/>
          </a:xfrm>
          <a:prstGeom prst="rect">
            <a:avLst/>
          </a:prstGeom>
          <a:ln w="0">
            <a:noFill/>
          </a:ln>
        </p:spPr>
      </p:sp>
      <p:sp>
        <p:nvSpPr>
          <p:cNvPr id="139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0" name="PlaceHolder 3"/>
          <p:cNvSpPr>
            <a:spLocks noGrp="1"/>
          </p:cNvSpPr>
          <p:nvPr>
            <p:ph type="sldNum" idx="67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1" name="PlaceHolder 1"/>
          <p:cNvSpPr>
            <a:spLocks noGrp="1"/>
          </p:cNvSpPr>
          <p:nvPr>
            <p:ph type="sldImg"/>
          </p:nvPr>
        </p:nvSpPr>
        <p:spPr>
          <a:xfrm>
            <a:off x="689040" y="1143000"/>
            <a:ext cx="5478840" cy="3085200"/>
          </a:xfrm>
          <a:prstGeom prst="rect">
            <a:avLst/>
          </a:prstGeom>
          <a:ln w="0">
            <a:noFill/>
          </a:ln>
        </p:spPr>
      </p:sp>
      <p:sp>
        <p:nvSpPr>
          <p:cNvPr id="140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3" name="PlaceHolder 3"/>
          <p:cNvSpPr>
            <a:spLocks noGrp="1"/>
          </p:cNvSpPr>
          <p:nvPr>
            <p:ph type="sldNum" idx="68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4" name="PlaceHolder 1"/>
          <p:cNvSpPr>
            <a:spLocks noGrp="1"/>
          </p:cNvSpPr>
          <p:nvPr>
            <p:ph type="sldImg"/>
          </p:nvPr>
        </p:nvSpPr>
        <p:spPr>
          <a:xfrm>
            <a:off x="689040" y="1143000"/>
            <a:ext cx="5478840" cy="3085200"/>
          </a:xfrm>
          <a:prstGeom prst="rect">
            <a:avLst/>
          </a:prstGeom>
          <a:ln w="0">
            <a:noFill/>
          </a:ln>
        </p:spPr>
      </p:sp>
      <p:sp>
        <p:nvSpPr>
          <p:cNvPr id="140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6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7" name="PlaceHolder 1"/>
          <p:cNvSpPr>
            <a:spLocks noGrp="1"/>
          </p:cNvSpPr>
          <p:nvPr>
            <p:ph type="sldImg"/>
          </p:nvPr>
        </p:nvSpPr>
        <p:spPr>
          <a:xfrm>
            <a:off x="689040" y="1143000"/>
            <a:ext cx="5478840" cy="3085200"/>
          </a:xfrm>
          <a:prstGeom prst="rect">
            <a:avLst/>
          </a:prstGeom>
          <a:ln w="0">
            <a:noFill/>
          </a:ln>
        </p:spPr>
      </p:sp>
      <p:sp>
        <p:nvSpPr>
          <p:cNvPr id="140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9" name="PlaceHolder 3"/>
          <p:cNvSpPr>
            <a:spLocks noGrp="1"/>
          </p:cNvSpPr>
          <p:nvPr>
            <p:ph type="sldNum" idx="70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0" name="PlaceHolder 1"/>
          <p:cNvSpPr>
            <a:spLocks noGrp="1"/>
          </p:cNvSpPr>
          <p:nvPr>
            <p:ph type="sldImg"/>
          </p:nvPr>
        </p:nvSpPr>
        <p:spPr>
          <a:xfrm>
            <a:off x="689040" y="1143000"/>
            <a:ext cx="5478840" cy="3085200"/>
          </a:xfrm>
          <a:prstGeom prst="rect">
            <a:avLst/>
          </a:prstGeom>
          <a:ln w="0">
            <a:noFill/>
          </a:ln>
        </p:spPr>
      </p:sp>
      <p:sp>
        <p:nvSpPr>
          <p:cNvPr id="141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2" name="PlaceHolder 3"/>
          <p:cNvSpPr>
            <a:spLocks noGrp="1"/>
          </p:cNvSpPr>
          <p:nvPr>
            <p:ph type="sldNum" idx="71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3" name="PlaceHolder 1"/>
          <p:cNvSpPr>
            <a:spLocks noGrp="1"/>
          </p:cNvSpPr>
          <p:nvPr>
            <p:ph type="sldImg"/>
          </p:nvPr>
        </p:nvSpPr>
        <p:spPr>
          <a:xfrm>
            <a:off x="689040" y="1143000"/>
            <a:ext cx="5478840" cy="3085200"/>
          </a:xfrm>
          <a:prstGeom prst="rect">
            <a:avLst/>
          </a:prstGeom>
          <a:ln w="0">
            <a:noFill/>
          </a:ln>
        </p:spPr>
      </p:sp>
      <p:sp>
        <p:nvSpPr>
          <p:cNvPr id="141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5" name="PlaceHolder 3"/>
          <p:cNvSpPr>
            <a:spLocks noGrp="1"/>
          </p:cNvSpPr>
          <p:nvPr>
            <p:ph type="sldNum" idx="72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6" name="PlaceHolder 1"/>
          <p:cNvSpPr>
            <a:spLocks noGrp="1"/>
          </p:cNvSpPr>
          <p:nvPr>
            <p:ph type="sldImg"/>
          </p:nvPr>
        </p:nvSpPr>
        <p:spPr>
          <a:xfrm>
            <a:off x="689040" y="1143000"/>
            <a:ext cx="5478840" cy="3085200"/>
          </a:xfrm>
          <a:prstGeom prst="rect">
            <a:avLst/>
          </a:prstGeom>
          <a:ln w="0">
            <a:noFill/>
          </a:ln>
        </p:spPr>
      </p:sp>
      <p:sp>
        <p:nvSpPr>
          <p:cNvPr id="141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8" name="PlaceHolder 3"/>
          <p:cNvSpPr>
            <a:spLocks noGrp="1"/>
          </p:cNvSpPr>
          <p:nvPr>
            <p:ph type="sldNum" idx="73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9" name="PlaceHolder 1"/>
          <p:cNvSpPr>
            <a:spLocks noGrp="1"/>
          </p:cNvSpPr>
          <p:nvPr>
            <p:ph type="sldImg"/>
          </p:nvPr>
        </p:nvSpPr>
        <p:spPr>
          <a:xfrm>
            <a:off x="689040" y="1143000"/>
            <a:ext cx="5478840" cy="3085200"/>
          </a:xfrm>
          <a:prstGeom prst="rect">
            <a:avLst/>
          </a:prstGeom>
          <a:ln w="0">
            <a:noFill/>
          </a:ln>
        </p:spPr>
      </p:sp>
      <p:sp>
        <p:nvSpPr>
          <p:cNvPr id="142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1" name="PlaceHolder 3"/>
          <p:cNvSpPr>
            <a:spLocks noGrp="1"/>
          </p:cNvSpPr>
          <p:nvPr>
            <p:ph type="sldNum" idx="74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2" name="PlaceHolder 1"/>
          <p:cNvSpPr>
            <a:spLocks noGrp="1"/>
          </p:cNvSpPr>
          <p:nvPr>
            <p:ph type="sldImg"/>
          </p:nvPr>
        </p:nvSpPr>
        <p:spPr>
          <a:xfrm>
            <a:off x="689040" y="1143000"/>
            <a:ext cx="5478840" cy="3085200"/>
          </a:xfrm>
          <a:prstGeom prst="rect">
            <a:avLst/>
          </a:prstGeom>
          <a:ln w="0">
            <a:noFill/>
          </a:ln>
        </p:spPr>
      </p:sp>
      <p:sp>
        <p:nvSpPr>
          <p:cNvPr id="142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4" name="PlaceHolder 3"/>
          <p:cNvSpPr>
            <a:spLocks noGrp="1"/>
          </p:cNvSpPr>
          <p:nvPr>
            <p:ph type="sldNum" idx="75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1.png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1.png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elfoli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uppieren 6"/>
          <p:cNvGrpSpPr/>
          <p:nvPr/>
        </p:nvGrpSpPr>
        <p:grpSpPr>
          <a:xfrm>
            <a:off x="-5040" y="4950720"/>
            <a:ext cx="9147960" cy="196920"/>
            <a:chOff x="-5040" y="4950720"/>
            <a:chExt cx="9147960" cy="196920"/>
          </a:xfrm>
        </p:grpSpPr>
        <p:sp>
          <p:nvSpPr>
            <p:cNvPr id="3" name="bk object 18"/>
            <p:cNvSpPr/>
            <p:nvPr/>
          </p:nvSpPr>
          <p:spPr>
            <a:xfrm>
              <a:off x="-5040" y="4950720"/>
              <a:ext cx="483840" cy="196920"/>
            </a:xfrm>
            <a:custGeom>
              <a:avLst/>
              <a:gdLst>
                <a:gd name="textAreaLeft" fmla="*/ 0 w 483840"/>
                <a:gd name="textAreaRight" fmla="*/ 484920 w 483840"/>
                <a:gd name="textAreaTop" fmla="*/ 0 h 196920"/>
                <a:gd name="textAreaBottom" fmla="*/ 198000 h 19692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" name="bk object 18"/>
            <p:cNvSpPr/>
            <p:nvPr/>
          </p:nvSpPr>
          <p:spPr>
            <a:xfrm>
              <a:off x="522360" y="4950720"/>
              <a:ext cx="8620560" cy="196920"/>
            </a:xfrm>
            <a:custGeom>
              <a:avLst/>
              <a:gdLst>
                <a:gd name="textAreaLeft" fmla="*/ 0 w 8620560"/>
                <a:gd name="textAreaRight" fmla="*/ 8621640 w 8620560"/>
                <a:gd name="textAreaTop" fmla="*/ 0 h 196920"/>
                <a:gd name="textAreaBottom" fmla="*/ 198000 h 19692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" name="Holder 3"/>
            <p:cNvSpPr/>
            <p:nvPr/>
          </p:nvSpPr>
          <p:spPr>
            <a:xfrm>
              <a:off x="8194680" y="4966200"/>
              <a:ext cx="448560" cy="1666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6" name="Gerader Verbinder 11"/>
          <p:cNvCxnSpPr/>
          <p:nvPr/>
        </p:nvCxnSpPr>
        <p:spPr>
          <a:xfrm>
            <a:off x="521280" y="974520"/>
            <a:ext cx="6833160" cy="108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7" name="Grafik 9"/>
          <p:cNvGrpSpPr/>
          <p:nvPr/>
        </p:nvGrpSpPr>
        <p:grpSpPr>
          <a:xfrm>
            <a:off x="7741440" y="394200"/>
            <a:ext cx="1049040" cy="619920"/>
            <a:chOff x="7741440" y="394200"/>
            <a:chExt cx="1049040" cy="619920"/>
          </a:xfrm>
        </p:grpSpPr>
        <p:grpSp>
          <p:nvGrpSpPr>
            <p:cNvPr id="8" name="Grafik 9"/>
            <p:cNvGrpSpPr/>
            <p:nvPr/>
          </p:nvGrpSpPr>
          <p:grpSpPr>
            <a:xfrm>
              <a:off x="7741440" y="394200"/>
              <a:ext cx="883800" cy="431280"/>
              <a:chOff x="7741440" y="394200"/>
              <a:chExt cx="883800" cy="431280"/>
            </a:xfrm>
          </p:grpSpPr>
          <p:sp>
            <p:nvSpPr>
              <p:cNvPr id="9" name="Freihandform: Form 20"/>
              <p:cNvSpPr/>
              <p:nvPr/>
            </p:nvSpPr>
            <p:spPr>
              <a:xfrm>
                <a:off x="8358120" y="480600"/>
                <a:ext cx="267120" cy="26748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267480"/>
                  <a:gd name="textAreaBottom" fmla="*/ 268560 h 267480"/>
                  <a:gd name="GluePoint1X" fmla="*/ 0 w 746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" name="Freihandform: Form 21"/>
              <p:cNvSpPr/>
              <p:nvPr/>
            </p:nvSpPr>
            <p:spPr>
              <a:xfrm>
                <a:off x="7741440" y="394200"/>
                <a:ext cx="267120" cy="34740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347400"/>
                  <a:gd name="textAreaBottom" fmla="*/ 348480 h 347400"/>
                  <a:gd name="GluePoint1X" fmla="*/ 0 w 968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" name="Freihandform: Form 22"/>
              <p:cNvSpPr/>
              <p:nvPr/>
            </p:nvSpPr>
            <p:spPr>
              <a:xfrm>
                <a:off x="8050680" y="394200"/>
                <a:ext cx="267120" cy="34740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347400"/>
                  <a:gd name="textAreaBottom" fmla="*/ 348480 h 347400"/>
                  <a:gd name="GluePoint1X" fmla="*/ 0 w 968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" name="Freihandform: Form 23"/>
              <p:cNvSpPr/>
              <p:nvPr/>
            </p:nvSpPr>
            <p:spPr>
              <a:xfrm>
                <a:off x="784800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" name="Freihandform: Form 24"/>
              <p:cNvSpPr/>
              <p:nvPr/>
            </p:nvSpPr>
            <p:spPr>
              <a:xfrm>
                <a:off x="795816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" name="Freihandform: Form 25"/>
              <p:cNvSpPr/>
              <p:nvPr/>
            </p:nvSpPr>
            <p:spPr>
              <a:xfrm>
                <a:off x="821232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5" name="Freihandform: Form 26"/>
            <p:cNvSpPr/>
            <p:nvPr/>
          </p:nvSpPr>
          <p:spPr>
            <a:xfrm>
              <a:off x="7741440" y="817920"/>
              <a:ext cx="42480" cy="56880"/>
            </a:xfrm>
            <a:custGeom>
              <a:avLst/>
              <a:gdLst>
                <a:gd name="textAreaLeft" fmla="*/ 0 w 42480"/>
                <a:gd name="textAreaRight" fmla="*/ 43560 w 42480"/>
                <a:gd name="textAreaTop" fmla="*/ 0 h 56880"/>
                <a:gd name="textAreaBottom" fmla="*/ 57960 h 56880"/>
                <a:gd name="GluePoint1X" fmla="*/ 0 w 161"/>
                <a:gd name="GluePoint1Y" fmla="*/ 0 h 121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" name="Freihandform: Form 27"/>
            <p:cNvSpPr/>
            <p:nvPr/>
          </p:nvSpPr>
          <p:spPr>
            <a:xfrm>
              <a:off x="7799760" y="834120"/>
              <a:ext cx="35280" cy="42480"/>
            </a:xfrm>
            <a:custGeom>
              <a:avLst/>
              <a:gdLst>
                <a:gd name="textAreaLeft" fmla="*/ 0 w 35280"/>
                <a:gd name="textAreaRight" fmla="*/ 36360 w 35280"/>
                <a:gd name="textAreaTop" fmla="*/ 0 h 42480"/>
                <a:gd name="textAreaBottom" fmla="*/ 43560 h 42480"/>
              </a:gdLst>
              <a:ahLst/>
              <a:cxnLst/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7" name="Freihandform: Form 28"/>
            <p:cNvSpPr/>
            <p:nvPr/>
          </p:nvSpPr>
          <p:spPr>
            <a:xfrm>
              <a:off x="784908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8" name="Grafik 9"/>
            <p:cNvGrpSpPr/>
            <p:nvPr/>
          </p:nvGrpSpPr>
          <p:grpSpPr>
            <a:xfrm>
              <a:off x="7872120" y="834120"/>
              <a:ext cx="74160" cy="40680"/>
              <a:chOff x="7872120" y="834120"/>
              <a:chExt cx="74160" cy="40680"/>
            </a:xfrm>
          </p:grpSpPr>
          <p:sp>
            <p:nvSpPr>
              <p:cNvPr id="19" name="Freihandform: Form 30"/>
              <p:cNvSpPr/>
              <p:nvPr/>
            </p:nvSpPr>
            <p:spPr>
              <a:xfrm>
                <a:off x="7872120" y="834120"/>
                <a:ext cx="33480" cy="406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0680"/>
                  <a:gd name="textAreaBottom" fmla="*/ 41760 h 40680"/>
                </a:gdLst>
                <a:ahLst/>
                <a:cxnLst/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0" name="Freihandform: Form 31"/>
              <p:cNvSpPr/>
              <p:nvPr/>
            </p:nvSpPr>
            <p:spPr>
              <a:xfrm>
                <a:off x="7922160" y="834120"/>
                <a:ext cx="24120" cy="40680"/>
              </a:xfrm>
              <a:custGeom>
                <a:avLst/>
                <a:gdLst>
                  <a:gd name="textAreaLeft" fmla="*/ 0 w 24120"/>
                  <a:gd name="textAreaRight" fmla="*/ 25200 w 24120"/>
                  <a:gd name="textAreaTop" fmla="*/ 0 h 40680"/>
                  <a:gd name="textAreaBottom" fmla="*/ 41760 h 40680"/>
                </a:gdLst>
                <a:ahLst/>
                <a:cxnLst/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2240" tIns="-3240" rIns="1224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21" name="Freihandform: Form 32"/>
            <p:cNvSpPr/>
            <p:nvPr/>
          </p:nvSpPr>
          <p:spPr>
            <a:xfrm>
              <a:off x="795924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22" name="Grafik 9"/>
            <p:cNvGrpSpPr/>
            <p:nvPr/>
          </p:nvGrpSpPr>
          <p:grpSpPr>
            <a:xfrm>
              <a:off x="7979760" y="812160"/>
              <a:ext cx="78120" cy="64440"/>
              <a:chOff x="7979760" y="812160"/>
              <a:chExt cx="78120" cy="64440"/>
            </a:xfrm>
          </p:grpSpPr>
          <p:sp>
            <p:nvSpPr>
              <p:cNvPr id="23" name="Freihandform: Form 34"/>
              <p:cNvSpPr/>
              <p:nvPr/>
            </p:nvSpPr>
            <p:spPr>
              <a:xfrm>
                <a:off x="7979760" y="834120"/>
                <a:ext cx="33480" cy="424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2480"/>
                  <a:gd name="textAreaBottom" fmla="*/ 43560 h 42480"/>
                </a:gdLst>
                <a:ahLst/>
                <a:cxnLst/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1440" rIns="1692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4" name="Freihandform: Form 35"/>
              <p:cNvSpPr/>
              <p:nvPr/>
            </p:nvSpPr>
            <p:spPr>
              <a:xfrm>
                <a:off x="8024400" y="812160"/>
                <a:ext cx="33480" cy="622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62280"/>
                  <a:gd name="textAreaBottom" fmla="*/ 63360 h 62280"/>
                  <a:gd name="GluePoint1X" fmla="*/ 0 w 176"/>
                  <a:gd name="GluePoint1Y" fmla="*/ 0 h 96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18360" rIns="1692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25" name="Freihandform: Form 36"/>
            <p:cNvSpPr/>
            <p:nvPr/>
          </p:nvSpPr>
          <p:spPr>
            <a:xfrm>
              <a:off x="8106480" y="817920"/>
              <a:ext cx="42480" cy="56880"/>
            </a:xfrm>
            <a:custGeom>
              <a:avLst/>
              <a:gdLst>
                <a:gd name="textAreaLeft" fmla="*/ 0 w 42480"/>
                <a:gd name="textAreaRight" fmla="*/ 43560 w 42480"/>
                <a:gd name="textAreaTop" fmla="*/ 0 h 56880"/>
                <a:gd name="textAreaBottom" fmla="*/ 57960 h 56880"/>
                <a:gd name="GluePoint1X" fmla="*/ 0 w 161"/>
                <a:gd name="GluePoint1Y" fmla="*/ 0 h 121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6" name="Freihandform: Form 37"/>
            <p:cNvSpPr/>
            <p:nvPr/>
          </p:nvSpPr>
          <p:spPr>
            <a:xfrm>
              <a:off x="8164800" y="834120"/>
              <a:ext cx="35280" cy="42480"/>
            </a:xfrm>
            <a:custGeom>
              <a:avLst/>
              <a:gdLst>
                <a:gd name="textAreaLeft" fmla="*/ 0 w 35280"/>
                <a:gd name="textAreaRight" fmla="*/ 36360 w 35280"/>
                <a:gd name="textAreaTop" fmla="*/ 0 h 42480"/>
                <a:gd name="textAreaBottom" fmla="*/ 43560 h 42480"/>
              </a:gdLst>
              <a:ahLst/>
              <a:cxnLst/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7" name="Freihandform: Form 38"/>
            <p:cNvSpPr/>
            <p:nvPr/>
          </p:nvSpPr>
          <p:spPr>
            <a:xfrm>
              <a:off x="821340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28" name="Grafik 9"/>
            <p:cNvGrpSpPr/>
            <p:nvPr/>
          </p:nvGrpSpPr>
          <p:grpSpPr>
            <a:xfrm>
              <a:off x="7741440" y="834120"/>
              <a:ext cx="1049040" cy="180000"/>
              <a:chOff x="7741440" y="834120"/>
              <a:chExt cx="1049040" cy="180000"/>
            </a:xfrm>
          </p:grpSpPr>
          <p:sp>
            <p:nvSpPr>
              <p:cNvPr id="29" name="Freihandform: Form 40"/>
              <p:cNvSpPr/>
              <p:nvPr/>
            </p:nvSpPr>
            <p:spPr>
              <a:xfrm>
                <a:off x="8236440" y="834120"/>
                <a:ext cx="33480" cy="406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0680"/>
                  <a:gd name="textAreaBottom" fmla="*/ 41760 h 40680"/>
                </a:gdLst>
                <a:ahLst/>
                <a:cxnLst/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0" name="Freihandform: Form 41"/>
              <p:cNvSpPr/>
              <p:nvPr/>
            </p:nvSpPr>
            <p:spPr>
              <a:xfrm>
                <a:off x="8284680" y="834120"/>
                <a:ext cx="35280" cy="42480"/>
              </a:xfrm>
              <a:custGeom>
                <a:avLst/>
                <a:gdLst>
                  <a:gd name="textAreaLeft" fmla="*/ 0 w 35280"/>
                  <a:gd name="textAreaRight" fmla="*/ 36360 w 35280"/>
                  <a:gd name="textAreaTop" fmla="*/ 0 h 42480"/>
                  <a:gd name="textAreaBottom" fmla="*/ 43560 h 42480"/>
                </a:gdLst>
                <a:ahLst/>
                <a:cxnLst/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640" tIns="-1440" rIns="1764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1" name="Freihandform: Form 42"/>
              <p:cNvSpPr/>
              <p:nvPr/>
            </p:nvSpPr>
            <p:spPr>
              <a:xfrm>
                <a:off x="7741440" y="914040"/>
                <a:ext cx="883440" cy="62280"/>
              </a:xfrm>
              <a:custGeom>
                <a:avLst/>
                <a:gdLst>
                  <a:gd name="textAreaLeft" fmla="*/ 0 w 883440"/>
                  <a:gd name="textAreaRight" fmla="*/ 884520 w 883440"/>
                  <a:gd name="textAreaTop" fmla="*/ 0 h 62280"/>
                  <a:gd name="textAreaBottom" fmla="*/ 63360 h 62280"/>
                </a:gdLst>
                <a:ahLst/>
                <a:cxnLst/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2" name="Freihandform: Form 43"/>
              <p:cNvSpPr/>
              <p:nvPr/>
            </p:nvSpPr>
            <p:spPr>
              <a:xfrm>
                <a:off x="8677440" y="915480"/>
                <a:ext cx="113040" cy="98640"/>
              </a:xfrm>
              <a:custGeom>
                <a:avLst/>
                <a:gdLst>
                  <a:gd name="textAreaLeft" fmla="*/ 0 w 113040"/>
                  <a:gd name="textAreaRight" fmla="*/ 114120 w 113040"/>
                  <a:gd name="textAreaTop" fmla="*/ 0 h 98640"/>
                  <a:gd name="textAreaBottom" fmla="*/ 99720 h 98640"/>
                  <a:gd name="GluePoint1X" fmla="*/ 0 w 277"/>
                  <a:gd name="GluePoint1Y" fmla="*/ 0 h 317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520" tIns="45000" rIns="5652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33" name="Freihandform: Form 44" hidden="1"/>
          <p:cNvSpPr/>
          <p:nvPr/>
        </p:nvSpPr>
        <p:spPr>
          <a:xfrm>
            <a:off x="-5040" y="407880"/>
            <a:ext cx="336240" cy="293760"/>
          </a:xfrm>
          <a:custGeom>
            <a:avLst/>
            <a:gdLst>
              <a:gd name="textAreaLeft" fmla="*/ 0 w 336240"/>
              <a:gd name="textAreaRight" fmla="*/ 337320 w 336240"/>
              <a:gd name="textAreaTop" fmla="*/ 0 h 293760"/>
              <a:gd name="textAreaBottom" fmla="*/ 294840 h 293760"/>
              <a:gd name="GluePoint1X" fmla="*/ 0 w 819"/>
              <a:gd name="GluePoint1Y" fmla="*/ 0 h 937"/>
            </a:gdLst>
            <a:ahLst/>
            <a:cxnLst>
              <a:cxn ang="0">
                <a:pos x="GluePoint1X" y="GluePoint1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grpSp>
        <p:nvGrpSpPr>
          <p:cNvPr id="34" name="Gruppieren 25"/>
          <p:cNvGrpSpPr/>
          <p:nvPr/>
        </p:nvGrpSpPr>
        <p:grpSpPr>
          <a:xfrm>
            <a:off x="-5040" y="4950720"/>
            <a:ext cx="9147960" cy="196920"/>
            <a:chOff x="-5040" y="4950720"/>
            <a:chExt cx="9147960" cy="196920"/>
          </a:xfrm>
        </p:grpSpPr>
        <p:sp>
          <p:nvSpPr>
            <p:cNvPr id="35" name="bk object 18"/>
            <p:cNvSpPr/>
            <p:nvPr/>
          </p:nvSpPr>
          <p:spPr>
            <a:xfrm>
              <a:off x="-5040" y="4950720"/>
              <a:ext cx="483840" cy="196920"/>
            </a:xfrm>
            <a:custGeom>
              <a:avLst/>
              <a:gdLst>
                <a:gd name="textAreaLeft" fmla="*/ 0 w 483840"/>
                <a:gd name="textAreaRight" fmla="*/ 484920 w 483840"/>
                <a:gd name="textAreaTop" fmla="*/ 0 h 196920"/>
                <a:gd name="textAreaBottom" fmla="*/ 198000 h 19692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6" name="bk object 18"/>
            <p:cNvSpPr/>
            <p:nvPr/>
          </p:nvSpPr>
          <p:spPr>
            <a:xfrm>
              <a:off x="522360" y="4950720"/>
              <a:ext cx="8620560" cy="196920"/>
            </a:xfrm>
            <a:custGeom>
              <a:avLst/>
              <a:gdLst>
                <a:gd name="textAreaLeft" fmla="*/ 0 w 8620560"/>
                <a:gd name="textAreaRight" fmla="*/ 8621640 w 8620560"/>
                <a:gd name="textAreaTop" fmla="*/ 0 h 196920"/>
                <a:gd name="textAreaBottom" fmla="*/ 198000 h 19692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7" name="Holder 3"/>
            <p:cNvSpPr/>
            <p:nvPr/>
          </p:nvSpPr>
          <p:spPr>
            <a:xfrm>
              <a:off x="8194680" y="4966200"/>
              <a:ext cx="448560" cy="1666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38" name="Freihandform: Form 26"/>
          <p:cNvSpPr/>
          <p:nvPr/>
        </p:nvSpPr>
        <p:spPr>
          <a:xfrm>
            <a:off x="0" y="1422360"/>
            <a:ext cx="3166920" cy="3491280"/>
          </a:xfrm>
          <a:custGeom>
            <a:avLst/>
            <a:gdLst>
              <a:gd name="textAreaLeft" fmla="*/ 0 w 3166920"/>
              <a:gd name="textAreaRight" fmla="*/ 3168000 w 3166920"/>
              <a:gd name="textAreaTop" fmla="*/ 0 h 3491280"/>
              <a:gd name="textAreaBottom" fmla="*/ 3492360 h 3491280"/>
              <a:gd name="GluePoint1X" fmla="*/ 0 w 9701"/>
              <a:gd name="GluePoint1Y" fmla="*/ 0 h 8800"/>
              <a:gd name="GluePoint2X" fmla="*/ 0 w 9701"/>
              <a:gd name="GluePoint2Y" fmla="*/ 9701 h 880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</a:cxnLst>
            <a:rect l="textAreaLeft" t="textAreaTop" r="textAreaRight" b="textAreaBottom"/>
            <a:pathLst>
              <a:path w="4271120" h="4702819">
                <a:moveTo>
                  <a:pt x="3773588" y="3280579"/>
                </a:moveTo>
                <a:cubicBezTo>
                  <a:pt x="3773588" y="3280579"/>
                  <a:pt x="3730105" y="3343276"/>
                  <a:pt x="3717970" y="3393838"/>
                </a:cubicBezTo>
                <a:cubicBezTo>
                  <a:pt x="3745273" y="3430243"/>
                  <a:pt x="3753363" y="3442378"/>
                  <a:pt x="3755385" y="3541480"/>
                </a:cubicBezTo>
                <a:cubicBezTo>
                  <a:pt x="3755385" y="3549570"/>
                  <a:pt x="3745273" y="3551593"/>
                  <a:pt x="3742240" y="3544514"/>
                </a:cubicBezTo>
                <a:cubicBezTo>
                  <a:pt x="3714936" y="3479795"/>
                  <a:pt x="3663363" y="3420131"/>
                  <a:pt x="3594598" y="3403951"/>
                </a:cubicBezTo>
                <a:cubicBezTo>
                  <a:pt x="3610778" y="3321029"/>
                  <a:pt x="3667408" y="3281590"/>
                  <a:pt x="3773588" y="3280579"/>
                </a:cubicBezTo>
                <a:close/>
                <a:moveTo>
                  <a:pt x="3937409" y="2981250"/>
                </a:moveTo>
                <a:cubicBezTo>
                  <a:pt x="3924264" y="3035858"/>
                  <a:pt x="3891904" y="3080352"/>
                  <a:pt x="3833252" y="3118780"/>
                </a:cubicBezTo>
                <a:cubicBezTo>
                  <a:pt x="3598643" y="3075297"/>
                  <a:pt x="3669430" y="3152151"/>
                  <a:pt x="3480327" y="3142039"/>
                </a:cubicBezTo>
                <a:cubicBezTo>
                  <a:pt x="3479316" y="3127881"/>
                  <a:pt x="3479316" y="3081364"/>
                  <a:pt x="3488417" y="3070240"/>
                </a:cubicBezTo>
                <a:cubicBezTo>
                  <a:pt x="3640104" y="3123836"/>
                  <a:pt x="3659318" y="3035858"/>
                  <a:pt x="3802914" y="3008554"/>
                </a:cubicBezTo>
                <a:cubicBezTo>
                  <a:pt x="3851454" y="2999453"/>
                  <a:pt x="3909095" y="2995408"/>
                  <a:pt x="3937409" y="2981250"/>
                </a:cubicBezTo>
                <a:close/>
                <a:moveTo>
                  <a:pt x="1530647" y="2816671"/>
                </a:moveTo>
                <a:cubicBezTo>
                  <a:pt x="1533681" y="2815912"/>
                  <a:pt x="1537220" y="2816924"/>
                  <a:pt x="1538737" y="2820463"/>
                </a:cubicBezTo>
                <a:cubicBezTo>
                  <a:pt x="1704581" y="3184511"/>
                  <a:pt x="1838065" y="3351366"/>
                  <a:pt x="1944246" y="3409008"/>
                </a:cubicBezTo>
                <a:cubicBezTo>
                  <a:pt x="2164698" y="3528335"/>
                  <a:pt x="3031334" y="3856989"/>
                  <a:pt x="3606733" y="3913618"/>
                </a:cubicBezTo>
                <a:cubicBezTo>
                  <a:pt x="3614823" y="3913618"/>
                  <a:pt x="3615834" y="3924742"/>
                  <a:pt x="3607744" y="3926765"/>
                </a:cubicBezTo>
                <a:cubicBezTo>
                  <a:pt x="3352910" y="3984405"/>
                  <a:pt x="2663241" y="3916653"/>
                  <a:pt x="2423576" y="3894405"/>
                </a:cubicBezTo>
                <a:cubicBezTo>
                  <a:pt x="2159641" y="3869123"/>
                  <a:pt x="2078741" y="3805416"/>
                  <a:pt x="2077731" y="3806426"/>
                </a:cubicBezTo>
                <a:cubicBezTo>
                  <a:pt x="1903797" y="3672942"/>
                  <a:pt x="1564018" y="3144061"/>
                  <a:pt x="1525591" y="2823496"/>
                </a:cubicBezTo>
                <a:cubicBezTo>
                  <a:pt x="1525085" y="2819957"/>
                  <a:pt x="1527613" y="2817429"/>
                  <a:pt x="1530647" y="2816671"/>
                </a:cubicBezTo>
                <a:close/>
                <a:moveTo>
                  <a:pt x="3996062" y="2605067"/>
                </a:moveTo>
                <a:cubicBezTo>
                  <a:pt x="4069883" y="2597989"/>
                  <a:pt x="4190221" y="2621247"/>
                  <a:pt x="4271120" y="2676866"/>
                </a:cubicBezTo>
                <a:cubicBezTo>
                  <a:pt x="4252918" y="2737541"/>
                  <a:pt x="4086063" y="2706192"/>
                  <a:pt x="4008197" y="2693046"/>
                </a:cubicBezTo>
                <a:cubicBezTo>
                  <a:pt x="3953589" y="2684955"/>
                  <a:pt x="3889881" y="2681922"/>
                  <a:pt x="3829207" y="2680911"/>
                </a:cubicBezTo>
                <a:cubicBezTo>
                  <a:pt x="3777633" y="2679899"/>
                  <a:pt x="3693700" y="2671810"/>
                  <a:pt x="3670441" y="2642484"/>
                </a:cubicBezTo>
                <a:cubicBezTo>
                  <a:pt x="3719992" y="2647540"/>
                  <a:pt x="3843364" y="2620237"/>
                  <a:pt x="3996062" y="2605067"/>
                </a:cubicBezTo>
                <a:close/>
                <a:moveTo>
                  <a:pt x="3443991" y="1373753"/>
                </a:moveTo>
                <a:cubicBezTo>
                  <a:pt x="3569601" y="1369611"/>
                  <a:pt x="3697113" y="1404594"/>
                  <a:pt x="3808982" y="1505845"/>
                </a:cubicBezTo>
                <a:cubicBezTo>
                  <a:pt x="3760442" y="1576632"/>
                  <a:pt x="3761453" y="1685847"/>
                  <a:pt x="3766510" y="1714160"/>
                </a:cubicBezTo>
                <a:cubicBezTo>
                  <a:pt x="3739205" y="1705060"/>
                  <a:pt x="3695722" y="1653485"/>
                  <a:pt x="3673475" y="1626182"/>
                </a:cubicBezTo>
                <a:cubicBezTo>
                  <a:pt x="3582463" y="1677757"/>
                  <a:pt x="3486394" y="1844611"/>
                  <a:pt x="3503586" y="1940680"/>
                </a:cubicBezTo>
                <a:cubicBezTo>
                  <a:pt x="3512687" y="2019557"/>
                  <a:pt x="3455046" y="2031692"/>
                  <a:pt x="3349877" y="1900230"/>
                </a:cubicBezTo>
                <a:cubicBezTo>
                  <a:pt x="3299315" y="1936634"/>
                  <a:pt x="3250775" y="1870904"/>
                  <a:pt x="3263920" y="1778881"/>
                </a:cubicBezTo>
                <a:cubicBezTo>
                  <a:pt x="3182010" y="1864836"/>
                  <a:pt x="2961559" y="1908320"/>
                  <a:pt x="2886727" y="1881016"/>
                </a:cubicBezTo>
                <a:cubicBezTo>
                  <a:pt x="3034368" y="1838544"/>
                  <a:pt x="3254820" y="1604947"/>
                  <a:pt x="3400439" y="1585733"/>
                </a:cubicBezTo>
                <a:cubicBezTo>
                  <a:pt x="3282123" y="1528092"/>
                  <a:pt x="3076841" y="1513935"/>
                  <a:pt x="2921109" y="1605957"/>
                </a:cubicBezTo>
                <a:cubicBezTo>
                  <a:pt x="2914030" y="1610002"/>
                  <a:pt x="2906951" y="1599890"/>
                  <a:pt x="2913019" y="1594835"/>
                </a:cubicBezTo>
                <a:cubicBezTo>
                  <a:pt x="3030576" y="1496238"/>
                  <a:pt x="3234642" y="1380656"/>
                  <a:pt x="3443991" y="1373753"/>
                </a:cubicBezTo>
                <a:close/>
                <a:moveTo>
                  <a:pt x="0" y="0"/>
                </a:moveTo>
                <a:lnTo>
                  <a:pt x="115292" y="0"/>
                </a:lnTo>
                <a:lnTo>
                  <a:pt x="274676" y="0"/>
                </a:lnTo>
                <a:lnTo>
                  <a:pt x="3942724" y="0"/>
                </a:lnTo>
                <a:lnTo>
                  <a:pt x="3939432" y="53696"/>
                </a:lnTo>
                <a:cubicBezTo>
                  <a:pt x="3926286" y="139653"/>
                  <a:pt x="3890892" y="219541"/>
                  <a:pt x="3684598" y="334822"/>
                </a:cubicBezTo>
                <a:cubicBezTo>
                  <a:pt x="3918196" y="331789"/>
                  <a:pt x="3971792" y="185158"/>
                  <a:pt x="3981904" y="155833"/>
                </a:cubicBezTo>
                <a:cubicBezTo>
                  <a:pt x="4027411" y="317632"/>
                  <a:pt x="3993028" y="404599"/>
                  <a:pt x="3993028" y="404599"/>
                </a:cubicBezTo>
                <a:cubicBezTo>
                  <a:pt x="3940444" y="578533"/>
                  <a:pt x="3623924" y="771681"/>
                  <a:pt x="3433810" y="635163"/>
                </a:cubicBezTo>
                <a:cubicBezTo>
                  <a:pt x="2893805" y="156844"/>
                  <a:pt x="3099088" y="642242"/>
                  <a:pt x="2283013" y="464262"/>
                </a:cubicBezTo>
                <a:cubicBezTo>
                  <a:pt x="2277957" y="463251"/>
                  <a:pt x="2278968" y="455161"/>
                  <a:pt x="2284025" y="455161"/>
                </a:cubicBezTo>
                <a:cubicBezTo>
                  <a:pt x="2601556" y="444037"/>
                  <a:pt x="2854367" y="256957"/>
                  <a:pt x="2959536" y="115383"/>
                </a:cubicBezTo>
                <a:cubicBezTo>
                  <a:pt x="2963581" y="109315"/>
                  <a:pt x="2955491" y="101225"/>
                  <a:pt x="2949424" y="107293"/>
                </a:cubicBezTo>
                <a:cubicBezTo>
                  <a:pt x="2789647" y="273137"/>
                  <a:pt x="2362902" y="477408"/>
                  <a:pt x="1789525" y="314598"/>
                </a:cubicBezTo>
                <a:cubicBezTo>
                  <a:pt x="1719750" y="288306"/>
                  <a:pt x="1577164" y="254935"/>
                  <a:pt x="1564018" y="251900"/>
                </a:cubicBezTo>
                <a:cubicBezTo>
                  <a:pt x="1542782" y="245833"/>
                  <a:pt x="1554917" y="262013"/>
                  <a:pt x="1554917" y="262013"/>
                </a:cubicBezTo>
                <a:cubicBezTo>
                  <a:pt x="2567173" y="576510"/>
                  <a:pt x="2389194" y="907188"/>
                  <a:pt x="2389194" y="907188"/>
                </a:cubicBezTo>
                <a:cubicBezTo>
                  <a:pt x="2370992" y="796962"/>
                  <a:pt x="2292115" y="689770"/>
                  <a:pt x="2159641" y="613927"/>
                </a:cubicBezTo>
                <a:cubicBezTo>
                  <a:pt x="2258743" y="732242"/>
                  <a:pt x="2255710" y="818197"/>
                  <a:pt x="2255710" y="818197"/>
                </a:cubicBezTo>
                <a:cubicBezTo>
                  <a:pt x="2256721" y="837412"/>
                  <a:pt x="2256721" y="904154"/>
                  <a:pt x="2248631" y="897075"/>
                </a:cubicBezTo>
                <a:cubicBezTo>
                  <a:pt x="2238518" y="886963"/>
                  <a:pt x="2210203" y="755501"/>
                  <a:pt x="2071663" y="706960"/>
                </a:cubicBezTo>
                <a:cubicBezTo>
                  <a:pt x="2049416" y="701905"/>
                  <a:pt x="2063573" y="718085"/>
                  <a:pt x="2063573" y="718085"/>
                </a:cubicBezTo>
                <a:cubicBezTo>
                  <a:pt x="2150540" y="841456"/>
                  <a:pt x="2086831" y="984043"/>
                  <a:pt x="1981662" y="1090223"/>
                </a:cubicBezTo>
                <a:cubicBezTo>
                  <a:pt x="1992786" y="1084155"/>
                  <a:pt x="2003909" y="1077077"/>
                  <a:pt x="2015034" y="1068987"/>
                </a:cubicBezTo>
                <a:cubicBezTo>
                  <a:pt x="2088854" y="1009323"/>
                  <a:pt x="2150540" y="961794"/>
                  <a:pt x="2152563" y="876851"/>
                </a:cubicBezTo>
                <a:cubicBezTo>
                  <a:pt x="2152563" y="848535"/>
                  <a:pt x="2189978" y="899097"/>
                  <a:pt x="2193013" y="935503"/>
                </a:cubicBezTo>
                <a:cubicBezTo>
                  <a:pt x="2190990" y="1046740"/>
                  <a:pt x="2126271" y="1094268"/>
                  <a:pt x="2042337" y="1153931"/>
                </a:cubicBezTo>
                <a:cubicBezTo>
                  <a:pt x="1941212" y="1225730"/>
                  <a:pt x="1609524" y="1394608"/>
                  <a:pt x="1195925" y="1315731"/>
                </a:cubicBezTo>
                <a:cubicBezTo>
                  <a:pt x="1484130" y="1399664"/>
                  <a:pt x="1645929" y="1362248"/>
                  <a:pt x="1759188" y="1329888"/>
                </a:cubicBezTo>
                <a:cubicBezTo>
                  <a:pt x="1763233" y="1328876"/>
                  <a:pt x="1766267" y="1334944"/>
                  <a:pt x="1762222" y="1336967"/>
                </a:cubicBezTo>
                <a:cubicBezTo>
                  <a:pt x="1691435" y="1385506"/>
                  <a:pt x="1611546" y="1409776"/>
                  <a:pt x="1303117" y="1458316"/>
                </a:cubicBezTo>
                <a:cubicBezTo>
                  <a:pt x="1585254" y="1480563"/>
                  <a:pt x="1740986" y="1459328"/>
                  <a:pt x="1879527" y="1385506"/>
                </a:cubicBezTo>
                <a:cubicBezTo>
                  <a:pt x="1882560" y="1383484"/>
                  <a:pt x="1885594" y="1387529"/>
                  <a:pt x="1882560" y="1389551"/>
                </a:cubicBezTo>
                <a:cubicBezTo>
                  <a:pt x="1799638" y="1452248"/>
                  <a:pt x="1517501" y="1619104"/>
                  <a:pt x="1158509" y="1608992"/>
                </a:cubicBezTo>
                <a:cubicBezTo>
                  <a:pt x="1213116" y="1658542"/>
                  <a:pt x="1464916" y="1649442"/>
                  <a:pt x="1500309" y="1648430"/>
                </a:cubicBezTo>
                <a:cubicBezTo>
                  <a:pt x="1502332" y="1648430"/>
                  <a:pt x="1503344" y="1650453"/>
                  <a:pt x="1502332" y="1651464"/>
                </a:cubicBezTo>
                <a:cubicBezTo>
                  <a:pt x="1450759" y="1717194"/>
                  <a:pt x="1323342" y="1726296"/>
                  <a:pt x="1323342" y="1726296"/>
                </a:cubicBezTo>
                <a:cubicBezTo>
                  <a:pt x="1347612" y="1731352"/>
                  <a:pt x="1368848" y="1736409"/>
                  <a:pt x="1387050" y="1741465"/>
                </a:cubicBezTo>
                <a:cubicBezTo>
                  <a:pt x="1405252" y="1745509"/>
                  <a:pt x="1424467" y="1748544"/>
                  <a:pt x="1442669" y="1750566"/>
                </a:cubicBezTo>
                <a:cubicBezTo>
                  <a:pt x="1624693" y="1761689"/>
                  <a:pt x="1816830" y="1717194"/>
                  <a:pt x="1983684" y="1635284"/>
                </a:cubicBezTo>
                <a:cubicBezTo>
                  <a:pt x="1989752" y="1632250"/>
                  <a:pt x="2041326" y="1604947"/>
                  <a:pt x="2041326" y="1604947"/>
                </a:cubicBezTo>
                <a:cubicBezTo>
                  <a:pt x="2046382" y="1641352"/>
                  <a:pt x="2021101" y="1692925"/>
                  <a:pt x="1993797" y="1723262"/>
                </a:cubicBezTo>
                <a:cubicBezTo>
                  <a:pt x="1962449" y="1757644"/>
                  <a:pt x="1921999" y="1780903"/>
                  <a:pt x="1881549" y="1801128"/>
                </a:cubicBezTo>
                <a:cubicBezTo>
                  <a:pt x="1892672" y="1818319"/>
                  <a:pt x="1875482" y="1856746"/>
                  <a:pt x="1868403" y="1865847"/>
                </a:cubicBezTo>
                <a:cubicBezTo>
                  <a:pt x="1612558" y="2185401"/>
                  <a:pt x="1001766" y="1993265"/>
                  <a:pt x="1001766" y="1993265"/>
                </a:cubicBezTo>
                <a:cubicBezTo>
                  <a:pt x="1001766" y="1993265"/>
                  <a:pt x="1000754" y="1993265"/>
                  <a:pt x="999744" y="1993265"/>
                </a:cubicBezTo>
                <a:cubicBezTo>
                  <a:pt x="1145363" y="2093377"/>
                  <a:pt x="1362780" y="2123715"/>
                  <a:pt x="1477051" y="2115625"/>
                </a:cubicBezTo>
                <a:cubicBezTo>
                  <a:pt x="1479074" y="2115625"/>
                  <a:pt x="1480085" y="2117648"/>
                  <a:pt x="1478062" y="2118658"/>
                </a:cubicBezTo>
                <a:cubicBezTo>
                  <a:pt x="1447725" y="2137873"/>
                  <a:pt x="1347612" y="2158097"/>
                  <a:pt x="1337500" y="2160120"/>
                </a:cubicBezTo>
                <a:cubicBezTo>
                  <a:pt x="1571097" y="2180345"/>
                  <a:pt x="1753121" y="2096412"/>
                  <a:pt x="1830987" y="2044838"/>
                </a:cubicBezTo>
                <a:cubicBezTo>
                  <a:pt x="1837055" y="2040793"/>
                  <a:pt x="1845144" y="2048883"/>
                  <a:pt x="1840088" y="2054950"/>
                </a:cubicBezTo>
                <a:cubicBezTo>
                  <a:pt x="1765256" y="2154052"/>
                  <a:pt x="1717728" y="2182367"/>
                  <a:pt x="1610536" y="2209670"/>
                </a:cubicBezTo>
                <a:cubicBezTo>
                  <a:pt x="1399185" y="2261244"/>
                  <a:pt x="1159521" y="2246076"/>
                  <a:pt x="970417" y="2143940"/>
                </a:cubicBezTo>
                <a:cubicBezTo>
                  <a:pt x="1170644" y="2526190"/>
                  <a:pt x="1447725" y="2465516"/>
                  <a:pt x="1531659" y="2446302"/>
                </a:cubicBezTo>
                <a:cubicBezTo>
                  <a:pt x="1427500" y="2605067"/>
                  <a:pt x="1220195" y="2650574"/>
                  <a:pt x="1040194" y="2520123"/>
                </a:cubicBezTo>
                <a:cubicBezTo>
                  <a:pt x="1030081" y="2513044"/>
                  <a:pt x="1021991" y="2504955"/>
                  <a:pt x="1012890" y="2497875"/>
                </a:cubicBezTo>
                <a:cubicBezTo>
                  <a:pt x="890529" y="2709226"/>
                  <a:pt x="464795" y="2786080"/>
                  <a:pt x="585134" y="2905408"/>
                </a:cubicBezTo>
                <a:cubicBezTo>
                  <a:pt x="1526602" y="3840809"/>
                  <a:pt x="2443801" y="4164407"/>
                  <a:pt x="2443801" y="4164407"/>
                </a:cubicBezTo>
                <a:cubicBezTo>
                  <a:pt x="2521667" y="4282217"/>
                  <a:pt x="2602820" y="4452359"/>
                  <a:pt x="2680749" y="4641304"/>
                </a:cubicBezTo>
                <a:lnTo>
                  <a:pt x="2704586" y="4702819"/>
                </a:lnTo>
                <a:lnTo>
                  <a:pt x="274676" y="4702819"/>
                </a:lnTo>
                <a:lnTo>
                  <a:pt x="115292" y="4702819"/>
                </a:lnTo>
                <a:lnTo>
                  <a:pt x="0" y="4702819"/>
                </a:lnTo>
                <a:close/>
              </a:path>
            </a:pathLst>
          </a:custGeom>
          <a:solidFill>
            <a:srgbClr val="DAE5EA"/>
          </a:solidFill>
          <a:ln w="9176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9" name="PlaceHolder 1"/>
          <p:cNvSpPr>
            <a:spLocks noGrp="1"/>
          </p:cNvSpPr>
          <p:nvPr>
            <p:ph type="title"/>
          </p:nvPr>
        </p:nvSpPr>
        <p:spPr>
          <a:xfrm>
            <a:off x="3654360" y="2268000"/>
            <a:ext cx="4399920" cy="1068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de-DE" sz="36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36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Titel bearbeiten</a:t>
            </a:r>
            <a:endParaRPr lang="de-DE" sz="3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grpSp>
        <p:nvGrpSpPr>
          <p:cNvPr id="40" name="Grafik 6"/>
          <p:cNvGrpSpPr/>
          <p:nvPr/>
        </p:nvGrpSpPr>
        <p:grpSpPr>
          <a:xfrm>
            <a:off x="522720" y="385200"/>
            <a:ext cx="1527120" cy="582480"/>
            <a:chOff x="522720" y="385200"/>
            <a:chExt cx="1527120" cy="582480"/>
          </a:xfrm>
        </p:grpSpPr>
        <p:sp>
          <p:nvSpPr>
            <p:cNvPr id="41" name="Freihandform: Form 8"/>
            <p:cNvSpPr/>
            <p:nvPr/>
          </p:nvSpPr>
          <p:spPr>
            <a:xfrm>
              <a:off x="1888920" y="825480"/>
              <a:ext cx="160920" cy="142200"/>
            </a:xfrm>
            <a:custGeom>
              <a:avLst/>
              <a:gdLst>
                <a:gd name="textAreaLeft" fmla="*/ 0 w 160920"/>
                <a:gd name="textAreaRight" fmla="*/ 162000 w 160920"/>
                <a:gd name="textAreaTop" fmla="*/ 0 h 142200"/>
                <a:gd name="textAreaBottom" fmla="*/ 143280 h 142200"/>
                <a:gd name="GluePoint1X" fmla="*/ 0 w 398"/>
                <a:gd name="GluePoint1Y" fmla="*/ 0 h 45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270992" h="239376">
                  <a:moveTo>
                    <a:pt x="0" y="242086"/>
                  </a:moveTo>
                  <a:lnTo>
                    <a:pt x="152659" y="242086"/>
                  </a:lnTo>
                  <a:cubicBezTo>
                    <a:pt x="219955" y="242086"/>
                    <a:pt x="274154" y="187888"/>
                    <a:pt x="274154" y="121043"/>
                  </a:cubicBezTo>
                  <a:cubicBezTo>
                    <a:pt x="274154" y="54198"/>
                    <a:pt x="219955" y="0"/>
                    <a:pt x="152659" y="0"/>
                  </a:cubicBezTo>
                  <a:lnTo>
                    <a:pt x="0" y="0"/>
                  </a:lnTo>
                  <a:lnTo>
                    <a:pt x="0" y="242086"/>
                  </a:lnTo>
                  <a:close/>
                </a:path>
              </a:pathLst>
            </a:custGeom>
            <a:solidFill>
              <a:schemeClr val="tx2"/>
            </a:solidFill>
            <a:ln w="451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80640" tIns="45000" rIns="80640" bIns="4500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2" name="Freihandform: Form 9"/>
            <p:cNvSpPr/>
            <p:nvPr/>
          </p:nvSpPr>
          <p:spPr>
            <a:xfrm>
              <a:off x="1432440" y="512640"/>
              <a:ext cx="393480" cy="396360"/>
            </a:xfrm>
            <a:custGeom>
              <a:avLst/>
              <a:gdLst>
                <a:gd name="textAreaLeft" fmla="*/ 0 w 393480"/>
                <a:gd name="textAreaRight" fmla="*/ 394560 w 393480"/>
                <a:gd name="textAreaTop" fmla="*/ 0 h 396360"/>
                <a:gd name="textAreaBottom" fmla="*/ 397440 h 396360"/>
                <a:gd name="GluePoint1X" fmla="*/ 0 w 1104"/>
                <a:gd name="GluePoint1Y" fmla="*/ 552 h 1096"/>
                <a:gd name="GluePoint2X" fmla="*/ 0 w 1104"/>
                <a:gd name="GluePoint2Y" fmla="*/ 0 h 10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</a:cxnLst>
              <a:rect l="textAreaLeft" t="textAreaTop" r="textAreaRight" b="textAreaBottom"/>
              <a:pathLst>
                <a:path w="659414" h="663930">
                  <a:moveTo>
                    <a:pt x="662124" y="0"/>
                  </a:moveTo>
                  <a:lnTo>
                    <a:pt x="662124" y="331965"/>
                  </a:lnTo>
                  <a:cubicBezTo>
                    <a:pt x="662124" y="529790"/>
                    <a:pt x="513982" y="663931"/>
                    <a:pt x="331062" y="663931"/>
                  </a:cubicBezTo>
                  <a:cubicBezTo>
                    <a:pt x="148142" y="663931"/>
                    <a:pt x="0" y="529790"/>
                    <a:pt x="0" y="331965"/>
                  </a:cubicBezTo>
                  <a:cubicBezTo>
                    <a:pt x="0" y="303511"/>
                    <a:pt x="0" y="0"/>
                    <a:pt x="0" y="0"/>
                  </a:cubicBezTo>
                  <a:lnTo>
                    <a:pt x="168015" y="0"/>
                  </a:lnTo>
                  <a:cubicBezTo>
                    <a:pt x="168015" y="60522"/>
                    <a:pt x="168015" y="305318"/>
                    <a:pt x="168015" y="317513"/>
                  </a:cubicBezTo>
                  <a:cubicBezTo>
                    <a:pt x="168015" y="420038"/>
                    <a:pt x="241183" y="490496"/>
                    <a:pt x="331514" y="490496"/>
                  </a:cubicBezTo>
                  <a:cubicBezTo>
                    <a:pt x="421845" y="490496"/>
                    <a:pt x="495012" y="420490"/>
                    <a:pt x="495012" y="317513"/>
                  </a:cubicBezTo>
                  <a:lnTo>
                    <a:pt x="495012" y="0"/>
                  </a:lnTo>
                  <a:lnTo>
                    <a:pt x="662124" y="0"/>
                  </a:lnTo>
                  <a:close/>
                </a:path>
              </a:pathLst>
            </a:custGeom>
            <a:solidFill>
              <a:schemeClr val="tx2"/>
            </a:solidFill>
            <a:ln w="451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3" name="Freihandform: Form 10"/>
            <p:cNvSpPr/>
            <p:nvPr/>
          </p:nvSpPr>
          <p:spPr>
            <a:xfrm>
              <a:off x="522720" y="385200"/>
              <a:ext cx="393480" cy="512640"/>
            </a:xfrm>
            <a:custGeom>
              <a:avLst/>
              <a:gdLst>
                <a:gd name="textAreaLeft" fmla="*/ 0 w 393480"/>
                <a:gd name="textAreaRight" fmla="*/ 394560 w 393480"/>
                <a:gd name="textAreaTop" fmla="*/ 0 h 512640"/>
                <a:gd name="textAreaBottom" fmla="*/ 513720 h 512640"/>
                <a:gd name="GluePoint1X" fmla="*/ 0 w 1427"/>
                <a:gd name="GluePoint1Y" fmla="*/ 0 h 1096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659414" h="858142">
                  <a:moveTo>
                    <a:pt x="168015" y="859497"/>
                  </a:moveTo>
                  <a:lnTo>
                    <a:pt x="0" y="859497"/>
                  </a:lnTo>
                  <a:lnTo>
                    <a:pt x="0" y="0"/>
                  </a:lnTo>
                  <a:lnTo>
                    <a:pt x="168015" y="0"/>
                  </a:lnTo>
                  <a:lnTo>
                    <a:pt x="168015" y="235312"/>
                  </a:lnTo>
                  <a:cubicBezTo>
                    <a:pt x="216342" y="209567"/>
                    <a:pt x="271895" y="195114"/>
                    <a:pt x="331514" y="195114"/>
                  </a:cubicBezTo>
                  <a:cubicBezTo>
                    <a:pt x="514433" y="195114"/>
                    <a:pt x="662576" y="329256"/>
                    <a:pt x="662576" y="527080"/>
                  </a:cubicBezTo>
                  <a:lnTo>
                    <a:pt x="662576" y="859045"/>
                  </a:lnTo>
                  <a:lnTo>
                    <a:pt x="494561" y="859045"/>
                  </a:lnTo>
                  <a:lnTo>
                    <a:pt x="494561" y="541533"/>
                  </a:lnTo>
                  <a:cubicBezTo>
                    <a:pt x="494561" y="439007"/>
                    <a:pt x="421393" y="368549"/>
                    <a:pt x="331062" y="368549"/>
                  </a:cubicBezTo>
                  <a:cubicBezTo>
                    <a:pt x="240731" y="368549"/>
                    <a:pt x="167563" y="438556"/>
                    <a:pt x="167563" y="541533"/>
                  </a:cubicBezTo>
                  <a:lnTo>
                    <a:pt x="168015" y="859497"/>
                  </a:lnTo>
                  <a:close/>
                </a:path>
              </a:pathLst>
            </a:custGeom>
            <a:solidFill>
              <a:schemeClr val="tx2"/>
            </a:solidFill>
            <a:ln w="451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4" name="Freihandform: Form 11"/>
            <p:cNvSpPr/>
            <p:nvPr/>
          </p:nvSpPr>
          <p:spPr>
            <a:xfrm>
              <a:off x="979200" y="385200"/>
              <a:ext cx="393480" cy="512640"/>
            </a:xfrm>
            <a:custGeom>
              <a:avLst/>
              <a:gdLst>
                <a:gd name="textAreaLeft" fmla="*/ 0 w 393480"/>
                <a:gd name="textAreaRight" fmla="*/ 394560 w 393480"/>
                <a:gd name="textAreaTop" fmla="*/ 0 h 512640"/>
                <a:gd name="textAreaBottom" fmla="*/ 513720 h 512640"/>
                <a:gd name="GluePoint1X" fmla="*/ 0 w 1427"/>
                <a:gd name="GluePoint1Y" fmla="*/ 0 h 1096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659414" h="858142">
                  <a:moveTo>
                    <a:pt x="167563" y="859497"/>
                  </a:moveTo>
                  <a:lnTo>
                    <a:pt x="0" y="859497"/>
                  </a:lnTo>
                  <a:lnTo>
                    <a:pt x="0" y="0"/>
                  </a:lnTo>
                  <a:lnTo>
                    <a:pt x="168015" y="0"/>
                  </a:lnTo>
                  <a:lnTo>
                    <a:pt x="168015" y="235312"/>
                  </a:lnTo>
                  <a:cubicBezTo>
                    <a:pt x="216342" y="209567"/>
                    <a:pt x="271895" y="195114"/>
                    <a:pt x="331514" y="195114"/>
                  </a:cubicBezTo>
                  <a:cubicBezTo>
                    <a:pt x="514433" y="195114"/>
                    <a:pt x="662576" y="329256"/>
                    <a:pt x="662576" y="527080"/>
                  </a:cubicBezTo>
                  <a:lnTo>
                    <a:pt x="662576" y="859045"/>
                  </a:lnTo>
                  <a:lnTo>
                    <a:pt x="494561" y="859045"/>
                  </a:lnTo>
                  <a:lnTo>
                    <a:pt x="494561" y="541533"/>
                  </a:lnTo>
                  <a:cubicBezTo>
                    <a:pt x="494561" y="439007"/>
                    <a:pt x="421393" y="368549"/>
                    <a:pt x="331062" y="368549"/>
                  </a:cubicBezTo>
                  <a:cubicBezTo>
                    <a:pt x="240731" y="368549"/>
                    <a:pt x="167563" y="438556"/>
                    <a:pt x="167563" y="541533"/>
                  </a:cubicBezTo>
                  <a:lnTo>
                    <a:pt x="167563" y="859497"/>
                  </a:lnTo>
                  <a:close/>
                </a:path>
              </a:pathLst>
            </a:custGeom>
            <a:solidFill>
              <a:schemeClr val="tx2"/>
            </a:solidFill>
            <a:ln w="451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45" name="PlaceHolder 2"/>
          <p:cNvSpPr>
            <a:spLocks noGrp="1"/>
          </p:cNvSpPr>
          <p:nvPr>
            <p:ph type="dt" idx="1"/>
          </p:nvPr>
        </p:nvSpPr>
        <p:spPr>
          <a:xfrm>
            <a:off x="526680" y="4460400"/>
            <a:ext cx="2056320" cy="273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&lt;Datum/Uhrzeit&gt;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body"/>
          </p:nvPr>
        </p:nvSpPr>
        <p:spPr>
          <a:xfrm>
            <a:off x="457200" y="1204920"/>
            <a:ext cx="8228520" cy="298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Format des Gliederungstextes durch Klicken bearbeiten</a:t>
            </a:r>
            <a:endParaRPr lang="de-DE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Zweite Gliederungsebene</a:t>
            </a:r>
            <a:endParaRPr lang="de-DE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Dritte Gliederungsebene</a:t>
            </a:r>
            <a:endParaRPr lang="de-DE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Vierte Gliederungsebene</a:t>
            </a:r>
            <a:endParaRPr lang="de-DE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Fünfte Gliederungsebene</a:t>
            </a:r>
            <a:endParaRPr lang="de-DE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Sechste Gliederungsebene</a:t>
            </a:r>
            <a:endParaRPr lang="de-DE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Siebte Gliederungsebene</a:t>
            </a:r>
            <a:endParaRPr lang="de-DE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elfoli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" name="Gruppieren 6"/>
          <p:cNvGrpSpPr/>
          <p:nvPr/>
        </p:nvGrpSpPr>
        <p:grpSpPr>
          <a:xfrm>
            <a:off x="-5040" y="4950720"/>
            <a:ext cx="9147960" cy="196920"/>
            <a:chOff x="-5040" y="4950720"/>
            <a:chExt cx="9147960" cy="196920"/>
          </a:xfrm>
        </p:grpSpPr>
        <p:sp>
          <p:nvSpPr>
            <p:cNvPr id="48" name="bk object 18"/>
            <p:cNvSpPr/>
            <p:nvPr/>
          </p:nvSpPr>
          <p:spPr>
            <a:xfrm>
              <a:off x="-5040" y="4950720"/>
              <a:ext cx="483840" cy="196920"/>
            </a:xfrm>
            <a:custGeom>
              <a:avLst/>
              <a:gdLst>
                <a:gd name="textAreaLeft" fmla="*/ 0 w 483840"/>
                <a:gd name="textAreaRight" fmla="*/ 484920 w 483840"/>
                <a:gd name="textAreaTop" fmla="*/ 0 h 196920"/>
                <a:gd name="textAreaBottom" fmla="*/ 198000 h 19692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9" name="bk object 18"/>
            <p:cNvSpPr/>
            <p:nvPr/>
          </p:nvSpPr>
          <p:spPr>
            <a:xfrm>
              <a:off x="522360" y="4950720"/>
              <a:ext cx="8620560" cy="196920"/>
            </a:xfrm>
            <a:custGeom>
              <a:avLst/>
              <a:gdLst>
                <a:gd name="textAreaLeft" fmla="*/ 0 w 8620560"/>
                <a:gd name="textAreaRight" fmla="*/ 8621640 w 8620560"/>
                <a:gd name="textAreaTop" fmla="*/ 0 h 196920"/>
                <a:gd name="textAreaBottom" fmla="*/ 198000 h 19692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0" name="Holder 3"/>
            <p:cNvSpPr/>
            <p:nvPr/>
          </p:nvSpPr>
          <p:spPr>
            <a:xfrm>
              <a:off x="8194680" y="4966200"/>
              <a:ext cx="448560" cy="1666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51" name="Gerader Verbinder 11"/>
          <p:cNvCxnSpPr/>
          <p:nvPr/>
        </p:nvCxnSpPr>
        <p:spPr>
          <a:xfrm>
            <a:off x="521280" y="974520"/>
            <a:ext cx="6833160" cy="108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52" name="Grafik 9"/>
          <p:cNvGrpSpPr/>
          <p:nvPr/>
        </p:nvGrpSpPr>
        <p:grpSpPr>
          <a:xfrm>
            <a:off x="7741440" y="394200"/>
            <a:ext cx="1049040" cy="619920"/>
            <a:chOff x="7741440" y="394200"/>
            <a:chExt cx="1049040" cy="619920"/>
          </a:xfrm>
        </p:grpSpPr>
        <p:grpSp>
          <p:nvGrpSpPr>
            <p:cNvPr id="53" name="Grafik 9"/>
            <p:cNvGrpSpPr/>
            <p:nvPr/>
          </p:nvGrpSpPr>
          <p:grpSpPr>
            <a:xfrm>
              <a:off x="7741440" y="394200"/>
              <a:ext cx="883800" cy="431280"/>
              <a:chOff x="7741440" y="394200"/>
              <a:chExt cx="883800" cy="431280"/>
            </a:xfrm>
          </p:grpSpPr>
          <p:sp>
            <p:nvSpPr>
              <p:cNvPr id="54" name="Freihandform: Form 20"/>
              <p:cNvSpPr/>
              <p:nvPr/>
            </p:nvSpPr>
            <p:spPr>
              <a:xfrm>
                <a:off x="8358120" y="480600"/>
                <a:ext cx="267120" cy="26748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267480"/>
                  <a:gd name="textAreaBottom" fmla="*/ 268560 h 267480"/>
                  <a:gd name="GluePoint1X" fmla="*/ 0 w 746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5" name="Freihandform: Form 21"/>
              <p:cNvSpPr/>
              <p:nvPr/>
            </p:nvSpPr>
            <p:spPr>
              <a:xfrm>
                <a:off x="7741440" y="394200"/>
                <a:ext cx="267120" cy="34740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347400"/>
                  <a:gd name="textAreaBottom" fmla="*/ 348480 h 347400"/>
                  <a:gd name="GluePoint1X" fmla="*/ 0 w 968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6" name="Freihandform: Form 22"/>
              <p:cNvSpPr/>
              <p:nvPr/>
            </p:nvSpPr>
            <p:spPr>
              <a:xfrm>
                <a:off x="8050680" y="394200"/>
                <a:ext cx="267120" cy="34740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347400"/>
                  <a:gd name="textAreaBottom" fmla="*/ 348480 h 347400"/>
                  <a:gd name="GluePoint1X" fmla="*/ 0 w 968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7" name="Freihandform: Form 23"/>
              <p:cNvSpPr/>
              <p:nvPr/>
            </p:nvSpPr>
            <p:spPr>
              <a:xfrm>
                <a:off x="784800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8" name="Freihandform: Form 24"/>
              <p:cNvSpPr/>
              <p:nvPr/>
            </p:nvSpPr>
            <p:spPr>
              <a:xfrm>
                <a:off x="795816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9" name="Freihandform: Form 25"/>
              <p:cNvSpPr/>
              <p:nvPr/>
            </p:nvSpPr>
            <p:spPr>
              <a:xfrm>
                <a:off x="821232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60" name="Freihandform: Form 26"/>
            <p:cNvSpPr/>
            <p:nvPr/>
          </p:nvSpPr>
          <p:spPr>
            <a:xfrm>
              <a:off x="7741440" y="817920"/>
              <a:ext cx="42480" cy="56880"/>
            </a:xfrm>
            <a:custGeom>
              <a:avLst/>
              <a:gdLst>
                <a:gd name="textAreaLeft" fmla="*/ 0 w 42480"/>
                <a:gd name="textAreaRight" fmla="*/ 43560 w 42480"/>
                <a:gd name="textAreaTop" fmla="*/ 0 h 56880"/>
                <a:gd name="textAreaBottom" fmla="*/ 57960 h 56880"/>
                <a:gd name="GluePoint1X" fmla="*/ 0 w 161"/>
                <a:gd name="GluePoint1Y" fmla="*/ 0 h 121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1" name="Freihandform: Form 27"/>
            <p:cNvSpPr/>
            <p:nvPr/>
          </p:nvSpPr>
          <p:spPr>
            <a:xfrm>
              <a:off x="7799760" y="834120"/>
              <a:ext cx="35280" cy="42480"/>
            </a:xfrm>
            <a:custGeom>
              <a:avLst/>
              <a:gdLst>
                <a:gd name="textAreaLeft" fmla="*/ 0 w 35280"/>
                <a:gd name="textAreaRight" fmla="*/ 36360 w 35280"/>
                <a:gd name="textAreaTop" fmla="*/ 0 h 42480"/>
                <a:gd name="textAreaBottom" fmla="*/ 43560 h 42480"/>
              </a:gdLst>
              <a:ahLst/>
              <a:cxnLst/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2" name="Freihandform: Form 28"/>
            <p:cNvSpPr/>
            <p:nvPr/>
          </p:nvSpPr>
          <p:spPr>
            <a:xfrm>
              <a:off x="784908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63" name="Grafik 9"/>
            <p:cNvGrpSpPr/>
            <p:nvPr/>
          </p:nvGrpSpPr>
          <p:grpSpPr>
            <a:xfrm>
              <a:off x="7872120" y="834120"/>
              <a:ext cx="74160" cy="40680"/>
              <a:chOff x="7872120" y="834120"/>
              <a:chExt cx="74160" cy="40680"/>
            </a:xfrm>
          </p:grpSpPr>
          <p:sp>
            <p:nvSpPr>
              <p:cNvPr id="64" name="Freihandform: Form 30"/>
              <p:cNvSpPr/>
              <p:nvPr/>
            </p:nvSpPr>
            <p:spPr>
              <a:xfrm>
                <a:off x="7872120" y="834120"/>
                <a:ext cx="33480" cy="406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0680"/>
                  <a:gd name="textAreaBottom" fmla="*/ 41760 h 40680"/>
                </a:gdLst>
                <a:ahLst/>
                <a:cxnLst/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5" name="Freihandform: Form 31"/>
              <p:cNvSpPr/>
              <p:nvPr/>
            </p:nvSpPr>
            <p:spPr>
              <a:xfrm>
                <a:off x="7922160" y="834120"/>
                <a:ext cx="24120" cy="40680"/>
              </a:xfrm>
              <a:custGeom>
                <a:avLst/>
                <a:gdLst>
                  <a:gd name="textAreaLeft" fmla="*/ 0 w 24120"/>
                  <a:gd name="textAreaRight" fmla="*/ 25200 w 24120"/>
                  <a:gd name="textAreaTop" fmla="*/ 0 h 40680"/>
                  <a:gd name="textAreaBottom" fmla="*/ 41760 h 40680"/>
                </a:gdLst>
                <a:ahLst/>
                <a:cxnLst/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2240" tIns="-3240" rIns="1224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66" name="Freihandform: Form 32"/>
            <p:cNvSpPr/>
            <p:nvPr/>
          </p:nvSpPr>
          <p:spPr>
            <a:xfrm>
              <a:off x="795924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67" name="Grafik 9"/>
            <p:cNvGrpSpPr/>
            <p:nvPr/>
          </p:nvGrpSpPr>
          <p:grpSpPr>
            <a:xfrm>
              <a:off x="7979760" y="812160"/>
              <a:ext cx="78120" cy="64440"/>
              <a:chOff x="7979760" y="812160"/>
              <a:chExt cx="78120" cy="64440"/>
            </a:xfrm>
          </p:grpSpPr>
          <p:sp>
            <p:nvSpPr>
              <p:cNvPr id="68" name="Freihandform: Form 34"/>
              <p:cNvSpPr/>
              <p:nvPr/>
            </p:nvSpPr>
            <p:spPr>
              <a:xfrm>
                <a:off x="7979760" y="834120"/>
                <a:ext cx="33480" cy="424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2480"/>
                  <a:gd name="textAreaBottom" fmla="*/ 43560 h 42480"/>
                </a:gdLst>
                <a:ahLst/>
                <a:cxnLst/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1440" rIns="1692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9" name="Freihandform: Form 35"/>
              <p:cNvSpPr/>
              <p:nvPr/>
            </p:nvSpPr>
            <p:spPr>
              <a:xfrm>
                <a:off x="8024400" y="812160"/>
                <a:ext cx="33480" cy="622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62280"/>
                  <a:gd name="textAreaBottom" fmla="*/ 63360 h 62280"/>
                  <a:gd name="GluePoint1X" fmla="*/ 0 w 176"/>
                  <a:gd name="GluePoint1Y" fmla="*/ 0 h 96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18360" rIns="1692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70" name="Freihandform: Form 36"/>
            <p:cNvSpPr/>
            <p:nvPr/>
          </p:nvSpPr>
          <p:spPr>
            <a:xfrm>
              <a:off x="8106480" y="817920"/>
              <a:ext cx="42480" cy="56880"/>
            </a:xfrm>
            <a:custGeom>
              <a:avLst/>
              <a:gdLst>
                <a:gd name="textAreaLeft" fmla="*/ 0 w 42480"/>
                <a:gd name="textAreaRight" fmla="*/ 43560 w 42480"/>
                <a:gd name="textAreaTop" fmla="*/ 0 h 56880"/>
                <a:gd name="textAreaBottom" fmla="*/ 57960 h 56880"/>
                <a:gd name="GluePoint1X" fmla="*/ 0 w 161"/>
                <a:gd name="GluePoint1Y" fmla="*/ 0 h 121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1" name="Freihandform: Form 37"/>
            <p:cNvSpPr/>
            <p:nvPr/>
          </p:nvSpPr>
          <p:spPr>
            <a:xfrm>
              <a:off x="8164800" y="834120"/>
              <a:ext cx="35280" cy="42480"/>
            </a:xfrm>
            <a:custGeom>
              <a:avLst/>
              <a:gdLst>
                <a:gd name="textAreaLeft" fmla="*/ 0 w 35280"/>
                <a:gd name="textAreaRight" fmla="*/ 36360 w 35280"/>
                <a:gd name="textAreaTop" fmla="*/ 0 h 42480"/>
                <a:gd name="textAreaBottom" fmla="*/ 43560 h 42480"/>
              </a:gdLst>
              <a:ahLst/>
              <a:cxnLst/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2" name="Freihandform: Form 38"/>
            <p:cNvSpPr/>
            <p:nvPr/>
          </p:nvSpPr>
          <p:spPr>
            <a:xfrm>
              <a:off x="821340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73" name="Grafik 9"/>
            <p:cNvGrpSpPr/>
            <p:nvPr/>
          </p:nvGrpSpPr>
          <p:grpSpPr>
            <a:xfrm>
              <a:off x="7741440" y="834120"/>
              <a:ext cx="1049040" cy="180000"/>
              <a:chOff x="7741440" y="834120"/>
              <a:chExt cx="1049040" cy="180000"/>
            </a:xfrm>
          </p:grpSpPr>
          <p:sp>
            <p:nvSpPr>
              <p:cNvPr id="74" name="Freihandform: Form 40"/>
              <p:cNvSpPr/>
              <p:nvPr/>
            </p:nvSpPr>
            <p:spPr>
              <a:xfrm>
                <a:off x="8236440" y="834120"/>
                <a:ext cx="33480" cy="406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0680"/>
                  <a:gd name="textAreaBottom" fmla="*/ 41760 h 40680"/>
                </a:gdLst>
                <a:ahLst/>
                <a:cxnLst/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5" name="Freihandform: Form 41"/>
              <p:cNvSpPr/>
              <p:nvPr/>
            </p:nvSpPr>
            <p:spPr>
              <a:xfrm>
                <a:off x="8284680" y="834120"/>
                <a:ext cx="35280" cy="42480"/>
              </a:xfrm>
              <a:custGeom>
                <a:avLst/>
                <a:gdLst>
                  <a:gd name="textAreaLeft" fmla="*/ 0 w 35280"/>
                  <a:gd name="textAreaRight" fmla="*/ 36360 w 35280"/>
                  <a:gd name="textAreaTop" fmla="*/ 0 h 42480"/>
                  <a:gd name="textAreaBottom" fmla="*/ 43560 h 42480"/>
                </a:gdLst>
                <a:ahLst/>
                <a:cxnLst/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640" tIns="-1440" rIns="1764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6" name="Freihandform: Form 42"/>
              <p:cNvSpPr/>
              <p:nvPr/>
            </p:nvSpPr>
            <p:spPr>
              <a:xfrm>
                <a:off x="7741440" y="914040"/>
                <a:ext cx="883440" cy="62280"/>
              </a:xfrm>
              <a:custGeom>
                <a:avLst/>
                <a:gdLst>
                  <a:gd name="textAreaLeft" fmla="*/ 0 w 883440"/>
                  <a:gd name="textAreaRight" fmla="*/ 884520 w 883440"/>
                  <a:gd name="textAreaTop" fmla="*/ 0 h 62280"/>
                  <a:gd name="textAreaBottom" fmla="*/ 63360 h 62280"/>
                </a:gdLst>
                <a:ahLst/>
                <a:cxnLst/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7" name="Freihandform: Form 43"/>
              <p:cNvSpPr/>
              <p:nvPr/>
            </p:nvSpPr>
            <p:spPr>
              <a:xfrm>
                <a:off x="8677440" y="915480"/>
                <a:ext cx="113040" cy="98640"/>
              </a:xfrm>
              <a:custGeom>
                <a:avLst/>
                <a:gdLst>
                  <a:gd name="textAreaLeft" fmla="*/ 0 w 113040"/>
                  <a:gd name="textAreaRight" fmla="*/ 114120 w 113040"/>
                  <a:gd name="textAreaTop" fmla="*/ 0 h 98640"/>
                  <a:gd name="textAreaBottom" fmla="*/ 99720 h 98640"/>
                  <a:gd name="GluePoint1X" fmla="*/ 0 w 277"/>
                  <a:gd name="GluePoint1Y" fmla="*/ 0 h 317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520" tIns="45000" rIns="5652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78" name="Freihandform: Form 44" hidden="1"/>
          <p:cNvSpPr/>
          <p:nvPr/>
        </p:nvSpPr>
        <p:spPr>
          <a:xfrm>
            <a:off x="-5040" y="407880"/>
            <a:ext cx="336240" cy="293760"/>
          </a:xfrm>
          <a:custGeom>
            <a:avLst/>
            <a:gdLst>
              <a:gd name="textAreaLeft" fmla="*/ 0 w 336240"/>
              <a:gd name="textAreaRight" fmla="*/ 337320 w 336240"/>
              <a:gd name="textAreaTop" fmla="*/ 0 h 293760"/>
              <a:gd name="textAreaBottom" fmla="*/ 294840 h 293760"/>
              <a:gd name="GluePoint1X" fmla="*/ 0 w 819"/>
              <a:gd name="GluePoint1Y" fmla="*/ 0 h 937"/>
            </a:gdLst>
            <a:ahLst/>
            <a:cxnLst>
              <a:cxn ang="0">
                <a:pos x="GluePoint1X" y="GluePoint1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grpSp>
        <p:nvGrpSpPr>
          <p:cNvPr id="79" name="Gruppieren 26"/>
          <p:cNvGrpSpPr/>
          <p:nvPr/>
        </p:nvGrpSpPr>
        <p:grpSpPr>
          <a:xfrm>
            <a:off x="-5040" y="4950720"/>
            <a:ext cx="9147960" cy="196920"/>
            <a:chOff x="-5040" y="4950720"/>
            <a:chExt cx="9147960" cy="196920"/>
          </a:xfrm>
        </p:grpSpPr>
        <p:sp>
          <p:nvSpPr>
            <p:cNvPr id="80" name="bk object 18"/>
            <p:cNvSpPr/>
            <p:nvPr/>
          </p:nvSpPr>
          <p:spPr>
            <a:xfrm>
              <a:off x="-5040" y="4950720"/>
              <a:ext cx="483840" cy="196920"/>
            </a:xfrm>
            <a:custGeom>
              <a:avLst/>
              <a:gdLst>
                <a:gd name="textAreaLeft" fmla="*/ 0 w 483840"/>
                <a:gd name="textAreaRight" fmla="*/ 484920 w 483840"/>
                <a:gd name="textAreaTop" fmla="*/ 0 h 196920"/>
                <a:gd name="textAreaBottom" fmla="*/ 198000 h 19692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1" name="bk object 18"/>
            <p:cNvSpPr/>
            <p:nvPr/>
          </p:nvSpPr>
          <p:spPr>
            <a:xfrm>
              <a:off x="522360" y="4950720"/>
              <a:ext cx="8620560" cy="196920"/>
            </a:xfrm>
            <a:custGeom>
              <a:avLst/>
              <a:gdLst>
                <a:gd name="textAreaLeft" fmla="*/ 0 w 8620560"/>
                <a:gd name="textAreaRight" fmla="*/ 8621640 w 8620560"/>
                <a:gd name="textAreaTop" fmla="*/ 0 h 196920"/>
                <a:gd name="textAreaBottom" fmla="*/ 198000 h 19692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2" name="Holder 3"/>
            <p:cNvSpPr/>
            <p:nvPr/>
          </p:nvSpPr>
          <p:spPr>
            <a:xfrm>
              <a:off x="8194680" y="4966200"/>
              <a:ext cx="448560" cy="1666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3" name="Freihandform: Form 25"/>
          <p:cNvSpPr/>
          <p:nvPr/>
        </p:nvSpPr>
        <p:spPr>
          <a:xfrm>
            <a:off x="0" y="1422360"/>
            <a:ext cx="3166920" cy="3491280"/>
          </a:xfrm>
          <a:custGeom>
            <a:avLst/>
            <a:gdLst>
              <a:gd name="textAreaLeft" fmla="*/ 0 w 3166920"/>
              <a:gd name="textAreaRight" fmla="*/ 3168000 w 3166920"/>
              <a:gd name="textAreaTop" fmla="*/ 0 h 3491280"/>
              <a:gd name="textAreaBottom" fmla="*/ 3492360 h 3491280"/>
              <a:gd name="GluePoint1X" fmla="*/ 0 w 9701"/>
              <a:gd name="GluePoint1Y" fmla="*/ 0 h 8800"/>
              <a:gd name="GluePoint2X" fmla="*/ 0 w 9701"/>
              <a:gd name="GluePoint2Y" fmla="*/ 9701 h 880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</a:cxnLst>
            <a:rect l="textAreaLeft" t="textAreaTop" r="textAreaRight" b="textAreaBottom"/>
            <a:pathLst>
              <a:path w="4271120" h="4702819">
                <a:moveTo>
                  <a:pt x="3773588" y="3280579"/>
                </a:moveTo>
                <a:cubicBezTo>
                  <a:pt x="3773588" y="3280579"/>
                  <a:pt x="3730105" y="3343276"/>
                  <a:pt x="3717970" y="3393838"/>
                </a:cubicBezTo>
                <a:cubicBezTo>
                  <a:pt x="3745273" y="3430243"/>
                  <a:pt x="3753363" y="3442378"/>
                  <a:pt x="3755385" y="3541480"/>
                </a:cubicBezTo>
                <a:cubicBezTo>
                  <a:pt x="3755385" y="3549570"/>
                  <a:pt x="3745273" y="3551593"/>
                  <a:pt x="3742240" y="3544514"/>
                </a:cubicBezTo>
                <a:cubicBezTo>
                  <a:pt x="3714936" y="3479795"/>
                  <a:pt x="3663363" y="3420131"/>
                  <a:pt x="3594598" y="3403951"/>
                </a:cubicBezTo>
                <a:cubicBezTo>
                  <a:pt x="3610778" y="3321029"/>
                  <a:pt x="3667408" y="3281590"/>
                  <a:pt x="3773588" y="3280579"/>
                </a:cubicBezTo>
                <a:close/>
                <a:moveTo>
                  <a:pt x="3937409" y="2981250"/>
                </a:moveTo>
                <a:cubicBezTo>
                  <a:pt x="3924264" y="3035858"/>
                  <a:pt x="3891904" y="3080352"/>
                  <a:pt x="3833252" y="3118780"/>
                </a:cubicBezTo>
                <a:cubicBezTo>
                  <a:pt x="3598643" y="3075297"/>
                  <a:pt x="3669430" y="3152151"/>
                  <a:pt x="3480327" y="3142039"/>
                </a:cubicBezTo>
                <a:cubicBezTo>
                  <a:pt x="3479316" y="3127881"/>
                  <a:pt x="3479316" y="3081364"/>
                  <a:pt x="3488417" y="3070240"/>
                </a:cubicBezTo>
                <a:cubicBezTo>
                  <a:pt x="3640104" y="3123836"/>
                  <a:pt x="3659318" y="3035858"/>
                  <a:pt x="3802914" y="3008554"/>
                </a:cubicBezTo>
                <a:cubicBezTo>
                  <a:pt x="3851454" y="2999453"/>
                  <a:pt x="3909095" y="2995408"/>
                  <a:pt x="3937409" y="2981250"/>
                </a:cubicBezTo>
                <a:close/>
                <a:moveTo>
                  <a:pt x="1530647" y="2816671"/>
                </a:moveTo>
                <a:cubicBezTo>
                  <a:pt x="1533681" y="2815912"/>
                  <a:pt x="1537220" y="2816924"/>
                  <a:pt x="1538737" y="2820463"/>
                </a:cubicBezTo>
                <a:cubicBezTo>
                  <a:pt x="1704581" y="3184511"/>
                  <a:pt x="1838065" y="3351366"/>
                  <a:pt x="1944246" y="3409008"/>
                </a:cubicBezTo>
                <a:cubicBezTo>
                  <a:pt x="2164698" y="3528335"/>
                  <a:pt x="3031334" y="3856989"/>
                  <a:pt x="3606733" y="3913618"/>
                </a:cubicBezTo>
                <a:cubicBezTo>
                  <a:pt x="3614823" y="3913618"/>
                  <a:pt x="3615834" y="3924742"/>
                  <a:pt x="3607744" y="3926765"/>
                </a:cubicBezTo>
                <a:cubicBezTo>
                  <a:pt x="3352910" y="3984405"/>
                  <a:pt x="2663241" y="3916653"/>
                  <a:pt x="2423576" y="3894405"/>
                </a:cubicBezTo>
                <a:cubicBezTo>
                  <a:pt x="2159641" y="3869123"/>
                  <a:pt x="2078741" y="3805416"/>
                  <a:pt x="2077731" y="3806426"/>
                </a:cubicBezTo>
                <a:cubicBezTo>
                  <a:pt x="1903797" y="3672942"/>
                  <a:pt x="1564018" y="3144061"/>
                  <a:pt x="1525591" y="2823496"/>
                </a:cubicBezTo>
                <a:cubicBezTo>
                  <a:pt x="1525085" y="2819957"/>
                  <a:pt x="1527613" y="2817429"/>
                  <a:pt x="1530647" y="2816671"/>
                </a:cubicBezTo>
                <a:close/>
                <a:moveTo>
                  <a:pt x="3996062" y="2605067"/>
                </a:moveTo>
                <a:cubicBezTo>
                  <a:pt x="4069883" y="2597989"/>
                  <a:pt x="4190221" y="2621247"/>
                  <a:pt x="4271120" y="2676866"/>
                </a:cubicBezTo>
                <a:cubicBezTo>
                  <a:pt x="4252918" y="2737541"/>
                  <a:pt x="4086063" y="2706192"/>
                  <a:pt x="4008197" y="2693046"/>
                </a:cubicBezTo>
                <a:cubicBezTo>
                  <a:pt x="3953589" y="2684955"/>
                  <a:pt x="3889881" y="2681922"/>
                  <a:pt x="3829207" y="2680911"/>
                </a:cubicBezTo>
                <a:cubicBezTo>
                  <a:pt x="3777633" y="2679899"/>
                  <a:pt x="3693700" y="2671810"/>
                  <a:pt x="3670441" y="2642484"/>
                </a:cubicBezTo>
                <a:cubicBezTo>
                  <a:pt x="3719992" y="2647540"/>
                  <a:pt x="3843364" y="2620237"/>
                  <a:pt x="3996062" y="2605067"/>
                </a:cubicBezTo>
                <a:close/>
                <a:moveTo>
                  <a:pt x="3443991" y="1373753"/>
                </a:moveTo>
                <a:cubicBezTo>
                  <a:pt x="3569601" y="1369611"/>
                  <a:pt x="3697113" y="1404594"/>
                  <a:pt x="3808982" y="1505845"/>
                </a:cubicBezTo>
                <a:cubicBezTo>
                  <a:pt x="3760442" y="1576632"/>
                  <a:pt x="3761453" y="1685847"/>
                  <a:pt x="3766510" y="1714160"/>
                </a:cubicBezTo>
                <a:cubicBezTo>
                  <a:pt x="3739205" y="1705060"/>
                  <a:pt x="3695722" y="1653485"/>
                  <a:pt x="3673475" y="1626182"/>
                </a:cubicBezTo>
                <a:cubicBezTo>
                  <a:pt x="3582463" y="1677757"/>
                  <a:pt x="3486394" y="1844611"/>
                  <a:pt x="3503586" y="1940680"/>
                </a:cubicBezTo>
                <a:cubicBezTo>
                  <a:pt x="3512687" y="2019557"/>
                  <a:pt x="3455046" y="2031692"/>
                  <a:pt x="3349877" y="1900230"/>
                </a:cubicBezTo>
                <a:cubicBezTo>
                  <a:pt x="3299315" y="1936634"/>
                  <a:pt x="3250775" y="1870904"/>
                  <a:pt x="3263920" y="1778881"/>
                </a:cubicBezTo>
                <a:cubicBezTo>
                  <a:pt x="3182010" y="1864836"/>
                  <a:pt x="2961559" y="1908320"/>
                  <a:pt x="2886727" y="1881016"/>
                </a:cubicBezTo>
                <a:cubicBezTo>
                  <a:pt x="3034368" y="1838544"/>
                  <a:pt x="3254820" y="1604947"/>
                  <a:pt x="3400439" y="1585733"/>
                </a:cubicBezTo>
                <a:cubicBezTo>
                  <a:pt x="3282123" y="1528092"/>
                  <a:pt x="3076841" y="1513935"/>
                  <a:pt x="2921109" y="1605957"/>
                </a:cubicBezTo>
                <a:cubicBezTo>
                  <a:pt x="2914030" y="1610002"/>
                  <a:pt x="2906951" y="1599890"/>
                  <a:pt x="2913019" y="1594835"/>
                </a:cubicBezTo>
                <a:cubicBezTo>
                  <a:pt x="3030576" y="1496238"/>
                  <a:pt x="3234642" y="1380656"/>
                  <a:pt x="3443991" y="1373753"/>
                </a:cubicBezTo>
                <a:close/>
                <a:moveTo>
                  <a:pt x="0" y="0"/>
                </a:moveTo>
                <a:lnTo>
                  <a:pt x="115292" y="0"/>
                </a:lnTo>
                <a:lnTo>
                  <a:pt x="274676" y="0"/>
                </a:lnTo>
                <a:lnTo>
                  <a:pt x="3942724" y="0"/>
                </a:lnTo>
                <a:lnTo>
                  <a:pt x="3939432" y="53696"/>
                </a:lnTo>
                <a:cubicBezTo>
                  <a:pt x="3926286" y="139653"/>
                  <a:pt x="3890892" y="219541"/>
                  <a:pt x="3684598" y="334822"/>
                </a:cubicBezTo>
                <a:cubicBezTo>
                  <a:pt x="3918196" y="331789"/>
                  <a:pt x="3971792" y="185158"/>
                  <a:pt x="3981904" y="155833"/>
                </a:cubicBezTo>
                <a:cubicBezTo>
                  <a:pt x="4027411" y="317632"/>
                  <a:pt x="3993028" y="404599"/>
                  <a:pt x="3993028" y="404599"/>
                </a:cubicBezTo>
                <a:cubicBezTo>
                  <a:pt x="3940444" y="578533"/>
                  <a:pt x="3623924" y="771681"/>
                  <a:pt x="3433810" y="635163"/>
                </a:cubicBezTo>
                <a:cubicBezTo>
                  <a:pt x="2893805" y="156844"/>
                  <a:pt x="3099088" y="642242"/>
                  <a:pt x="2283013" y="464262"/>
                </a:cubicBezTo>
                <a:cubicBezTo>
                  <a:pt x="2277957" y="463251"/>
                  <a:pt x="2278968" y="455161"/>
                  <a:pt x="2284025" y="455161"/>
                </a:cubicBezTo>
                <a:cubicBezTo>
                  <a:pt x="2601556" y="444037"/>
                  <a:pt x="2854367" y="256957"/>
                  <a:pt x="2959536" y="115383"/>
                </a:cubicBezTo>
                <a:cubicBezTo>
                  <a:pt x="2963581" y="109315"/>
                  <a:pt x="2955491" y="101225"/>
                  <a:pt x="2949424" y="107293"/>
                </a:cubicBezTo>
                <a:cubicBezTo>
                  <a:pt x="2789647" y="273137"/>
                  <a:pt x="2362902" y="477408"/>
                  <a:pt x="1789525" y="314598"/>
                </a:cubicBezTo>
                <a:cubicBezTo>
                  <a:pt x="1719750" y="288306"/>
                  <a:pt x="1577164" y="254935"/>
                  <a:pt x="1564018" y="251900"/>
                </a:cubicBezTo>
                <a:cubicBezTo>
                  <a:pt x="1542782" y="245833"/>
                  <a:pt x="1554917" y="262013"/>
                  <a:pt x="1554917" y="262013"/>
                </a:cubicBezTo>
                <a:cubicBezTo>
                  <a:pt x="2567173" y="576510"/>
                  <a:pt x="2389194" y="907188"/>
                  <a:pt x="2389194" y="907188"/>
                </a:cubicBezTo>
                <a:cubicBezTo>
                  <a:pt x="2370992" y="796962"/>
                  <a:pt x="2292115" y="689770"/>
                  <a:pt x="2159641" y="613927"/>
                </a:cubicBezTo>
                <a:cubicBezTo>
                  <a:pt x="2258743" y="732242"/>
                  <a:pt x="2255710" y="818197"/>
                  <a:pt x="2255710" y="818197"/>
                </a:cubicBezTo>
                <a:cubicBezTo>
                  <a:pt x="2256721" y="837412"/>
                  <a:pt x="2256721" y="904154"/>
                  <a:pt x="2248631" y="897075"/>
                </a:cubicBezTo>
                <a:cubicBezTo>
                  <a:pt x="2238518" y="886963"/>
                  <a:pt x="2210203" y="755501"/>
                  <a:pt x="2071663" y="706960"/>
                </a:cubicBezTo>
                <a:cubicBezTo>
                  <a:pt x="2049416" y="701905"/>
                  <a:pt x="2063573" y="718085"/>
                  <a:pt x="2063573" y="718085"/>
                </a:cubicBezTo>
                <a:cubicBezTo>
                  <a:pt x="2150540" y="841456"/>
                  <a:pt x="2086831" y="984043"/>
                  <a:pt x="1981662" y="1090223"/>
                </a:cubicBezTo>
                <a:cubicBezTo>
                  <a:pt x="1992786" y="1084155"/>
                  <a:pt x="2003909" y="1077077"/>
                  <a:pt x="2015034" y="1068987"/>
                </a:cubicBezTo>
                <a:cubicBezTo>
                  <a:pt x="2088854" y="1009323"/>
                  <a:pt x="2150540" y="961794"/>
                  <a:pt x="2152563" y="876851"/>
                </a:cubicBezTo>
                <a:cubicBezTo>
                  <a:pt x="2152563" y="848535"/>
                  <a:pt x="2189978" y="899097"/>
                  <a:pt x="2193013" y="935503"/>
                </a:cubicBezTo>
                <a:cubicBezTo>
                  <a:pt x="2190990" y="1046740"/>
                  <a:pt x="2126271" y="1094268"/>
                  <a:pt x="2042337" y="1153931"/>
                </a:cubicBezTo>
                <a:cubicBezTo>
                  <a:pt x="1941212" y="1225730"/>
                  <a:pt x="1609524" y="1394608"/>
                  <a:pt x="1195925" y="1315731"/>
                </a:cubicBezTo>
                <a:cubicBezTo>
                  <a:pt x="1484130" y="1399664"/>
                  <a:pt x="1645929" y="1362248"/>
                  <a:pt x="1759188" y="1329888"/>
                </a:cubicBezTo>
                <a:cubicBezTo>
                  <a:pt x="1763233" y="1328876"/>
                  <a:pt x="1766267" y="1334944"/>
                  <a:pt x="1762222" y="1336967"/>
                </a:cubicBezTo>
                <a:cubicBezTo>
                  <a:pt x="1691435" y="1385506"/>
                  <a:pt x="1611546" y="1409776"/>
                  <a:pt x="1303117" y="1458316"/>
                </a:cubicBezTo>
                <a:cubicBezTo>
                  <a:pt x="1585254" y="1480563"/>
                  <a:pt x="1740986" y="1459328"/>
                  <a:pt x="1879527" y="1385506"/>
                </a:cubicBezTo>
                <a:cubicBezTo>
                  <a:pt x="1882560" y="1383484"/>
                  <a:pt x="1885594" y="1387529"/>
                  <a:pt x="1882560" y="1389551"/>
                </a:cubicBezTo>
                <a:cubicBezTo>
                  <a:pt x="1799638" y="1452248"/>
                  <a:pt x="1517501" y="1619104"/>
                  <a:pt x="1158509" y="1608992"/>
                </a:cubicBezTo>
                <a:cubicBezTo>
                  <a:pt x="1213116" y="1658542"/>
                  <a:pt x="1464916" y="1649442"/>
                  <a:pt x="1500309" y="1648430"/>
                </a:cubicBezTo>
                <a:cubicBezTo>
                  <a:pt x="1502332" y="1648430"/>
                  <a:pt x="1503344" y="1650453"/>
                  <a:pt x="1502332" y="1651464"/>
                </a:cubicBezTo>
                <a:cubicBezTo>
                  <a:pt x="1450759" y="1717194"/>
                  <a:pt x="1323342" y="1726296"/>
                  <a:pt x="1323342" y="1726296"/>
                </a:cubicBezTo>
                <a:cubicBezTo>
                  <a:pt x="1347612" y="1731352"/>
                  <a:pt x="1368848" y="1736409"/>
                  <a:pt x="1387050" y="1741465"/>
                </a:cubicBezTo>
                <a:cubicBezTo>
                  <a:pt x="1405252" y="1745509"/>
                  <a:pt x="1424467" y="1748544"/>
                  <a:pt x="1442669" y="1750566"/>
                </a:cubicBezTo>
                <a:cubicBezTo>
                  <a:pt x="1624693" y="1761689"/>
                  <a:pt x="1816830" y="1717194"/>
                  <a:pt x="1983684" y="1635284"/>
                </a:cubicBezTo>
                <a:cubicBezTo>
                  <a:pt x="1989752" y="1632250"/>
                  <a:pt x="2041326" y="1604947"/>
                  <a:pt x="2041326" y="1604947"/>
                </a:cubicBezTo>
                <a:cubicBezTo>
                  <a:pt x="2046382" y="1641352"/>
                  <a:pt x="2021101" y="1692925"/>
                  <a:pt x="1993797" y="1723262"/>
                </a:cubicBezTo>
                <a:cubicBezTo>
                  <a:pt x="1962449" y="1757644"/>
                  <a:pt x="1921999" y="1780903"/>
                  <a:pt x="1881549" y="1801128"/>
                </a:cubicBezTo>
                <a:cubicBezTo>
                  <a:pt x="1892672" y="1818319"/>
                  <a:pt x="1875482" y="1856746"/>
                  <a:pt x="1868403" y="1865847"/>
                </a:cubicBezTo>
                <a:cubicBezTo>
                  <a:pt x="1612558" y="2185401"/>
                  <a:pt x="1001766" y="1993265"/>
                  <a:pt x="1001766" y="1993265"/>
                </a:cubicBezTo>
                <a:cubicBezTo>
                  <a:pt x="1001766" y="1993265"/>
                  <a:pt x="1000754" y="1993265"/>
                  <a:pt x="999744" y="1993265"/>
                </a:cubicBezTo>
                <a:cubicBezTo>
                  <a:pt x="1145363" y="2093377"/>
                  <a:pt x="1362780" y="2123715"/>
                  <a:pt x="1477051" y="2115625"/>
                </a:cubicBezTo>
                <a:cubicBezTo>
                  <a:pt x="1479074" y="2115625"/>
                  <a:pt x="1480085" y="2117648"/>
                  <a:pt x="1478062" y="2118658"/>
                </a:cubicBezTo>
                <a:cubicBezTo>
                  <a:pt x="1447725" y="2137873"/>
                  <a:pt x="1347612" y="2158097"/>
                  <a:pt x="1337500" y="2160120"/>
                </a:cubicBezTo>
                <a:cubicBezTo>
                  <a:pt x="1571097" y="2180345"/>
                  <a:pt x="1753121" y="2096412"/>
                  <a:pt x="1830987" y="2044838"/>
                </a:cubicBezTo>
                <a:cubicBezTo>
                  <a:pt x="1837055" y="2040793"/>
                  <a:pt x="1845144" y="2048883"/>
                  <a:pt x="1840088" y="2054950"/>
                </a:cubicBezTo>
                <a:cubicBezTo>
                  <a:pt x="1765256" y="2154052"/>
                  <a:pt x="1717728" y="2182367"/>
                  <a:pt x="1610536" y="2209670"/>
                </a:cubicBezTo>
                <a:cubicBezTo>
                  <a:pt x="1399185" y="2261244"/>
                  <a:pt x="1159521" y="2246076"/>
                  <a:pt x="970417" y="2143940"/>
                </a:cubicBezTo>
                <a:cubicBezTo>
                  <a:pt x="1170644" y="2526190"/>
                  <a:pt x="1447725" y="2465516"/>
                  <a:pt x="1531659" y="2446302"/>
                </a:cubicBezTo>
                <a:cubicBezTo>
                  <a:pt x="1427500" y="2605067"/>
                  <a:pt x="1220195" y="2650574"/>
                  <a:pt x="1040194" y="2520123"/>
                </a:cubicBezTo>
                <a:cubicBezTo>
                  <a:pt x="1030081" y="2513044"/>
                  <a:pt x="1021991" y="2504955"/>
                  <a:pt x="1012890" y="2497875"/>
                </a:cubicBezTo>
                <a:cubicBezTo>
                  <a:pt x="890529" y="2709226"/>
                  <a:pt x="464795" y="2786080"/>
                  <a:pt x="585134" y="2905408"/>
                </a:cubicBezTo>
                <a:cubicBezTo>
                  <a:pt x="1526602" y="3840809"/>
                  <a:pt x="2443801" y="4164407"/>
                  <a:pt x="2443801" y="4164407"/>
                </a:cubicBezTo>
                <a:cubicBezTo>
                  <a:pt x="2521667" y="4282217"/>
                  <a:pt x="2602820" y="4452359"/>
                  <a:pt x="2680749" y="4641304"/>
                </a:cubicBezTo>
                <a:lnTo>
                  <a:pt x="2704586" y="4702819"/>
                </a:lnTo>
                <a:lnTo>
                  <a:pt x="274676" y="4702819"/>
                </a:lnTo>
                <a:lnTo>
                  <a:pt x="115292" y="4702819"/>
                </a:lnTo>
                <a:lnTo>
                  <a:pt x="0" y="4702819"/>
                </a:lnTo>
                <a:close/>
              </a:path>
            </a:pathLst>
          </a:custGeom>
          <a:solidFill>
            <a:srgbClr val="DAE5EA"/>
          </a:solidFill>
          <a:ln w="9176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84" name="PlaceHolder 1"/>
          <p:cNvSpPr>
            <a:spLocks noGrp="1"/>
          </p:cNvSpPr>
          <p:nvPr>
            <p:ph type="dt" idx="2"/>
          </p:nvPr>
        </p:nvSpPr>
        <p:spPr>
          <a:xfrm>
            <a:off x="526680" y="4460400"/>
            <a:ext cx="2056320" cy="273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&lt;Datum/Uhrzeit&gt;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" name="PlaceHolder 2"/>
          <p:cNvSpPr>
            <a:spLocks noGrp="1"/>
          </p:cNvSpPr>
          <p:nvPr>
            <p:ph type="title"/>
          </p:nvPr>
        </p:nvSpPr>
        <p:spPr>
          <a:xfrm>
            <a:off x="526680" y="2899440"/>
            <a:ext cx="6398640" cy="53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de-DE" sz="36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36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Titel bearbeiten</a:t>
            </a:r>
            <a:endParaRPr lang="de-DE" sz="3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grpSp>
        <p:nvGrpSpPr>
          <p:cNvPr id="86" name="Grafik 6"/>
          <p:cNvGrpSpPr/>
          <p:nvPr/>
        </p:nvGrpSpPr>
        <p:grpSpPr>
          <a:xfrm>
            <a:off x="522720" y="385200"/>
            <a:ext cx="1527120" cy="582480"/>
            <a:chOff x="522720" y="385200"/>
            <a:chExt cx="1527120" cy="582480"/>
          </a:xfrm>
        </p:grpSpPr>
        <p:sp>
          <p:nvSpPr>
            <p:cNvPr id="87" name="Freihandform: Form 13"/>
            <p:cNvSpPr/>
            <p:nvPr/>
          </p:nvSpPr>
          <p:spPr>
            <a:xfrm>
              <a:off x="1888920" y="825480"/>
              <a:ext cx="160920" cy="142200"/>
            </a:xfrm>
            <a:custGeom>
              <a:avLst/>
              <a:gdLst>
                <a:gd name="textAreaLeft" fmla="*/ 0 w 160920"/>
                <a:gd name="textAreaRight" fmla="*/ 162000 w 160920"/>
                <a:gd name="textAreaTop" fmla="*/ 0 h 142200"/>
                <a:gd name="textAreaBottom" fmla="*/ 143280 h 142200"/>
                <a:gd name="GluePoint1X" fmla="*/ 0 w 398"/>
                <a:gd name="GluePoint1Y" fmla="*/ 0 h 45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270992" h="239376">
                  <a:moveTo>
                    <a:pt x="0" y="242086"/>
                  </a:moveTo>
                  <a:lnTo>
                    <a:pt x="152659" y="242086"/>
                  </a:lnTo>
                  <a:cubicBezTo>
                    <a:pt x="219955" y="242086"/>
                    <a:pt x="274154" y="187888"/>
                    <a:pt x="274154" y="121043"/>
                  </a:cubicBezTo>
                  <a:cubicBezTo>
                    <a:pt x="274154" y="54198"/>
                    <a:pt x="219955" y="0"/>
                    <a:pt x="152659" y="0"/>
                  </a:cubicBezTo>
                  <a:lnTo>
                    <a:pt x="0" y="0"/>
                  </a:lnTo>
                  <a:lnTo>
                    <a:pt x="0" y="242086"/>
                  </a:lnTo>
                  <a:close/>
                </a:path>
              </a:pathLst>
            </a:custGeom>
            <a:solidFill>
              <a:schemeClr val="tx2"/>
            </a:solidFill>
            <a:ln w="451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80640" tIns="45000" rIns="80640" bIns="4500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8" name="Freihandform: Form 14"/>
            <p:cNvSpPr/>
            <p:nvPr/>
          </p:nvSpPr>
          <p:spPr>
            <a:xfrm>
              <a:off x="1432440" y="512640"/>
              <a:ext cx="393480" cy="396360"/>
            </a:xfrm>
            <a:custGeom>
              <a:avLst/>
              <a:gdLst>
                <a:gd name="textAreaLeft" fmla="*/ 0 w 393480"/>
                <a:gd name="textAreaRight" fmla="*/ 394560 w 393480"/>
                <a:gd name="textAreaTop" fmla="*/ 0 h 396360"/>
                <a:gd name="textAreaBottom" fmla="*/ 397440 h 396360"/>
                <a:gd name="GluePoint1X" fmla="*/ 0 w 1104"/>
                <a:gd name="GluePoint1Y" fmla="*/ 552 h 1096"/>
                <a:gd name="GluePoint2X" fmla="*/ 0 w 1104"/>
                <a:gd name="GluePoint2Y" fmla="*/ 0 h 10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</a:cxnLst>
              <a:rect l="textAreaLeft" t="textAreaTop" r="textAreaRight" b="textAreaBottom"/>
              <a:pathLst>
                <a:path w="659414" h="663930">
                  <a:moveTo>
                    <a:pt x="662124" y="0"/>
                  </a:moveTo>
                  <a:lnTo>
                    <a:pt x="662124" y="331965"/>
                  </a:lnTo>
                  <a:cubicBezTo>
                    <a:pt x="662124" y="529790"/>
                    <a:pt x="513982" y="663931"/>
                    <a:pt x="331062" y="663931"/>
                  </a:cubicBezTo>
                  <a:cubicBezTo>
                    <a:pt x="148142" y="663931"/>
                    <a:pt x="0" y="529790"/>
                    <a:pt x="0" y="331965"/>
                  </a:cubicBezTo>
                  <a:cubicBezTo>
                    <a:pt x="0" y="303511"/>
                    <a:pt x="0" y="0"/>
                    <a:pt x="0" y="0"/>
                  </a:cubicBezTo>
                  <a:lnTo>
                    <a:pt x="168015" y="0"/>
                  </a:lnTo>
                  <a:cubicBezTo>
                    <a:pt x="168015" y="60522"/>
                    <a:pt x="168015" y="305318"/>
                    <a:pt x="168015" y="317513"/>
                  </a:cubicBezTo>
                  <a:cubicBezTo>
                    <a:pt x="168015" y="420038"/>
                    <a:pt x="241183" y="490496"/>
                    <a:pt x="331514" y="490496"/>
                  </a:cubicBezTo>
                  <a:cubicBezTo>
                    <a:pt x="421845" y="490496"/>
                    <a:pt x="495012" y="420490"/>
                    <a:pt x="495012" y="317513"/>
                  </a:cubicBezTo>
                  <a:lnTo>
                    <a:pt x="495012" y="0"/>
                  </a:lnTo>
                  <a:lnTo>
                    <a:pt x="662124" y="0"/>
                  </a:lnTo>
                  <a:close/>
                </a:path>
              </a:pathLst>
            </a:custGeom>
            <a:solidFill>
              <a:schemeClr val="tx2"/>
            </a:solidFill>
            <a:ln w="451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9" name="Freihandform: Form 15"/>
            <p:cNvSpPr/>
            <p:nvPr/>
          </p:nvSpPr>
          <p:spPr>
            <a:xfrm>
              <a:off x="522720" y="385200"/>
              <a:ext cx="393480" cy="512640"/>
            </a:xfrm>
            <a:custGeom>
              <a:avLst/>
              <a:gdLst>
                <a:gd name="textAreaLeft" fmla="*/ 0 w 393480"/>
                <a:gd name="textAreaRight" fmla="*/ 394560 w 393480"/>
                <a:gd name="textAreaTop" fmla="*/ 0 h 512640"/>
                <a:gd name="textAreaBottom" fmla="*/ 513720 h 512640"/>
                <a:gd name="GluePoint1X" fmla="*/ 0 w 1427"/>
                <a:gd name="GluePoint1Y" fmla="*/ 0 h 1096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659414" h="858142">
                  <a:moveTo>
                    <a:pt x="168015" y="859497"/>
                  </a:moveTo>
                  <a:lnTo>
                    <a:pt x="0" y="859497"/>
                  </a:lnTo>
                  <a:lnTo>
                    <a:pt x="0" y="0"/>
                  </a:lnTo>
                  <a:lnTo>
                    <a:pt x="168015" y="0"/>
                  </a:lnTo>
                  <a:lnTo>
                    <a:pt x="168015" y="235312"/>
                  </a:lnTo>
                  <a:cubicBezTo>
                    <a:pt x="216342" y="209567"/>
                    <a:pt x="271895" y="195114"/>
                    <a:pt x="331514" y="195114"/>
                  </a:cubicBezTo>
                  <a:cubicBezTo>
                    <a:pt x="514433" y="195114"/>
                    <a:pt x="662576" y="329256"/>
                    <a:pt x="662576" y="527080"/>
                  </a:cubicBezTo>
                  <a:lnTo>
                    <a:pt x="662576" y="859045"/>
                  </a:lnTo>
                  <a:lnTo>
                    <a:pt x="494561" y="859045"/>
                  </a:lnTo>
                  <a:lnTo>
                    <a:pt x="494561" y="541533"/>
                  </a:lnTo>
                  <a:cubicBezTo>
                    <a:pt x="494561" y="439007"/>
                    <a:pt x="421393" y="368549"/>
                    <a:pt x="331062" y="368549"/>
                  </a:cubicBezTo>
                  <a:cubicBezTo>
                    <a:pt x="240731" y="368549"/>
                    <a:pt x="167563" y="438556"/>
                    <a:pt x="167563" y="541533"/>
                  </a:cubicBezTo>
                  <a:lnTo>
                    <a:pt x="168015" y="859497"/>
                  </a:lnTo>
                  <a:close/>
                </a:path>
              </a:pathLst>
            </a:custGeom>
            <a:solidFill>
              <a:schemeClr val="tx2"/>
            </a:solidFill>
            <a:ln w="451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0" name="Freihandform: Form 16"/>
            <p:cNvSpPr/>
            <p:nvPr/>
          </p:nvSpPr>
          <p:spPr>
            <a:xfrm>
              <a:off x="979200" y="385200"/>
              <a:ext cx="393480" cy="512640"/>
            </a:xfrm>
            <a:custGeom>
              <a:avLst/>
              <a:gdLst>
                <a:gd name="textAreaLeft" fmla="*/ 0 w 393480"/>
                <a:gd name="textAreaRight" fmla="*/ 394560 w 393480"/>
                <a:gd name="textAreaTop" fmla="*/ 0 h 512640"/>
                <a:gd name="textAreaBottom" fmla="*/ 513720 h 512640"/>
                <a:gd name="GluePoint1X" fmla="*/ 0 w 1427"/>
                <a:gd name="GluePoint1Y" fmla="*/ 0 h 1096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659414" h="858142">
                  <a:moveTo>
                    <a:pt x="167563" y="859497"/>
                  </a:moveTo>
                  <a:lnTo>
                    <a:pt x="0" y="859497"/>
                  </a:lnTo>
                  <a:lnTo>
                    <a:pt x="0" y="0"/>
                  </a:lnTo>
                  <a:lnTo>
                    <a:pt x="168015" y="0"/>
                  </a:lnTo>
                  <a:lnTo>
                    <a:pt x="168015" y="235312"/>
                  </a:lnTo>
                  <a:cubicBezTo>
                    <a:pt x="216342" y="209567"/>
                    <a:pt x="271895" y="195114"/>
                    <a:pt x="331514" y="195114"/>
                  </a:cubicBezTo>
                  <a:cubicBezTo>
                    <a:pt x="514433" y="195114"/>
                    <a:pt x="662576" y="329256"/>
                    <a:pt x="662576" y="527080"/>
                  </a:cubicBezTo>
                  <a:lnTo>
                    <a:pt x="662576" y="859045"/>
                  </a:lnTo>
                  <a:lnTo>
                    <a:pt x="494561" y="859045"/>
                  </a:lnTo>
                  <a:lnTo>
                    <a:pt x="494561" y="541533"/>
                  </a:lnTo>
                  <a:cubicBezTo>
                    <a:pt x="494561" y="439007"/>
                    <a:pt x="421393" y="368549"/>
                    <a:pt x="331062" y="368549"/>
                  </a:cubicBezTo>
                  <a:cubicBezTo>
                    <a:pt x="240731" y="368549"/>
                    <a:pt x="167563" y="438556"/>
                    <a:pt x="167563" y="541533"/>
                  </a:cubicBezTo>
                  <a:lnTo>
                    <a:pt x="167563" y="859497"/>
                  </a:lnTo>
                  <a:close/>
                </a:path>
              </a:pathLst>
            </a:custGeom>
            <a:solidFill>
              <a:schemeClr val="tx2"/>
            </a:solidFill>
            <a:ln w="451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</p:grp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elfoli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1" name="Gruppieren 6"/>
          <p:cNvGrpSpPr/>
          <p:nvPr/>
        </p:nvGrpSpPr>
        <p:grpSpPr>
          <a:xfrm>
            <a:off x="-5040" y="4950720"/>
            <a:ext cx="9147960" cy="196920"/>
            <a:chOff x="-5040" y="4950720"/>
            <a:chExt cx="9147960" cy="196920"/>
          </a:xfrm>
        </p:grpSpPr>
        <p:sp>
          <p:nvSpPr>
            <p:cNvPr id="92" name="bk object 18"/>
            <p:cNvSpPr/>
            <p:nvPr/>
          </p:nvSpPr>
          <p:spPr>
            <a:xfrm>
              <a:off x="-5040" y="4950720"/>
              <a:ext cx="483840" cy="196920"/>
            </a:xfrm>
            <a:custGeom>
              <a:avLst/>
              <a:gdLst>
                <a:gd name="textAreaLeft" fmla="*/ 0 w 483840"/>
                <a:gd name="textAreaRight" fmla="*/ 484920 w 483840"/>
                <a:gd name="textAreaTop" fmla="*/ 0 h 196920"/>
                <a:gd name="textAreaBottom" fmla="*/ 198000 h 19692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3" name="bk object 18"/>
            <p:cNvSpPr/>
            <p:nvPr/>
          </p:nvSpPr>
          <p:spPr>
            <a:xfrm>
              <a:off x="522360" y="4950720"/>
              <a:ext cx="8620560" cy="196920"/>
            </a:xfrm>
            <a:custGeom>
              <a:avLst/>
              <a:gdLst>
                <a:gd name="textAreaLeft" fmla="*/ 0 w 8620560"/>
                <a:gd name="textAreaRight" fmla="*/ 8621640 w 8620560"/>
                <a:gd name="textAreaTop" fmla="*/ 0 h 196920"/>
                <a:gd name="textAreaBottom" fmla="*/ 198000 h 19692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4" name="Holder 3"/>
            <p:cNvSpPr/>
            <p:nvPr/>
          </p:nvSpPr>
          <p:spPr>
            <a:xfrm>
              <a:off x="8194680" y="4966200"/>
              <a:ext cx="448560" cy="1666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95" name="Gerader Verbinder 11"/>
          <p:cNvCxnSpPr/>
          <p:nvPr/>
        </p:nvCxnSpPr>
        <p:spPr>
          <a:xfrm>
            <a:off x="521280" y="974520"/>
            <a:ext cx="6833160" cy="108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96" name="Grafik 9"/>
          <p:cNvGrpSpPr/>
          <p:nvPr/>
        </p:nvGrpSpPr>
        <p:grpSpPr>
          <a:xfrm>
            <a:off x="7741440" y="394200"/>
            <a:ext cx="1049040" cy="619920"/>
            <a:chOff x="7741440" y="394200"/>
            <a:chExt cx="1049040" cy="619920"/>
          </a:xfrm>
        </p:grpSpPr>
        <p:grpSp>
          <p:nvGrpSpPr>
            <p:cNvPr id="97" name="Grafik 9"/>
            <p:cNvGrpSpPr/>
            <p:nvPr/>
          </p:nvGrpSpPr>
          <p:grpSpPr>
            <a:xfrm>
              <a:off x="7741440" y="394200"/>
              <a:ext cx="883800" cy="431280"/>
              <a:chOff x="7741440" y="394200"/>
              <a:chExt cx="883800" cy="431280"/>
            </a:xfrm>
          </p:grpSpPr>
          <p:sp>
            <p:nvSpPr>
              <p:cNvPr id="98" name="Freihandform: Form 20"/>
              <p:cNvSpPr/>
              <p:nvPr/>
            </p:nvSpPr>
            <p:spPr>
              <a:xfrm>
                <a:off x="8358120" y="480600"/>
                <a:ext cx="267120" cy="26748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267480"/>
                  <a:gd name="textAreaBottom" fmla="*/ 268560 h 267480"/>
                  <a:gd name="GluePoint1X" fmla="*/ 0 w 746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9" name="Freihandform: Form 21"/>
              <p:cNvSpPr/>
              <p:nvPr/>
            </p:nvSpPr>
            <p:spPr>
              <a:xfrm>
                <a:off x="7741440" y="394200"/>
                <a:ext cx="267120" cy="34740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347400"/>
                  <a:gd name="textAreaBottom" fmla="*/ 348480 h 347400"/>
                  <a:gd name="GluePoint1X" fmla="*/ 0 w 968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0" name="Freihandform: Form 22"/>
              <p:cNvSpPr/>
              <p:nvPr/>
            </p:nvSpPr>
            <p:spPr>
              <a:xfrm>
                <a:off x="8050680" y="394200"/>
                <a:ext cx="267120" cy="34740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347400"/>
                  <a:gd name="textAreaBottom" fmla="*/ 348480 h 347400"/>
                  <a:gd name="GluePoint1X" fmla="*/ 0 w 968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1" name="Freihandform: Form 23"/>
              <p:cNvSpPr/>
              <p:nvPr/>
            </p:nvSpPr>
            <p:spPr>
              <a:xfrm>
                <a:off x="784800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2" name="Freihandform: Form 24"/>
              <p:cNvSpPr/>
              <p:nvPr/>
            </p:nvSpPr>
            <p:spPr>
              <a:xfrm>
                <a:off x="795816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3" name="Freihandform: Form 25"/>
              <p:cNvSpPr/>
              <p:nvPr/>
            </p:nvSpPr>
            <p:spPr>
              <a:xfrm>
                <a:off x="821232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04" name="Freihandform: Form 26"/>
            <p:cNvSpPr/>
            <p:nvPr/>
          </p:nvSpPr>
          <p:spPr>
            <a:xfrm>
              <a:off x="7741440" y="817920"/>
              <a:ext cx="42480" cy="56880"/>
            </a:xfrm>
            <a:custGeom>
              <a:avLst/>
              <a:gdLst>
                <a:gd name="textAreaLeft" fmla="*/ 0 w 42480"/>
                <a:gd name="textAreaRight" fmla="*/ 43560 w 42480"/>
                <a:gd name="textAreaTop" fmla="*/ 0 h 56880"/>
                <a:gd name="textAreaBottom" fmla="*/ 57960 h 56880"/>
                <a:gd name="GluePoint1X" fmla="*/ 0 w 161"/>
                <a:gd name="GluePoint1Y" fmla="*/ 0 h 121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5" name="Freihandform: Form 27"/>
            <p:cNvSpPr/>
            <p:nvPr/>
          </p:nvSpPr>
          <p:spPr>
            <a:xfrm>
              <a:off x="7799760" y="834120"/>
              <a:ext cx="35280" cy="42480"/>
            </a:xfrm>
            <a:custGeom>
              <a:avLst/>
              <a:gdLst>
                <a:gd name="textAreaLeft" fmla="*/ 0 w 35280"/>
                <a:gd name="textAreaRight" fmla="*/ 36360 w 35280"/>
                <a:gd name="textAreaTop" fmla="*/ 0 h 42480"/>
                <a:gd name="textAreaBottom" fmla="*/ 43560 h 42480"/>
              </a:gdLst>
              <a:ahLst/>
              <a:cxnLst/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6" name="Freihandform: Form 28"/>
            <p:cNvSpPr/>
            <p:nvPr/>
          </p:nvSpPr>
          <p:spPr>
            <a:xfrm>
              <a:off x="784908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07" name="Grafik 9"/>
            <p:cNvGrpSpPr/>
            <p:nvPr/>
          </p:nvGrpSpPr>
          <p:grpSpPr>
            <a:xfrm>
              <a:off x="7872120" y="834120"/>
              <a:ext cx="74160" cy="40680"/>
              <a:chOff x="7872120" y="834120"/>
              <a:chExt cx="74160" cy="40680"/>
            </a:xfrm>
          </p:grpSpPr>
          <p:sp>
            <p:nvSpPr>
              <p:cNvPr id="108" name="Freihandform: Form 30"/>
              <p:cNvSpPr/>
              <p:nvPr/>
            </p:nvSpPr>
            <p:spPr>
              <a:xfrm>
                <a:off x="7872120" y="834120"/>
                <a:ext cx="33480" cy="406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0680"/>
                  <a:gd name="textAreaBottom" fmla="*/ 41760 h 40680"/>
                </a:gdLst>
                <a:ahLst/>
                <a:cxnLst/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9" name="Freihandform: Form 31"/>
              <p:cNvSpPr/>
              <p:nvPr/>
            </p:nvSpPr>
            <p:spPr>
              <a:xfrm>
                <a:off x="7922160" y="834120"/>
                <a:ext cx="24120" cy="40680"/>
              </a:xfrm>
              <a:custGeom>
                <a:avLst/>
                <a:gdLst>
                  <a:gd name="textAreaLeft" fmla="*/ 0 w 24120"/>
                  <a:gd name="textAreaRight" fmla="*/ 25200 w 24120"/>
                  <a:gd name="textAreaTop" fmla="*/ 0 h 40680"/>
                  <a:gd name="textAreaBottom" fmla="*/ 41760 h 40680"/>
                </a:gdLst>
                <a:ahLst/>
                <a:cxnLst/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2240" tIns="-3240" rIns="1224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10" name="Freihandform: Form 32"/>
            <p:cNvSpPr/>
            <p:nvPr/>
          </p:nvSpPr>
          <p:spPr>
            <a:xfrm>
              <a:off x="795924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11" name="Grafik 9"/>
            <p:cNvGrpSpPr/>
            <p:nvPr/>
          </p:nvGrpSpPr>
          <p:grpSpPr>
            <a:xfrm>
              <a:off x="7979760" y="812160"/>
              <a:ext cx="78120" cy="64440"/>
              <a:chOff x="7979760" y="812160"/>
              <a:chExt cx="78120" cy="64440"/>
            </a:xfrm>
          </p:grpSpPr>
          <p:sp>
            <p:nvSpPr>
              <p:cNvPr id="112" name="Freihandform: Form 34"/>
              <p:cNvSpPr/>
              <p:nvPr/>
            </p:nvSpPr>
            <p:spPr>
              <a:xfrm>
                <a:off x="7979760" y="834120"/>
                <a:ext cx="33480" cy="424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2480"/>
                  <a:gd name="textAreaBottom" fmla="*/ 43560 h 42480"/>
                </a:gdLst>
                <a:ahLst/>
                <a:cxnLst/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1440" rIns="1692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3" name="Freihandform: Form 35"/>
              <p:cNvSpPr/>
              <p:nvPr/>
            </p:nvSpPr>
            <p:spPr>
              <a:xfrm>
                <a:off x="8024400" y="812160"/>
                <a:ext cx="33480" cy="622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62280"/>
                  <a:gd name="textAreaBottom" fmla="*/ 63360 h 62280"/>
                  <a:gd name="GluePoint1X" fmla="*/ 0 w 176"/>
                  <a:gd name="GluePoint1Y" fmla="*/ 0 h 96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18360" rIns="1692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14" name="Freihandform: Form 36"/>
            <p:cNvSpPr/>
            <p:nvPr/>
          </p:nvSpPr>
          <p:spPr>
            <a:xfrm>
              <a:off x="8106480" y="817920"/>
              <a:ext cx="42480" cy="56880"/>
            </a:xfrm>
            <a:custGeom>
              <a:avLst/>
              <a:gdLst>
                <a:gd name="textAreaLeft" fmla="*/ 0 w 42480"/>
                <a:gd name="textAreaRight" fmla="*/ 43560 w 42480"/>
                <a:gd name="textAreaTop" fmla="*/ 0 h 56880"/>
                <a:gd name="textAreaBottom" fmla="*/ 57960 h 56880"/>
                <a:gd name="GluePoint1X" fmla="*/ 0 w 161"/>
                <a:gd name="GluePoint1Y" fmla="*/ 0 h 121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5" name="Freihandform: Form 37"/>
            <p:cNvSpPr/>
            <p:nvPr/>
          </p:nvSpPr>
          <p:spPr>
            <a:xfrm>
              <a:off x="8164800" y="834120"/>
              <a:ext cx="35280" cy="42480"/>
            </a:xfrm>
            <a:custGeom>
              <a:avLst/>
              <a:gdLst>
                <a:gd name="textAreaLeft" fmla="*/ 0 w 35280"/>
                <a:gd name="textAreaRight" fmla="*/ 36360 w 35280"/>
                <a:gd name="textAreaTop" fmla="*/ 0 h 42480"/>
                <a:gd name="textAreaBottom" fmla="*/ 43560 h 42480"/>
              </a:gdLst>
              <a:ahLst/>
              <a:cxnLst/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6" name="Freihandform: Form 38"/>
            <p:cNvSpPr/>
            <p:nvPr/>
          </p:nvSpPr>
          <p:spPr>
            <a:xfrm>
              <a:off x="821340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17" name="Grafik 9"/>
            <p:cNvGrpSpPr/>
            <p:nvPr/>
          </p:nvGrpSpPr>
          <p:grpSpPr>
            <a:xfrm>
              <a:off x="7741440" y="834120"/>
              <a:ext cx="1049040" cy="180000"/>
              <a:chOff x="7741440" y="834120"/>
              <a:chExt cx="1049040" cy="180000"/>
            </a:xfrm>
          </p:grpSpPr>
          <p:sp>
            <p:nvSpPr>
              <p:cNvPr id="118" name="Freihandform: Form 40"/>
              <p:cNvSpPr/>
              <p:nvPr/>
            </p:nvSpPr>
            <p:spPr>
              <a:xfrm>
                <a:off x="8236440" y="834120"/>
                <a:ext cx="33480" cy="406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0680"/>
                  <a:gd name="textAreaBottom" fmla="*/ 41760 h 40680"/>
                </a:gdLst>
                <a:ahLst/>
                <a:cxnLst/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9" name="Freihandform: Form 41"/>
              <p:cNvSpPr/>
              <p:nvPr/>
            </p:nvSpPr>
            <p:spPr>
              <a:xfrm>
                <a:off x="8284680" y="834120"/>
                <a:ext cx="35280" cy="42480"/>
              </a:xfrm>
              <a:custGeom>
                <a:avLst/>
                <a:gdLst>
                  <a:gd name="textAreaLeft" fmla="*/ 0 w 35280"/>
                  <a:gd name="textAreaRight" fmla="*/ 36360 w 35280"/>
                  <a:gd name="textAreaTop" fmla="*/ 0 h 42480"/>
                  <a:gd name="textAreaBottom" fmla="*/ 43560 h 42480"/>
                </a:gdLst>
                <a:ahLst/>
                <a:cxnLst/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640" tIns="-1440" rIns="1764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0" name="Freihandform: Form 42"/>
              <p:cNvSpPr/>
              <p:nvPr/>
            </p:nvSpPr>
            <p:spPr>
              <a:xfrm>
                <a:off x="7741440" y="914040"/>
                <a:ext cx="883440" cy="62280"/>
              </a:xfrm>
              <a:custGeom>
                <a:avLst/>
                <a:gdLst>
                  <a:gd name="textAreaLeft" fmla="*/ 0 w 883440"/>
                  <a:gd name="textAreaRight" fmla="*/ 884520 w 883440"/>
                  <a:gd name="textAreaTop" fmla="*/ 0 h 62280"/>
                  <a:gd name="textAreaBottom" fmla="*/ 63360 h 62280"/>
                </a:gdLst>
                <a:ahLst/>
                <a:cxnLst/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1" name="Freihandform: Form 43"/>
              <p:cNvSpPr/>
              <p:nvPr/>
            </p:nvSpPr>
            <p:spPr>
              <a:xfrm>
                <a:off x="8677440" y="915480"/>
                <a:ext cx="113040" cy="98640"/>
              </a:xfrm>
              <a:custGeom>
                <a:avLst/>
                <a:gdLst>
                  <a:gd name="textAreaLeft" fmla="*/ 0 w 113040"/>
                  <a:gd name="textAreaRight" fmla="*/ 114120 w 113040"/>
                  <a:gd name="textAreaTop" fmla="*/ 0 h 98640"/>
                  <a:gd name="textAreaBottom" fmla="*/ 99720 h 98640"/>
                  <a:gd name="GluePoint1X" fmla="*/ 0 w 277"/>
                  <a:gd name="GluePoint1Y" fmla="*/ 0 h 317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520" tIns="45000" rIns="5652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122" name="Freihandform: Form 44" hidden="1"/>
          <p:cNvSpPr/>
          <p:nvPr/>
        </p:nvSpPr>
        <p:spPr>
          <a:xfrm>
            <a:off x="-5040" y="407880"/>
            <a:ext cx="336240" cy="293760"/>
          </a:xfrm>
          <a:custGeom>
            <a:avLst/>
            <a:gdLst>
              <a:gd name="textAreaLeft" fmla="*/ 0 w 336240"/>
              <a:gd name="textAreaRight" fmla="*/ 337320 w 336240"/>
              <a:gd name="textAreaTop" fmla="*/ 0 h 293760"/>
              <a:gd name="textAreaBottom" fmla="*/ 294840 h 293760"/>
              <a:gd name="GluePoint1X" fmla="*/ 0 w 819"/>
              <a:gd name="GluePoint1Y" fmla="*/ 0 h 937"/>
            </a:gdLst>
            <a:ahLst/>
            <a:cxnLst>
              <a:cxn ang="0">
                <a:pos x="GluePoint1X" y="GluePoint1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grpSp>
        <p:nvGrpSpPr>
          <p:cNvPr id="123" name="Gruppieren 25"/>
          <p:cNvGrpSpPr/>
          <p:nvPr/>
        </p:nvGrpSpPr>
        <p:grpSpPr>
          <a:xfrm>
            <a:off x="-5040" y="4950720"/>
            <a:ext cx="9147960" cy="196920"/>
            <a:chOff x="-5040" y="4950720"/>
            <a:chExt cx="9147960" cy="196920"/>
          </a:xfrm>
        </p:grpSpPr>
        <p:sp>
          <p:nvSpPr>
            <p:cNvPr id="124" name="bk object 18"/>
            <p:cNvSpPr/>
            <p:nvPr/>
          </p:nvSpPr>
          <p:spPr>
            <a:xfrm>
              <a:off x="-5040" y="4950720"/>
              <a:ext cx="483840" cy="196920"/>
            </a:xfrm>
            <a:custGeom>
              <a:avLst/>
              <a:gdLst>
                <a:gd name="textAreaLeft" fmla="*/ 0 w 483840"/>
                <a:gd name="textAreaRight" fmla="*/ 484920 w 483840"/>
                <a:gd name="textAreaTop" fmla="*/ 0 h 196920"/>
                <a:gd name="textAreaBottom" fmla="*/ 198000 h 19692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5" name="bk object 18"/>
            <p:cNvSpPr/>
            <p:nvPr/>
          </p:nvSpPr>
          <p:spPr>
            <a:xfrm>
              <a:off x="522360" y="4950720"/>
              <a:ext cx="8620560" cy="196920"/>
            </a:xfrm>
            <a:custGeom>
              <a:avLst/>
              <a:gdLst>
                <a:gd name="textAreaLeft" fmla="*/ 0 w 8620560"/>
                <a:gd name="textAreaRight" fmla="*/ 8621640 w 8620560"/>
                <a:gd name="textAreaTop" fmla="*/ 0 h 196920"/>
                <a:gd name="textAreaBottom" fmla="*/ 198000 h 19692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6" name="Holder 3"/>
            <p:cNvSpPr/>
            <p:nvPr/>
          </p:nvSpPr>
          <p:spPr>
            <a:xfrm>
              <a:off x="8194680" y="4966200"/>
              <a:ext cx="448560" cy="166680"/>
            </a:xfrm>
            <a:prstGeom prst="rect">
              <a:avLst/>
            </a:pr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27" name="PlaceHolder 1"/>
          <p:cNvSpPr>
            <a:spLocks noGrp="1"/>
          </p:cNvSpPr>
          <p:nvPr>
            <p:ph type="dt" idx="3"/>
          </p:nvPr>
        </p:nvSpPr>
        <p:spPr>
          <a:xfrm>
            <a:off x="526680" y="4460400"/>
            <a:ext cx="2056320" cy="273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&lt;Datum/Uhrzeit&gt;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8" name="PlaceHolder 2"/>
          <p:cNvSpPr>
            <a:spLocks noGrp="1"/>
          </p:cNvSpPr>
          <p:nvPr>
            <p:ph type="title"/>
          </p:nvPr>
        </p:nvSpPr>
        <p:spPr>
          <a:xfrm>
            <a:off x="526680" y="2331720"/>
            <a:ext cx="6398640" cy="1107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de-DE" sz="36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36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Titel bearbeiten</a:t>
            </a:r>
            <a:endParaRPr lang="de-DE" sz="3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grpSp>
        <p:nvGrpSpPr>
          <p:cNvPr id="129" name="Grafik 6"/>
          <p:cNvGrpSpPr/>
          <p:nvPr/>
        </p:nvGrpSpPr>
        <p:grpSpPr>
          <a:xfrm>
            <a:off x="522720" y="385200"/>
            <a:ext cx="1527120" cy="582480"/>
            <a:chOff x="522720" y="385200"/>
            <a:chExt cx="1527120" cy="582480"/>
          </a:xfrm>
        </p:grpSpPr>
        <p:sp>
          <p:nvSpPr>
            <p:cNvPr id="130" name="Freihandform: Form 13"/>
            <p:cNvSpPr/>
            <p:nvPr/>
          </p:nvSpPr>
          <p:spPr>
            <a:xfrm>
              <a:off x="1888920" y="825480"/>
              <a:ext cx="160920" cy="142200"/>
            </a:xfrm>
            <a:custGeom>
              <a:avLst/>
              <a:gdLst>
                <a:gd name="textAreaLeft" fmla="*/ 0 w 160920"/>
                <a:gd name="textAreaRight" fmla="*/ 162000 w 160920"/>
                <a:gd name="textAreaTop" fmla="*/ 0 h 142200"/>
                <a:gd name="textAreaBottom" fmla="*/ 143280 h 142200"/>
                <a:gd name="GluePoint1X" fmla="*/ 0 w 398"/>
                <a:gd name="GluePoint1Y" fmla="*/ 0 h 45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270992" h="239376">
                  <a:moveTo>
                    <a:pt x="0" y="242086"/>
                  </a:moveTo>
                  <a:lnTo>
                    <a:pt x="152659" y="242086"/>
                  </a:lnTo>
                  <a:cubicBezTo>
                    <a:pt x="219955" y="242086"/>
                    <a:pt x="274154" y="187888"/>
                    <a:pt x="274154" y="121043"/>
                  </a:cubicBezTo>
                  <a:cubicBezTo>
                    <a:pt x="274154" y="54198"/>
                    <a:pt x="219955" y="0"/>
                    <a:pt x="152659" y="0"/>
                  </a:cubicBezTo>
                  <a:lnTo>
                    <a:pt x="0" y="0"/>
                  </a:lnTo>
                  <a:lnTo>
                    <a:pt x="0" y="242086"/>
                  </a:lnTo>
                  <a:close/>
                </a:path>
              </a:pathLst>
            </a:custGeom>
            <a:solidFill>
              <a:schemeClr val="tx2"/>
            </a:solidFill>
            <a:ln w="451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80640" tIns="45000" rIns="80640" bIns="4500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1" name="Freihandform: Form 14"/>
            <p:cNvSpPr/>
            <p:nvPr/>
          </p:nvSpPr>
          <p:spPr>
            <a:xfrm>
              <a:off x="1432440" y="512640"/>
              <a:ext cx="393480" cy="396360"/>
            </a:xfrm>
            <a:custGeom>
              <a:avLst/>
              <a:gdLst>
                <a:gd name="textAreaLeft" fmla="*/ 0 w 393480"/>
                <a:gd name="textAreaRight" fmla="*/ 394560 w 393480"/>
                <a:gd name="textAreaTop" fmla="*/ 0 h 396360"/>
                <a:gd name="textAreaBottom" fmla="*/ 397440 h 396360"/>
                <a:gd name="GluePoint1X" fmla="*/ 0 w 1104"/>
                <a:gd name="GluePoint1Y" fmla="*/ 552 h 1096"/>
                <a:gd name="GluePoint2X" fmla="*/ 0 w 1104"/>
                <a:gd name="GluePoint2Y" fmla="*/ 0 h 10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</a:cxnLst>
              <a:rect l="textAreaLeft" t="textAreaTop" r="textAreaRight" b="textAreaBottom"/>
              <a:pathLst>
                <a:path w="659414" h="663930">
                  <a:moveTo>
                    <a:pt x="662124" y="0"/>
                  </a:moveTo>
                  <a:lnTo>
                    <a:pt x="662124" y="331965"/>
                  </a:lnTo>
                  <a:cubicBezTo>
                    <a:pt x="662124" y="529790"/>
                    <a:pt x="513982" y="663931"/>
                    <a:pt x="331062" y="663931"/>
                  </a:cubicBezTo>
                  <a:cubicBezTo>
                    <a:pt x="148142" y="663931"/>
                    <a:pt x="0" y="529790"/>
                    <a:pt x="0" y="331965"/>
                  </a:cubicBezTo>
                  <a:cubicBezTo>
                    <a:pt x="0" y="303511"/>
                    <a:pt x="0" y="0"/>
                    <a:pt x="0" y="0"/>
                  </a:cubicBezTo>
                  <a:lnTo>
                    <a:pt x="168015" y="0"/>
                  </a:lnTo>
                  <a:cubicBezTo>
                    <a:pt x="168015" y="60522"/>
                    <a:pt x="168015" y="305318"/>
                    <a:pt x="168015" y="317513"/>
                  </a:cubicBezTo>
                  <a:cubicBezTo>
                    <a:pt x="168015" y="420038"/>
                    <a:pt x="241183" y="490496"/>
                    <a:pt x="331514" y="490496"/>
                  </a:cubicBezTo>
                  <a:cubicBezTo>
                    <a:pt x="421845" y="490496"/>
                    <a:pt x="495012" y="420490"/>
                    <a:pt x="495012" y="317513"/>
                  </a:cubicBezTo>
                  <a:lnTo>
                    <a:pt x="495012" y="0"/>
                  </a:lnTo>
                  <a:lnTo>
                    <a:pt x="662124" y="0"/>
                  </a:lnTo>
                  <a:close/>
                </a:path>
              </a:pathLst>
            </a:custGeom>
            <a:solidFill>
              <a:schemeClr val="tx2"/>
            </a:solidFill>
            <a:ln w="451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2" name="Freihandform: Form 15"/>
            <p:cNvSpPr/>
            <p:nvPr/>
          </p:nvSpPr>
          <p:spPr>
            <a:xfrm>
              <a:off x="522720" y="385200"/>
              <a:ext cx="393480" cy="512640"/>
            </a:xfrm>
            <a:custGeom>
              <a:avLst/>
              <a:gdLst>
                <a:gd name="textAreaLeft" fmla="*/ 0 w 393480"/>
                <a:gd name="textAreaRight" fmla="*/ 394560 w 393480"/>
                <a:gd name="textAreaTop" fmla="*/ 0 h 512640"/>
                <a:gd name="textAreaBottom" fmla="*/ 513720 h 512640"/>
                <a:gd name="GluePoint1X" fmla="*/ 0 w 1427"/>
                <a:gd name="GluePoint1Y" fmla="*/ 0 h 1096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659414" h="858142">
                  <a:moveTo>
                    <a:pt x="168015" y="859497"/>
                  </a:moveTo>
                  <a:lnTo>
                    <a:pt x="0" y="859497"/>
                  </a:lnTo>
                  <a:lnTo>
                    <a:pt x="0" y="0"/>
                  </a:lnTo>
                  <a:lnTo>
                    <a:pt x="168015" y="0"/>
                  </a:lnTo>
                  <a:lnTo>
                    <a:pt x="168015" y="235312"/>
                  </a:lnTo>
                  <a:cubicBezTo>
                    <a:pt x="216342" y="209567"/>
                    <a:pt x="271895" y="195114"/>
                    <a:pt x="331514" y="195114"/>
                  </a:cubicBezTo>
                  <a:cubicBezTo>
                    <a:pt x="514433" y="195114"/>
                    <a:pt x="662576" y="329256"/>
                    <a:pt x="662576" y="527080"/>
                  </a:cubicBezTo>
                  <a:lnTo>
                    <a:pt x="662576" y="859045"/>
                  </a:lnTo>
                  <a:lnTo>
                    <a:pt x="494561" y="859045"/>
                  </a:lnTo>
                  <a:lnTo>
                    <a:pt x="494561" y="541533"/>
                  </a:lnTo>
                  <a:cubicBezTo>
                    <a:pt x="494561" y="439007"/>
                    <a:pt x="421393" y="368549"/>
                    <a:pt x="331062" y="368549"/>
                  </a:cubicBezTo>
                  <a:cubicBezTo>
                    <a:pt x="240731" y="368549"/>
                    <a:pt x="167563" y="438556"/>
                    <a:pt x="167563" y="541533"/>
                  </a:cubicBezTo>
                  <a:lnTo>
                    <a:pt x="168015" y="859497"/>
                  </a:lnTo>
                  <a:close/>
                </a:path>
              </a:pathLst>
            </a:custGeom>
            <a:solidFill>
              <a:schemeClr val="tx2"/>
            </a:solidFill>
            <a:ln w="451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3" name="Freihandform: Form 16"/>
            <p:cNvSpPr/>
            <p:nvPr/>
          </p:nvSpPr>
          <p:spPr>
            <a:xfrm>
              <a:off x="979200" y="385200"/>
              <a:ext cx="393480" cy="512640"/>
            </a:xfrm>
            <a:custGeom>
              <a:avLst/>
              <a:gdLst>
                <a:gd name="textAreaLeft" fmla="*/ 0 w 393480"/>
                <a:gd name="textAreaRight" fmla="*/ 394560 w 393480"/>
                <a:gd name="textAreaTop" fmla="*/ 0 h 512640"/>
                <a:gd name="textAreaBottom" fmla="*/ 513720 h 512640"/>
                <a:gd name="GluePoint1X" fmla="*/ 0 w 1427"/>
                <a:gd name="GluePoint1Y" fmla="*/ 0 h 1096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659414" h="858142">
                  <a:moveTo>
                    <a:pt x="167563" y="859497"/>
                  </a:moveTo>
                  <a:lnTo>
                    <a:pt x="0" y="859497"/>
                  </a:lnTo>
                  <a:lnTo>
                    <a:pt x="0" y="0"/>
                  </a:lnTo>
                  <a:lnTo>
                    <a:pt x="168015" y="0"/>
                  </a:lnTo>
                  <a:lnTo>
                    <a:pt x="168015" y="235312"/>
                  </a:lnTo>
                  <a:cubicBezTo>
                    <a:pt x="216342" y="209567"/>
                    <a:pt x="271895" y="195114"/>
                    <a:pt x="331514" y="195114"/>
                  </a:cubicBezTo>
                  <a:cubicBezTo>
                    <a:pt x="514433" y="195114"/>
                    <a:pt x="662576" y="329256"/>
                    <a:pt x="662576" y="527080"/>
                  </a:cubicBezTo>
                  <a:lnTo>
                    <a:pt x="662576" y="859045"/>
                  </a:lnTo>
                  <a:lnTo>
                    <a:pt x="494561" y="859045"/>
                  </a:lnTo>
                  <a:lnTo>
                    <a:pt x="494561" y="541533"/>
                  </a:lnTo>
                  <a:cubicBezTo>
                    <a:pt x="494561" y="439007"/>
                    <a:pt x="421393" y="368549"/>
                    <a:pt x="331062" y="368549"/>
                  </a:cubicBezTo>
                  <a:cubicBezTo>
                    <a:pt x="240731" y="368549"/>
                    <a:pt x="167563" y="438556"/>
                    <a:pt x="167563" y="541533"/>
                  </a:cubicBezTo>
                  <a:lnTo>
                    <a:pt x="167563" y="859497"/>
                  </a:lnTo>
                  <a:close/>
                </a:path>
              </a:pathLst>
            </a:custGeom>
            <a:solidFill>
              <a:schemeClr val="tx2"/>
            </a:solidFill>
            <a:ln w="451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</p:grp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elfolie mit Bild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4" name="Gruppieren 6"/>
          <p:cNvGrpSpPr/>
          <p:nvPr/>
        </p:nvGrpSpPr>
        <p:grpSpPr>
          <a:xfrm>
            <a:off x="-5040" y="4950720"/>
            <a:ext cx="9147960" cy="196920"/>
            <a:chOff x="-5040" y="4950720"/>
            <a:chExt cx="9147960" cy="196920"/>
          </a:xfrm>
        </p:grpSpPr>
        <p:sp>
          <p:nvSpPr>
            <p:cNvPr id="135" name="bk object 18"/>
            <p:cNvSpPr/>
            <p:nvPr/>
          </p:nvSpPr>
          <p:spPr>
            <a:xfrm>
              <a:off x="-5040" y="4950720"/>
              <a:ext cx="483840" cy="196920"/>
            </a:xfrm>
            <a:custGeom>
              <a:avLst/>
              <a:gdLst>
                <a:gd name="textAreaLeft" fmla="*/ 0 w 483840"/>
                <a:gd name="textAreaRight" fmla="*/ 484920 w 483840"/>
                <a:gd name="textAreaTop" fmla="*/ 0 h 196920"/>
                <a:gd name="textAreaBottom" fmla="*/ 198000 h 19692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6" name="bk object 18"/>
            <p:cNvSpPr/>
            <p:nvPr/>
          </p:nvSpPr>
          <p:spPr>
            <a:xfrm>
              <a:off x="522360" y="4950720"/>
              <a:ext cx="8620560" cy="196920"/>
            </a:xfrm>
            <a:custGeom>
              <a:avLst/>
              <a:gdLst>
                <a:gd name="textAreaLeft" fmla="*/ 0 w 8620560"/>
                <a:gd name="textAreaRight" fmla="*/ 8621640 w 8620560"/>
                <a:gd name="textAreaTop" fmla="*/ 0 h 196920"/>
                <a:gd name="textAreaBottom" fmla="*/ 198000 h 19692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7" name="Holder 3"/>
            <p:cNvSpPr/>
            <p:nvPr/>
          </p:nvSpPr>
          <p:spPr>
            <a:xfrm>
              <a:off x="8194680" y="4966200"/>
              <a:ext cx="448560" cy="1666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138" name="Gerader Verbinder 11"/>
          <p:cNvCxnSpPr/>
          <p:nvPr/>
        </p:nvCxnSpPr>
        <p:spPr>
          <a:xfrm>
            <a:off x="521280" y="974520"/>
            <a:ext cx="6833160" cy="108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139" name="Grafik 9"/>
          <p:cNvGrpSpPr/>
          <p:nvPr/>
        </p:nvGrpSpPr>
        <p:grpSpPr>
          <a:xfrm>
            <a:off x="7741440" y="394200"/>
            <a:ext cx="1049040" cy="619920"/>
            <a:chOff x="7741440" y="394200"/>
            <a:chExt cx="1049040" cy="619920"/>
          </a:xfrm>
        </p:grpSpPr>
        <p:grpSp>
          <p:nvGrpSpPr>
            <p:cNvPr id="140" name="Grafik 9"/>
            <p:cNvGrpSpPr/>
            <p:nvPr/>
          </p:nvGrpSpPr>
          <p:grpSpPr>
            <a:xfrm>
              <a:off x="7741440" y="394200"/>
              <a:ext cx="883800" cy="431280"/>
              <a:chOff x="7741440" y="394200"/>
              <a:chExt cx="883800" cy="431280"/>
            </a:xfrm>
          </p:grpSpPr>
          <p:sp>
            <p:nvSpPr>
              <p:cNvPr id="141" name="Freihandform: Form 20"/>
              <p:cNvSpPr/>
              <p:nvPr/>
            </p:nvSpPr>
            <p:spPr>
              <a:xfrm>
                <a:off x="8358120" y="480600"/>
                <a:ext cx="267120" cy="26748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267480"/>
                  <a:gd name="textAreaBottom" fmla="*/ 268560 h 267480"/>
                  <a:gd name="GluePoint1X" fmla="*/ 0 w 746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2" name="Freihandform: Form 21"/>
              <p:cNvSpPr/>
              <p:nvPr/>
            </p:nvSpPr>
            <p:spPr>
              <a:xfrm>
                <a:off x="7741440" y="394200"/>
                <a:ext cx="267120" cy="34740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347400"/>
                  <a:gd name="textAreaBottom" fmla="*/ 348480 h 347400"/>
                  <a:gd name="GluePoint1X" fmla="*/ 0 w 968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3" name="Freihandform: Form 22"/>
              <p:cNvSpPr/>
              <p:nvPr/>
            </p:nvSpPr>
            <p:spPr>
              <a:xfrm>
                <a:off x="8050680" y="394200"/>
                <a:ext cx="267120" cy="34740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347400"/>
                  <a:gd name="textAreaBottom" fmla="*/ 348480 h 347400"/>
                  <a:gd name="GluePoint1X" fmla="*/ 0 w 968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4" name="Freihandform: Form 23"/>
              <p:cNvSpPr/>
              <p:nvPr/>
            </p:nvSpPr>
            <p:spPr>
              <a:xfrm>
                <a:off x="784800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5" name="Freihandform: Form 24"/>
              <p:cNvSpPr/>
              <p:nvPr/>
            </p:nvSpPr>
            <p:spPr>
              <a:xfrm>
                <a:off x="795816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6" name="Freihandform: Form 25"/>
              <p:cNvSpPr/>
              <p:nvPr/>
            </p:nvSpPr>
            <p:spPr>
              <a:xfrm>
                <a:off x="821232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47" name="Freihandform: Form 26"/>
            <p:cNvSpPr/>
            <p:nvPr/>
          </p:nvSpPr>
          <p:spPr>
            <a:xfrm>
              <a:off x="7741440" y="817920"/>
              <a:ext cx="42480" cy="56880"/>
            </a:xfrm>
            <a:custGeom>
              <a:avLst/>
              <a:gdLst>
                <a:gd name="textAreaLeft" fmla="*/ 0 w 42480"/>
                <a:gd name="textAreaRight" fmla="*/ 43560 w 42480"/>
                <a:gd name="textAreaTop" fmla="*/ 0 h 56880"/>
                <a:gd name="textAreaBottom" fmla="*/ 57960 h 56880"/>
                <a:gd name="GluePoint1X" fmla="*/ 0 w 161"/>
                <a:gd name="GluePoint1Y" fmla="*/ 0 h 121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8" name="Freihandform: Form 27"/>
            <p:cNvSpPr/>
            <p:nvPr/>
          </p:nvSpPr>
          <p:spPr>
            <a:xfrm>
              <a:off x="7799760" y="834120"/>
              <a:ext cx="35280" cy="42480"/>
            </a:xfrm>
            <a:custGeom>
              <a:avLst/>
              <a:gdLst>
                <a:gd name="textAreaLeft" fmla="*/ 0 w 35280"/>
                <a:gd name="textAreaRight" fmla="*/ 36360 w 35280"/>
                <a:gd name="textAreaTop" fmla="*/ 0 h 42480"/>
                <a:gd name="textAreaBottom" fmla="*/ 43560 h 42480"/>
              </a:gdLst>
              <a:ahLst/>
              <a:cxnLst/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9" name="Freihandform: Form 28"/>
            <p:cNvSpPr/>
            <p:nvPr/>
          </p:nvSpPr>
          <p:spPr>
            <a:xfrm>
              <a:off x="784908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50" name="Grafik 9"/>
            <p:cNvGrpSpPr/>
            <p:nvPr/>
          </p:nvGrpSpPr>
          <p:grpSpPr>
            <a:xfrm>
              <a:off x="7872120" y="834120"/>
              <a:ext cx="74160" cy="40680"/>
              <a:chOff x="7872120" y="834120"/>
              <a:chExt cx="74160" cy="40680"/>
            </a:xfrm>
          </p:grpSpPr>
          <p:sp>
            <p:nvSpPr>
              <p:cNvPr id="151" name="Freihandform: Form 30"/>
              <p:cNvSpPr/>
              <p:nvPr/>
            </p:nvSpPr>
            <p:spPr>
              <a:xfrm>
                <a:off x="7872120" y="834120"/>
                <a:ext cx="33480" cy="406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0680"/>
                  <a:gd name="textAreaBottom" fmla="*/ 41760 h 40680"/>
                </a:gdLst>
                <a:ahLst/>
                <a:cxnLst/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52" name="Freihandform: Form 31"/>
              <p:cNvSpPr/>
              <p:nvPr/>
            </p:nvSpPr>
            <p:spPr>
              <a:xfrm>
                <a:off x="7922160" y="834120"/>
                <a:ext cx="24120" cy="40680"/>
              </a:xfrm>
              <a:custGeom>
                <a:avLst/>
                <a:gdLst>
                  <a:gd name="textAreaLeft" fmla="*/ 0 w 24120"/>
                  <a:gd name="textAreaRight" fmla="*/ 25200 w 24120"/>
                  <a:gd name="textAreaTop" fmla="*/ 0 h 40680"/>
                  <a:gd name="textAreaBottom" fmla="*/ 41760 h 40680"/>
                </a:gdLst>
                <a:ahLst/>
                <a:cxnLst/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2240" tIns="-3240" rIns="1224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53" name="Freihandform: Form 32"/>
            <p:cNvSpPr/>
            <p:nvPr/>
          </p:nvSpPr>
          <p:spPr>
            <a:xfrm>
              <a:off x="795924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54" name="Grafik 9"/>
            <p:cNvGrpSpPr/>
            <p:nvPr/>
          </p:nvGrpSpPr>
          <p:grpSpPr>
            <a:xfrm>
              <a:off x="7979760" y="812160"/>
              <a:ext cx="78120" cy="64440"/>
              <a:chOff x="7979760" y="812160"/>
              <a:chExt cx="78120" cy="64440"/>
            </a:xfrm>
          </p:grpSpPr>
          <p:sp>
            <p:nvSpPr>
              <p:cNvPr id="155" name="Freihandform: Form 34"/>
              <p:cNvSpPr/>
              <p:nvPr/>
            </p:nvSpPr>
            <p:spPr>
              <a:xfrm>
                <a:off x="7979760" y="834120"/>
                <a:ext cx="33480" cy="424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2480"/>
                  <a:gd name="textAreaBottom" fmla="*/ 43560 h 42480"/>
                </a:gdLst>
                <a:ahLst/>
                <a:cxnLst/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1440" rIns="1692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56" name="Freihandform: Form 35"/>
              <p:cNvSpPr/>
              <p:nvPr/>
            </p:nvSpPr>
            <p:spPr>
              <a:xfrm>
                <a:off x="8024400" y="812160"/>
                <a:ext cx="33480" cy="622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62280"/>
                  <a:gd name="textAreaBottom" fmla="*/ 63360 h 62280"/>
                  <a:gd name="GluePoint1X" fmla="*/ 0 w 176"/>
                  <a:gd name="GluePoint1Y" fmla="*/ 0 h 96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18360" rIns="1692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57" name="Freihandform: Form 36"/>
            <p:cNvSpPr/>
            <p:nvPr/>
          </p:nvSpPr>
          <p:spPr>
            <a:xfrm>
              <a:off x="8106480" y="817920"/>
              <a:ext cx="42480" cy="56880"/>
            </a:xfrm>
            <a:custGeom>
              <a:avLst/>
              <a:gdLst>
                <a:gd name="textAreaLeft" fmla="*/ 0 w 42480"/>
                <a:gd name="textAreaRight" fmla="*/ 43560 w 42480"/>
                <a:gd name="textAreaTop" fmla="*/ 0 h 56880"/>
                <a:gd name="textAreaBottom" fmla="*/ 57960 h 56880"/>
                <a:gd name="GluePoint1X" fmla="*/ 0 w 161"/>
                <a:gd name="GluePoint1Y" fmla="*/ 0 h 121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8" name="Freihandform: Form 37"/>
            <p:cNvSpPr/>
            <p:nvPr/>
          </p:nvSpPr>
          <p:spPr>
            <a:xfrm>
              <a:off x="8164800" y="834120"/>
              <a:ext cx="35280" cy="42480"/>
            </a:xfrm>
            <a:custGeom>
              <a:avLst/>
              <a:gdLst>
                <a:gd name="textAreaLeft" fmla="*/ 0 w 35280"/>
                <a:gd name="textAreaRight" fmla="*/ 36360 w 35280"/>
                <a:gd name="textAreaTop" fmla="*/ 0 h 42480"/>
                <a:gd name="textAreaBottom" fmla="*/ 43560 h 42480"/>
              </a:gdLst>
              <a:ahLst/>
              <a:cxnLst/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9" name="Freihandform: Form 38"/>
            <p:cNvSpPr/>
            <p:nvPr/>
          </p:nvSpPr>
          <p:spPr>
            <a:xfrm>
              <a:off x="821340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60" name="Grafik 9"/>
            <p:cNvGrpSpPr/>
            <p:nvPr/>
          </p:nvGrpSpPr>
          <p:grpSpPr>
            <a:xfrm>
              <a:off x="7741440" y="834120"/>
              <a:ext cx="1049040" cy="180000"/>
              <a:chOff x="7741440" y="834120"/>
              <a:chExt cx="1049040" cy="180000"/>
            </a:xfrm>
          </p:grpSpPr>
          <p:sp>
            <p:nvSpPr>
              <p:cNvPr id="161" name="Freihandform: Form 40"/>
              <p:cNvSpPr/>
              <p:nvPr/>
            </p:nvSpPr>
            <p:spPr>
              <a:xfrm>
                <a:off x="8236440" y="834120"/>
                <a:ext cx="33480" cy="406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0680"/>
                  <a:gd name="textAreaBottom" fmla="*/ 41760 h 40680"/>
                </a:gdLst>
                <a:ahLst/>
                <a:cxnLst/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62" name="Freihandform: Form 41"/>
              <p:cNvSpPr/>
              <p:nvPr/>
            </p:nvSpPr>
            <p:spPr>
              <a:xfrm>
                <a:off x="8284680" y="834120"/>
                <a:ext cx="35280" cy="42480"/>
              </a:xfrm>
              <a:custGeom>
                <a:avLst/>
                <a:gdLst>
                  <a:gd name="textAreaLeft" fmla="*/ 0 w 35280"/>
                  <a:gd name="textAreaRight" fmla="*/ 36360 w 35280"/>
                  <a:gd name="textAreaTop" fmla="*/ 0 h 42480"/>
                  <a:gd name="textAreaBottom" fmla="*/ 43560 h 42480"/>
                </a:gdLst>
                <a:ahLst/>
                <a:cxnLst/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640" tIns="-1440" rIns="1764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63" name="Freihandform: Form 42"/>
              <p:cNvSpPr/>
              <p:nvPr/>
            </p:nvSpPr>
            <p:spPr>
              <a:xfrm>
                <a:off x="7741440" y="914040"/>
                <a:ext cx="883440" cy="62280"/>
              </a:xfrm>
              <a:custGeom>
                <a:avLst/>
                <a:gdLst>
                  <a:gd name="textAreaLeft" fmla="*/ 0 w 883440"/>
                  <a:gd name="textAreaRight" fmla="*/ 884520 w 883440"/>
                  <a:gd name="textAreaTop" fmla="*/ 0 h 62280"/>
                  <a:gd name="textAreaBottom" fmla="*/ 63360 h 62280"/>
                </a:gdLst>
                <a:ahLst/>
                <a:cxnLst/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64" name="Freihandform: Form 43"/>
              <p:cNvSpPr/>
              <p:nvPr/>
            </p:nvSpPr>
            <p:spPr>
              <a:xfrm>
                <a:off x="8677440" y="915480"/>
                <a:ext cx="113040" cy="98640"/>
              </a:xfrm>
              <a:custGeom>
                <a:avLst/>
                <a:gdLst>
                  <a:gd name="textAreaLeft" fmla="*/ 0 w 113040"/>
                  <a:gd name="textAreaRight" fmla="*/ 114120 w 113040"/>
                  <a:gd name="textAreaTop" fmla="*/ 0 h 98640"/>
                  <a:gd name="textAreaBottom" fmla="*/ 99720 h 98640"/>
                  <a:gd name="GluePoint1X" fmla="*/ 0 w 277"/>
                  <a:gd name="GluePoint1Y" fmla="*/ 0 h 317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520" tIns="45000" rIns="5652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165" name="Freihandform: Form 44" hidden="1"/>
          <p:cNvSpPr/>
          <p:nvPr/>
        </p:nvSpPr>
        <p:spPr>
          <a:xfrm>
            <a:off x="-5040" y="407880"/>
            <a:ext cx="336240" cy="293760"/>
          </a:xfrm>
          <a:custGeom>
            <a:avLst/>
            <a:gdLst>
              <a:gd name="textAreaLeft" fmla="*/ 0 w 336240"/>
              <a:gd name="textAreaRight" fmla="*/ 337320 w 336240"/>
              <a:gd name="textAreaTop" fmla="*/ 0 h 293760"/>
              <a:gd name="textAreaBottom" fmla="*/ 294840 h 293760"/>
              <a:gd name="GluePoint1X" fmla="*/ 0 w 819"/>
              <a:gd name="GluePoint1Y" fmla="*/ 0 h 937"/>
            </a:gdLst>
            <a:ahLst/>
            <a:cxnLst>
              <a:cxn ang="0">
                <a:pos x="GluePoint1X" y="GluePoint1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grpSp>
        <p:nvGrpSpPr>
          <p:cNvPr id="166" name="Gruppieren 28"/>
          <p:cNvGrpSpPr/>
          <p:nvPr/>
        </p:nvGrpSpPr>
        <p:grpSpPr>
          <a:xfrm>
            <a:off x="-5040" y="4950720"/>
            <a:ext cx="9147960" cy="196920"/>
            <a:chOff x="-5040" y="4950720"/>
            <a:chExt cx="9147960" cy="196920"/>
          </a:xfrm>
        </p:grpSpPr>
        <p:sp>
          <p:nvSpPr>
            <p:cNvPr id="167" name="bk object 18"/>
            <p:cNvSpPr/>
            <p:nvPr/>
          </p:nvSpPr>
          <p:spPr>
            <a:xfrm>
              <a:off x="-5040" y="4950720"/>
              <a:ext cx="483840" cy="196920"/>
            </a:xfrm>
            <a:custGeom>
              <a:avLst/>
              <a:gdLst>
                <a:gd name="textAreaLeft" fmla="*/ 0 w 483840"/>
                <a:gd name="textAreaRight" fmla="*/ 484920 w 483840"/>
                <a:gd name="textAreaTop" fmla="*/ 0 h 196920"/>
                <a:gd name="textAreaBottom" fmla="*/ 198000 h 19692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8" name="bk object 18"/>
            <p:cNvSpPr/>
            <p:nvPr/>
          </p:nvSpPr>
          <p:spPr>
            <a:xfrm>
              <a:off x="522360" y="4950720"/>
              <a:ext cx="8620560" cy="196920"/>
            </a:xfrm>
            <a:custGeom>
              <a:avLst/>
              <a:gdLst>
                <a:gd name="textAreaLeft" fmla="*/ 0 w 8620560"/>
                <a:gd name="textAreaRight" fmla="*/ 8621640 w 8620560"/>
                <a:gd name="textAreaTop" fmla="*/ 0 h 196920"/>
                <a:gd name="textAreaBottom" fmla="*/ 198000 h 19692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9" name="Holder 3"/>
            <p:cNvSpPr/>
            <p:nvPr/>
          </p:nvSpPr>
          <p:spPr>
            <a:xfrm>
              <a:off x="8194680" y="4966200"/>
              <a:ext cx="448560" cy="166680"/>
            </a:xfrm>
            <a:prstGeom prst="rect">
              <a:avLst/>
            </a:pr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70" name="PlaceHolder 1"/>
          <p:cNvSpPr>
            <a:spLocks noGrp="1"/>
          </p:cNvSpPr>
          <p:nvPr>
            <p:ph type="dt" idx="4"/>
          </p:nvPr>
        </p:nvSpPr>
        <p:spPr>
          <a:xfrm>
            <a:off x="526680" y="4460400"/>
            <a:ext cx="2056320" cy="273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&lt;Datum/Uhrzeit&gt;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1" name="PlaceHolder 2"/>
          <p:cNvSpPr>
            <a:spLocks noGrp="1"/>
          </p:cNvSpPr>
          <p:nvPr>
            <p:ph type="title"/>
          </p:nvPr>
        </p:nvSpPr>
        <p:spPr>
          <a:xfrm>
            <a:off x="526680" y="2331720"/>
            <a:ext cx="4935600" cy="1107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de-DE" sz="36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36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Titel bearbeiten</a:t>
            </a:r>
            <a:endParaRPr lang="de-DE" sz="3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grpSp>
        <p:nvGrpSpPr>
          <p:cNvPr id="172" name="Grafik 6"/>
          <p:cNvGrpSpPr/>
          <p:nvPr/>
        </p:nvGrpSpPr>
        <p:grpSpPr>
          <a:xfrm>
            <a:off x="522720" y="385200"/>
            <a:ext cx="1527120" cy="582480"/>
            <a:chOff x="522720" y="385200"/>
            <a:chExt cx="1527120" cy="582480"/>
          </a:xfrm>
        </p:grpSpPr>
        <p:sp>
          <p:nvSpPr>
            <p:cNvPr id="173" name="Freihandform: Form 13"/>
            <p:cNvSpPr/>
            <p:nvPr/>
          </p:nvSpPr>
          <p:spPr>
            <a:xfrm>
              <a:off x="1888920" y="825480"/>
              <a:ext cx="160920" cy="142200"/>
            </a:xfrm>
            <a:custGeom>
              <a:avLst/>
              <a:gdLst>
                <a:gd name="textAreaLeft" fmla="*/ 0 w 160920"/>
                <a:gd name="textAreaRight" fmla="*/ 162000 w 160920"/>
                <a:gd name="textAreaTop" fmla="*/ 0 h 142200"/>
                <a:gd name="textAreaBottom" fmla="*/ 143280 h 142200"/>
                <a:gd name="GluePoint1X" fmla="*/ 0 w 398"/>
                <a:gd name="GluePoint1Y" fmla="*/ 0 h 45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270992" h="239376">
                  <a:moveTo>
                    <a:pt x="0" y="242086"/>
                  </a:moveTo>
                  <a:lnTo>
                    <a:pt x="152659" y="242086"/>
                  </a:lnTo>
                  <a:cubicBezTo>
                    <a:pt x="219955" y="242086"/>
                    <a:pt x="274154" y="187888"/>
                    <a:pt x="274154" y="121043"/>
                  </a:cubicBezTo>
                  <a:cubicBezTo>
                    <a:pt x="274154" y="54198"/>
                    <a:pt x="219955" y="0"/>
                    <a:pt x="152659" y="0"/>
                  </a:cubicBezTo>
                  <a:lnTo>
                    <a:pt x="0" y="0"/>
                  </a:lnTo>
                  <a:lnTo>
                    <a:pt x="0" y="242086"/>
                  </a:lnTo>
                  <a:close/>
                </a:path>
              </a:pathLst>
            </a:custGeom>
            <a:solidFill>
              <a:schemeClr val="tx2"/>
            </a:solidFill>
            <a:ln w="451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80640" tIns="45000" rIns="80640" bIns="4500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74" name="Freihandform: Form 15"/>
            <p:cNvSpPr/>
            <p:nvPr/>
          </p:nvSpPr>
          <p:spPr>
            <a:xfrm>
              <a:off x="1432440" y="512640"/>
              <a:ext cx="393480" cy="396360"/>
            </a:xfrm>
            <a:custGeom>
              <a:avLst/>
              <a:gdLst>
                <a:gd name="textAreaLeft" fmla="*/ 0 w 393480"/>
                <a:gd name="textAreaRight" fmla="*/ 394560 w 393480"/>
                <a:gd name="textAreaTop" fmla="*/ 0 h 396360"/>
                <a:gd name="textAreaBottom" fmla="*/ 397440 h 396360"/>
                <a:gd name="GluePoint1X" fmla="*/ 0 w 1104"/>
                <a:gd name="GluePoint1Y" fmla="*/ 552 h 1096"/>
                <a:gd name="GluePoint2X" fmla="*/ 0 w 1104"/>
                <a:gd name="GluePoint2Y" fmla="*/ 0 h 10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</a:cxnLst>
              <a:rect l="textAreaLeft" t="textAreaTop" r="textAreaRight" b="textAreaBottom"/>
              <a:pathLst>
                <a:path w="659414" h="663930">
                  <a:moveTo>
                    <a:pt x="662124" y="0"/>
                  </a:moveTo>
                  <a:lnTo>
                    <a:pt x="662124" y="331965"/>
                  </a:lnTo>
                  <a:cubicBezTo>
                    <a:pt x="662124" y="529790"/>
                    <a:pt x="513982" y="663931"/>
                    <a:pt x="331062" y="663931"/>
                  </a:cubicBezTo>
                  <a:cubicBezTo>
                    <a:pt x="148142" y="663931"/>
                    <a:pt x="0" y="529790"/>
                    <a:pt x="0" y="331965"/>
                  </a:cubicBezTo>
                  <a:cubicBezTo>
                    <a:pt x="0" y="303511"/>
                    <a:pt x="0" y="0"/>
                    <a:pt x="0" y="0"/>
                  </a:cubicBezTo>
                  <a:lnTo>
                    <a:pt x="168015" y="0"/>
                  </a:lnTo>
                  <a:cubicBezTo>
                    <a:pt x="168015" y="60522"/>
                    <a:pt x="168015" y="305318"/>
                    <a:pt x="168015" y="317513"/>
                  </a:cubicBezTo>
                  <a:cubicBezTo>
                    <a:pt x="168015" y="420038"/>
                    <a:pt x="241183" y="490496"/>
                    <a:pt x="331514" y="490496"/>
                  </a:cubicBezTo>
                  <a:cubicBezTo>
                    <a:pt x="421845" y="490496"/>
                    <a:pt x="495012" y="420490"/>
                    <a:pt x="495012" y="317513"/>
                  </a:cubicBezTo>
                  <a:lnTo>
                    <a:pt x="495012" y="0"/>
                  </a:lnTo>
                  <a:lnTo>
                    <a:pt x="662124" y="0"/>
                  </a:lnTo>
                  <a:close/>
                </a:path>
              </a:pathLst>
            </a:custGeom>
            <a:solidFill>
              <a:schemeClr val="tx2"/>
            </a:solidFill>
            <a:ln w="451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75" name="Freihandform: Form 18"/>
            <p:cNvSpPr/>
            <p:nvPr/>
          </p:nvSpPr>
          <p:spPr>
            <a:xfrm>
              <a:off x="522720" y="385200"/>
              <a:ext cx="393480" cy="512640"/>
            </a:xfrm>
            <a:custGeom>
              <a:avLst/>
              <a:gdLst>
                <a:gd name="textAreaLeft" fmla="*/ 0 w 393480"/>
                <a:gd name="textAreaRight" fmla="*/ 394560 w 393480"/>
                <a:gd name="textAreaTop" fmla="*/ 0 h 512640"/>
                <a:gd name="textAreaBottom" fmla="*/ 513720 h 512640"/>
                <a:gd name="GluePoint1X" fmla="*/ 0 w 1427"/>
                <a:gd name="GluePoint1Y" fmla="*/ 0 h 1096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659414" h="858142">
                  <a:moveTo>
                    <a:pt x="168015" y="859497"/>
                  </a:moveTo>
                  <a:lnTo>
                    <a:pt x="0" y="859497"/>
                  </a:lnTo>
                  <a:lnTo>
                    <a:pt x="0" y="0"/>
                  </a:lnTo>
                  <a:lnTo>
                    <a:pt x="168015" y="0"/>
                  </a:lnTo>
                  <a:lnTo>
                    <a:pt x="168015" y="235312"/>
                  </a:lnTo>
                  <a:cubicBezTo>
                    <a:pt x="216342" y="209567"/>
                    <a:pt x="271895" y="195114"/>
                    <a:pt x="331514" y="195114"/>
                  </a:cubicBezTo>
                  <a:cubicBezTo>
                    <a:pt x="514433" y="195114"/>
                    <a:pt x="662576" y="329256"/>
                    <a:pt x="662576" y="527080"/>
                  </a:cubicBezTo>
                  <a:lnTo>
                    <a:pt x="662576" y="859045"/>
                  </a:lnTo>
                  <a:lnTo>
                    <a:pt x="494561" y="859045"/>
                  </a:lnTo>
                  <a:lnTo>
                    <a:pt x="494561" y="541533"/>
                  </a:lnTo>
                  <a:cubicBezTo>
                    <a:pt x="494561" y="439007"/>
                    <a:pt x="421393" y="368549"/>
                    <a:pt x="331062" y="368549"/>
                  </a:cubicBezTo>
                  <a:cubicBezTo>
                    <a:pt x="240731" y="368549"/>
                    <a:pt x="167563" y="438556"/>
                    <a:pt x="167563" y="541533"/>
                  </a:cubicBezTo>
                  <a:lnTo>
                    <a:pt x="168015" y="859497"/>
                  </a:lnTo>
                  <a:close/>
                </a:path>
              </a:pathLst>
            </a:custGeom>
            <a:solidFill>
              <a:schemeClr val="tx2"/>
            </a:solidFill>
            <a:ln w="451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76" name="Freihandform: Form 19"/>
            <p:cNvSpPr/>
            <p:nvPr/>
          </p:nvSpPr>
          <p:spPr>
            <a:xfrm>
              <a:off x="979200" y="385200"/>
              <a:ext cx="393480" cy="512640"/>
            </a:xfrm>
            <a:custGeom>
              <a:avLst/>
              <a:gdLst>
                <a:gd name="textAreaLeft" fmla="*/ 0 w 393480"/>
                <a:gd name="textAreaRight" fmla="*/ 394560 w 393480"/>
                <a:gd name="textAreaTop" fmla="*/ 0 h 512640"/>
                <a:gd name="textAreaBottom" fmla="*/ 513720 h 512640"/>
                <a:gd name="GluePoint1X" fmla="*/ 0 w 1427"/>
                <a:gd name="GluePoint1Y" fmla="*/ 0 h 1096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659414" h="858142">
                  <a:moveTo>
                    <a:pt x="167563" y="859497"/>
                  </a:moveTo>
                  <a:lnTo>
                    <a:pt x="0" y="859497"/>
                  </a:lnTo>
                  <a:lnTo>
                    <a:pt x="0" y="0"/>
                  </a:lnTo>
                  <a:lnTo>
                    <a:pt x="168015" y="0"/>
                  </a:lnTo>
                  <a:lnTo>
                    <a:pt x="168015" y="235312"/>
                  </a:lnTo>
                  <a:cubicBezTo>
                    <a:pt x="216342" y="209567"/>
                    <a:pt x="271895" y="195114"/>
                    <a:pt x="331514" y="195114"/>
                  </a:cubicBezTo>
                  <a:cubicBezTo>
                    <a:pt x="514433" y="195114"/>
                    <a:pt x="662576" y="329256"/>
                    <a:pt x="662576" y="527080"/>
                  </a:cubicBezTo>
                  <a:lnTo>
                    <a:pt x="662576" y="859045"/>
                  </a:lnTo>
                  <a:lnTo>
                    <a:pt x="494561" y="859045"/>
                  </a:lnTo>
                  <a:lnTo>
                    <a:pt x="494561" y="541533"/>
                  </a:lnTo>
                  <a:cubicBezTo>
                    <a:pt x="494561" y="439007"/>
                    <a:pt x="421393" y="368549"/>
                    <a:pt x="331062" y="368549"/>
                  </a:cubicBezTo>
                  <a:cubicBezTo>
                    <a:pt x="240731" y="368549"/>
                    <a:pt x="167563" y="438556"/>
                    <a:pt x="167563" y="541533"/>
                  </a:cubicBezTo>
                  <a:lnTo>
                    <a:pt x="167563" y="859497"/>
                  </a:lnTo>
                  <a:close/>
                </a:path>
              </a:pathLst>
            </a:custGeom>
            <a:solidFill>
              <a:schemeClr val="tx2"/>
            </a:solidFill>
            <a:ln w="451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77" name="PlaceHolder 3"/>
          <p:cNvSpPr>
            <a:spLocks noGrp="1"/>
          </p:cNvSpPr>
          <p:nvPr>
            <p:ph type="body"/>
          </p:nvPr>
        </p:nvSpPr>
        <p:spPr>
          <a:xfrm>
            <a:off x="5621040" y="1088280"/>
            <a:ext cx="3521880" cy="382536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txBody>
          <a:bodyPr lIns="0" tIns="540000" rIns="0" bIns="0" anchor="t">
            <a:noAutofit/>
          </a:bodyPr>
          <a:lstStyle>
            <a:lvl1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Inhaltsplatzhalter</a:t>
            </a:r>
            <a:endParaRPr lang="de-DE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elfolie mit Bild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8" name="Gruppieren 6"/>
          <p:cNvGrpSpPr/>
          <p:nvPr/>
        </p:nvGrpSpPr>
        <p:grpSpPr>
          <a:xfrm>
            <a:off x="-5040" y="4950720"/>
            <a:ext cx="9147960" cy="196920"/>
            <a:chOff x="-5040" y="4950720"/>
            <a:chExt cx="9147960" cy="196920"/>
          </a:xfrm>
        </p:grpSpPr>
        <p:sp>
          <p:nvSpPr>
            <p:cNvPr id="179" name="bk object 18"/>
            <p:cNvSpPr/>
            <p:nvPr/>
          </p:nvSpPr>
          <p:spPr>
            <a:xfrm>
              <a:off x="-5040" y="4950720"/>
              <a:ext cx="483840" cy="196920"/>
            </a:xfrm>
            <a:custGeom>
              <a:avLst/>
              <a:gdLst>
                <a:gd name="textAreaLeft" fmla="*/ 0 w 483840"/>
                <a:gd name="textAreaRight" fmla="*/ 484920 w 483840"/>
                <a:gd name="textAreaTop" fmla="*/ 0 h 196920"/>
                <a:gd name="textAreaBottom" fmla="*/ 198000 h 19692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80" name="bk object 18"/>
            <p:cNvSpPr/>
            <p:nvPr/>
          </p:nvSpPr>
          <p:spPr>
            <a:xfrm>
              <a:off x="522360" y="4950720"/>
              <a:ext cx="8620560" cy="196920"/>
            </a:xfrm>
            <a:custGeom>
              <a:avLst/>
              <a:gdLst>
                <a:gd name="textAreaLeft" fmla="*/ 0 w 8620560"/>
                <a:gd name="textAreaRight" fmla="*/ 8621640 w 8620560"/>
                <a:gd name="textAreaTop" fmla="*/ 0 h 196920"/>
                <a:gd name="textAreaBottom" fmla="*/ 198000 h 19692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81" name="Holder 3"/>
            <p:cNvSpPr/>
            <p:nvPr/>
          </p:nvSpPr>
          <p:spPr>
            <a:xfrm>
              <a:off x="8194680" y="4966200"/>
              <a:ext cx="448560" cy="1666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182" name="Gerader Verbinder 11"/>
          <p:cNvCxnSpPr/>
          <p:nvPr/>
        </p:nvCxnSpPr>
        <p:spPr>
          <a:xfrm>
            <a:off x="521280" y="974520"/>
            <a:ext cx="6833160" cy="108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183" name="Grafik 9"/>
          <p:cNvGrpSpPr/>
          <p:nvPr/>
        </p:nvGrpSpPr>
        <p:grpSpPr>
          <a:xfrm>
            <a:off x="7741440" y="394200"/>
            <a:ext cx="1049040" cy="619920"/>
            <a:chOff x="7741440" y="394200"/>
            <a:chExt cx="1049040" cy="619920"/>
          </a:xfrm>
        </p:grpSpPr>
        <p:grpSp>
          <p:nvGrpSpPr>
            <p:cNvPr id="184" name="Grafik 9"/>
            <p:cNvGrpSpPr/>
            <p:nvPr/>
          </p:nvGrpSpPr>
          <p:grpSpPr>
            <a:xfrm>
              <a:off x="7741440" y="394200"/>
              <a:ext cx="883800" cy="431280"/>
              <a:chOff x="7741440" y="394200"/>
              <a:chExt cx="883800" cy="431280"/>
            </a:xfrm>
          </p:grpSpPr>
          <p:sp>
            <p:nvSpPr>
              <p:cNvPr id="185" name="Freihandform: Form 20"/>
              <p:cNvSpPr/>
              <p:nvPr/>
            </p:nvSpPr>
            <p:spPr>
              <a:xfrm>
                <a:off x="8358120" y="480600"/>
                <a:ext cx="267120" cy="26748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267480"/>
                  <a:gd name="textAreaBottom" fmla="*/ 268560 h 267480"/>
                  <a:gd name="GluePoint1X" fmla="*/ 0 w 746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86" name="Freihandform: Form 21"/>
              <p:cNvSpPr/>
              <p:nvPr/>
            </p:nvSpPr>
            <p:spPr>
              <a:xfrm>
                <a:off x="7741440" y="394200"/>
                <a:ext cx="267120" cy="34740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347400"/>
                  <a:gd name="textAreaBottom" fmla="*/ 348480 h 347400"/>
                  <a:gd name="GluePoint1X" fmla="*/ 0 w 968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87" name="Freihandform: Form 22"/>
              <p:cNvSpPr/>
              <p:nvPr/>
            </p:nvSpPr>
            <p:spPr>
              <a:xfrm>
                <a:off x="8050680" y="394200"/>
                <a:ext cx="267120" cy="34740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347400"/>
                  <a:gd name="textAreaBottom" fmla="*/ 348480 h 347400"/>
                  <a:gd name="GluePoint1X" fmla="*/ 0 w 968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88" name="Freihandform: Form 23"/>
              <p:cNvSpPr/>
              <p:nvPr/>
            </p:nvSpPr>
            <p:spPr>
              <a:xfrm>
                <a:off x="784800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89" name="Freihandform: Form 24"/>
              <p:cNvSpPr/>
              <p:nvPr/>
            </p:nvSpPr>
            <p:spPr>
              <a:xfrm>
                <a:off x="795816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90" name="Freihandform: Form 25"/>
              <p:cNvSpPr/>
              <p:nvPr/>
            </p:nvSpPr>
            <p:spPr>
              <a:xfrm>
                <a:off x="821232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91" name="Freihandform: Form 26"/>
            <p:cNvSpPr/>
            <p:nvPr/>
          </p:nvSpPr>
          <p:spPr>
            <a:xfrm>
              <a:off x="7741440" y="817920"/>
              <a:ext cx="42480" cy="56880"/>
            </a:xfrm>
            <a:custGeom>
              <a:avLst/>
              <a:gdLst>
                <a:gd name="textAreaLeft" fmla="*/ 0 w 42480"/>
                <a:gd name="textAreaRight" fmla="*/ 43560 w 42480"/>
                <a:gd name="textAreaTop" fmla="*/ 0 h 56880"/>
                <a:gd name="textAreaBottom" fmla="*/ 57960 h 56880"/>
                <a:gd name="GluePoint1X" fmla="*/ 0 w 161"/>
                <a:gd name="GluePoint1Y" fmla="*/ 0 h 121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92" name="Freihandform: Form 27"/>
            <p:cNvSpPr/>
            <p:nvPr/>
          </p:nvSpPr>
          <p:spPr>
            <a:xfrm>
              <a:off x="7799760" y="834120"/>
              <a:ext cx="35280" cy="42480"/>
            </a:xfrm>
            <a:custGeom>
              <a:avLst/>
              <a:gdLst>
                <a:gd name="textAreaLeft" fmla="*/ 0 w 35280"/>
                <a:gd name="textAreaRight" fmla="*/ 36360 w 35280"/>
                <a:gd name="textAreaTop" fmla="*/ 0 h 42480"/>
                <a:gd name="textAreaBottom" fmla="*/ 43560 h 42480"/>
              </a:gdLst>
              <a:ahLst/>
              <a:cxnLst/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93" name="Freihandform: Form 28"/>
            <p:cNvSpPr/>
            <p:nvPr/>
          </p:nvSpPr>
          <p:spPr>
            <a:xfrm>
              <a:off x="784908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94" name="Grafik 9"/>
            <p:cNvGrpSpPr/>
            <p:nvPr/>
          </p:nvGrpSpPr>
          <p:grpSpPr>
            <a:xfrm>
              <a:off x="7872120" y="834120"/>
              <a:ext cx="74160" cy="40680"/>
              <a:chOff x="7872120" y="834120"/>
              <a:chExt cx="74160" cy="40680"/>
            </a:xfrm>
          </p:grpSpPr>
          <p:sp>
            <p:nvSpPr>
              <p:cNvPr id="195" name="Freihandform: Form 30"/>
              <p:cNvSpPr/>
              <p:nvPr/>
            </p:nvSpPr>
            <p:spPr>
              <a:xfrm>
                <a:off x="7872120" y="834120"/>
                <a:ext cx="33480" cy="406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0680"/>
                  <a:gd name="textAreaBottom" fmla="*/ 41760 h 40680"/>
                </a:gdLst>
                <a:ahLst/>
                <a:cxnLst/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96" name="Freihandform: Form 31"/>
              <p:cNvSpPr/>
              <p:nvPr/>
            </p:nvSpPr>
            <p:spPr>
              <a:xfrm>
                <a:off x="7922160" y="834120"/>
                <a:ext cx="24120" cy="40680"/>
              </a:xfrm>
              <a:custGeom>
                <a:avLst/>
                <a:gdLst>
                  <a:gd name="textAreaLeft" fmla="*/ 0 w 24120"/>
                  <a:gd name="textAreaRight" fmla="*/ 25200 w 24120"/>
                  <a:gd name="textAreaTop" fmla="*/ 0 h 40680"/>
                  <a:gd name="textAreaBottom" fmla="*/ 41760 h 40680"/>
                </a:gdLst>
                <a:ahLst/>
                <a:cxnLst/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2240" tIns="-3240" rIns="1224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97" name="Freihandform: Form 32"/>
            <p:cNvSpPr/>
            <p:nvPr/>
          </p:nvSpPr>
          <p:spPr>
            <a:xfrm>
              <a:off x="795924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98" name="Grafik 9"/>
            <p:cNvGrpSpPr/>
            <p:nvPr/>
          </p:nvGrpSpPr>
          <p:grpSpPr>
            <a:xfrm>
              <a:off x="7979760" y="812160"/>
              <a:ext cx="78120" cy="64440"/>
              <a:chOff x="7979760" y="812160"/>
              <a:chExt cx="78120" cy="64440"/>
            </a:xfrm>
          </p:grpSpPr>
          <p:sp>
            <p:nvSpPr>
              <p:cNvPr id="199" name="Freihandform: Form 34"/>
              <p:cNvSpPr/>
              <p:nvPr/>
            </p:nvSpPr>
            <p:spPr>
              <a:xfrm>
                <a:off x="7979760" y="834120"/>
                <a:ext cx="33480" cy="424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2480"/>
                  <a:gd name="textAreaBottom" fmla="*/ 43560 h 42480"/>
                </a:gdLst>
                <a:ahLst/>
                <a:cxnLst/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1440" rIns="1692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00" name="Freihandform: Form 35"/>
              <p:cNvSpPr/>
              <p:nvPr/>
            </p:nvSpPr>
            <p:spPr>
              <a:xfrm>
                <a:off x="8024400" y="812160"/>
                <a:ext cx="33480" cy="622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62280"/>
                  <a:gd name="textAreaBottom" fmla="*/ 63360 h 62280"/>
                  <a:gd name="GluePoint1X" fmla="*/ 0 w 176"/>
                  <a:gd name="GluePoint1Y" fmla="*/ 0 h 96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18360" rIns="1692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201" name="Freihandform: Form 36"/>
            <p:cNvSpPr/>
            <p:nvPr/>
          </p:nvSpPr>
          <p:spPr>
            <a:xfrm>
              <a:off x="8106480" y="817920"/>
              <a:ext cx="42480" cy="56880"/>
            </a:xfrm>
            <a:custGeom>
              <a:avLst/>
              <a:gdLst>
                <a:gd name="textAreaLeft" fmla="*/ 0 w 42480"/>
                <a:gd name="textAreaRight" fmla="*/ 43560 w 42480"/>
                <a:gd name="textAreaTop" fmla="*/ 0 h 56880"/>
                <a:gd name="textAreaBottom" fmla="*/ 57960 h 56880"/>
                <a:gd name="GluePoint1X" fmla="*/ 0 w 161"/>
                <a:gd name="GluePoint1Y" fmla="*/ 0 h 121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02" name="Freihandform: Form 37"/>
            <p:cNvSpPr/>
            <p:nvPr/>
          </p:nvSpPr>
          <p:spPr>
            <a:xfrm>
              <a:off x="8164800" y="834120"/>
              <a:ext cx="35280" cy="42480"/>
            </a:xfrm>
            <a:custGeom>
              <a:avLst/>
              <a:gdLst>
                <a:gd name="textAreaLeft" fmla="*/ 0 w 35280"/>
                <a:gd name="textAreaRight" fmla="*/ 36360 w 35280"/>
                <a:gd name="textAreaTop" fmla="*/ 0 h 42480"/>
                <a:gd name="textAreaBottom" fmla="*/ 43560 h 42480"/>
              </a:gdLst>
              <a:ahLst/>
              <a:cxnLst/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03" name="Freihandform: Form 38"/>
            <p:cNvSpPr/>
            <p:nvPr/>
          </p:nvSpPr>
          <p:spPr>
            <a:xfrm>
              <a:off x="821340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204" name="Grafik 9"/>
            <p:cNvGrpSpPr/>
            <p:nvPr/>
          </p:nvGrpSpPr>
          <p:grpSpPr>
            <a:xfrm>
              <a:off x="7741440" y="834120"/>
              <a:ext cx="1049040" cy="180000"/>
              <a:chOff x="7741440" y="834120"/>
              <a:chExt cx="1049040" cy="180000"/>
            </a:xfrm>
          </p:grpSpPr>
          <p:sp>
            <p:nvSpPr>
              <p:cNvPr id="205" name="Freihandform: Form 40"/>
              <p:cNvSpPr/>
              <p:nvPr/>
            </p:nvSpPr>
            <p:spPr>
              <a:xfrm>
                <a:off x="8236440" y="834120"/>
                <a:ext cx="33480" cy="406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0680"/>
                  <a:gd name="textAreaBottom" fmla="*/ 41760 h 40680"/>
                </a:gdLst>
                <a:ahLst/>
                <a:cxnLst/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06" name="Freihandform: Form 41"/>
              <p:cNvSpPr/>
              <p:nvPr/>
            </p:nvSpPr>
            <p:spPr>
              <a:xfrm>
                <a:off x="8284680" y="834120"/>
                <a:ext cx="35280" cy="42480"/>
              </a:xfrm>
              <a:custGeom>
                <a:avLst/>
                <a:gdLst>
                  <a:gd name="textAreaLeft" fmla="*/ 0 w 35280"/>
                  <a:gd name="textAreaRight" fmla="*/ 36360 w 35280"/>
                  <a:gd name="textAreaTop" fmla="*/ 0 h 42480"/>
                  <a:gd name="textAreaBottom" fmla="*/ 43560 h 42480"/>
                </a:gdLst>
                <a:ahLst/>
                <a:cxnLst/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640" tIns="-1440" rIns="1764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07" name="Freihandform: Form 42"/>
              <p:cNvSpPr/>
              <p:nvPr/>
            </p:nvSpPr>
            <p:spPr>
              <a:xfrm>
                <a:off x="7741440" y="914040"/>
                <a:ext cx="883440" cy="62280"/>
              </a:xfrm>
              <a:custGeom>
                <a:avLst/>
                <a:gdLst>
                  <a:gd name="textAreaLeft" fmla="*/ 0 w 883440"/>
                  <a:gd name="textAreaRight" fmla="*/ 884520 w 883440"/>
                  <a:gd name="textAreaTop" fmla="*/ 0 h 62280"/>
                  <a:gd name="textAreaBottom" fmla="*/ 63360 h 62280"/>
                </a:gdLst>
                <a:ahLst/>
                <a:cxnLst/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08" name="Freihandform: Form 43"/>
              <p:cNvSpPr/>
              <p:nvPr/>
            </p:nvSpPr>
            <p:spPr>
              <a:xfrm>
                <a:off x="8677440" y="915480"/>
                <a:ext cx="113040" cy="98640"/>
              </a:xfrm>
              <a:custGeom>
                <a:avLst/>
                <a:gdLst>
                  <a:gd name="textAreaLeft" fmla="*/ 0 w 113040"/>
                  <a:gd name="textAreaRight" fmla="*/ 114120 w 113040"/>
                  <a:gd name="textAreaTop" fmla="*/ 0 h 98640"/>
                  <a:gd name="textAreaBottom" fmla="*/ 99720 h 98640"/>
                  <a:gd name="GluePoint1X" fmla="*/ 0 w 277"/>
                  <a:gd name="GluePoint1Y" fmla="*/ 0 h 317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520" tIns="45000" rIns="5652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209" name="Freihandform: Form 44" hidden="1"/>
          <p:cNvSpPr/>
          <p:nvPr/>
        </p:nvSpPr>
        <p:spPr>
          <a:xfrm>
            <a:off x="-5040" y="407880"/>
            <a:ext cx="336240" cy="293760"/>
          </a:xfrm>
          <a:custGeom>
            <a:avLst/>
            <a:gdLst>
              <a:gd name="textAreaLeft" fmla="*/ 0 w 336240"/>
              <a:gd name="textAreaRight" fmla="*/ 337320 w 336240"/>
              <a:gd name="textAreaTop" fmla="*/ 0 h 293760"/>
              <a:gd name="textAreaBottom" fmla="*/ 294840 h 293760"/>
              <a:gd name="GluePoint1X" fmla="*/ 0 w 819"/>
              <a:gd name="GluePoint1Y" fmla="*/ 0 h 937"/>
            </a:gdLst>
            <a:ahLst/>
            <a:cxnLst>
              <a:cxn ang="0">
                <a:pos x="GluePoint1X" y="GluePoint1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grpSp>
        <p:nvGrpSpPr>
          <p:cNvPr id="210" name="Gruppieren 28"/>
          <p:cNvGrpSpPr/>
          <p:nvPr/>
        </p:nvGrpSpPr>
        <p:grpSpPr>
          <a:xfrm>
            <a:off x="-5040" y="4950720"/>
            <a:ext cx="9147960" cy="196920"/>
            <a:chOff x="-5040" y="4950720"/>
            <a:chExt cx="9147960" cy="196920"/>
          </a:xfrm>
        </p:grpSpPr>
        <p:sp>
          <p:nvSpPr>
            <p:cNvPr id="211" name="bk object 18"/>
            <p:cNvSpPr/>
            <p:nvPr/>
          </p:nvSpPr>
          <p:spPr>
            <a:xfrm>
              <a:off x="-5040" y="4950720"/>
              <a:ext cx="483840" cy="196920"/>
            </a:xfrm>
            <a:custGeom>
              <a:avLst/>
              <a:gdLst>
                <a:gd name="textAreaLeft" fmla="*/ 0 w 483840"/>
                <a:gd name="textAreaRight" fmla="*/ 484920 w 483840"/>
                <a:gd name="textAreaTop" fmla="*/ 0 h 196920"/>
                <a:gd name="textAreaBottom" fmla="*/ 198000 h 19692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12" name="bk object 18"/>
            <p:cNvSpPr/>
            <p:nvPr/>
          </p:nvSpPr>
          <p:spPr>
            <a:xfrm>
              <a:off x="522360" y="4950720"/>
              <a:ext cx="8620560" cy="196920"/>
            </a:xfrm>
            <a:custGeom>
              <a:avLst/>
              <a:gdLst>
                <a:gd name="textAreaLeft" fmla="*/ 0 w 8620560"/>
                <a:gd name="textAreaRight" fmla="*/ 8621640 w 8620560"/>
                <a:gd name="textAreaTop" fmla="*/ 0 h 196920"/>
                <a:gd name="textAreaBottom" fmla="*/ 198000 h 19692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13" name="Holder 3"/>
            <p:cNvSpPr/>
            <p:nvPr/>
          </p:nvSpPr>
          <p:spPr>
            <a:xfrm>
              <a:off x="8194680" y="4966200"/>
              <a:ext cx="448560" cy="166680"/>
            </a:xfrm>
            <a:prstGeom prst="rect">
              <a:avLst/>
            </a:pr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214" name="PlaceHolder 1"/>
          <p:cNvSpPr>
            <a:spLocks noGrp="1"/>
          </p:cNvSpPr>
          <p:nvPr>
            <p:ph type="dt" idx="5"/>
          </p:nvPr>
        </p:nvSpPr>
        <p:spPr>
          <a:xfrm>
            <a:off x="526680" y="4460400"/>
            <a:ext cx="2056320" cy="273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&lt;Datum/Uhrzeit&gt;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5" name="PlaceHolder 2"/>
          <p:cNvSpPr>
            <a:spLocks noGrp="1"/>
          </p:cNvSpPr>
          <p:nvPr>
            <p:ph type="title"/>
          </p:nvPr>
        </p:nvSpPr>
        <p:spPr>
          <a:xfrm>
            <a:off x="526680" y="2250360"/>
            <a:ext cx="2829240" cy="1188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de-DE" sz="36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36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Titel bearbeiten</a:t>
            </a:r>
            <a:endParaRPr lang="de-DE" sz="3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grpSp>
        <p:nvGrpSpPr>
          <p:cNvPr id="216" name="Grafik 6"/>
          <p:cNvGrpSpPr/>
          <p:nvPr/>
        </p:nvGrpSpPr>
        <p:grpSpPr>
          <a:xfrm>
            <a:off x="522720" y="385200"/>
            <a:ext cx="1527120" cy="582480"/>
            <a:chOff x="522720" y="385200"/>
            <a:chExt cx="1527120" cy="582480"/>
          </a:xfrm>
        </p:grpSpPr>
        <p:sp>
          <p:nvSpPr>
            <p:cNvPr id="217" name="Freihandform: Form 13"/>
            <p:cNvSpPr/>
            <p:nvPr/>
          </p:nvSpPr>
          <p:spPr>
            <a:xfrm>
              <a:off x="1888920" y="825480"/>
              <a:ext cx="160920" cy="142200"/>
            </a:xfrm>
            <a:custGeom>
              <a:avLst/>
              <a:gdLst>
                <a:gd name="textAreaLeft" fmla="*/ 0 w 160920"/>
                <a:gd name="textAreaRight" fmla="*/ 162000 w 160920"/>
                <a:gd name="textAreaTop" fmla="*/ 0 h 142200"/>
                <a:gd name="textAreaBottom" fmla="*/ 143280 h 142200"/>
                <a:gd name="GluePoint1X" fmla="*/ 0 w 398"/>
                <a:gd name="GluePoint1Y" fmla="*/ 0 h 45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270992" h="239376">
                  <a:moveTo>
                    <a:pt x="0" y="242086"/>
                  </a:moveTo>
                  <a:lnTo>
                    <a:pt x="152659" y="242086"/>
                  </a:lnTo>
                  <a:cubicBezTo>
                    <a:pt x="219955" y="242086"/>
                    <a:pt x="274154" y="187888"/>
                    <a:pt x="274154" y="121043"/>
                  </a:cubicBezTo>
                  <a:cubicBezTo>
                    <a:pt x="274154" y="54198"/>
                    <a:pt x="219955" y="0"/>
                    <a:pt x="152659" y="0"/>
                  </a:cubicBezTo>
                  <a:lnTo>
                    <a:pt x="0" y="0"/>
                  </a:lnTo>
                  <a:lnTo>
                    <a:pt x="0" y="242086"/>
                  </a:lnTo>
                  <a:close/>
                </a:path>
              </a:pathLst>
            </a:custGeom>
            <a:solidFill>
              <a:schemeClr val="tx2"/>
            </a:solidFill>
            <a:ln w="451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80640" tIns="45000" rIns="80640" bIns="4500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18" name="Freihandform: Form 17"/>
            <p:cNvSpPr/>
            <p:nvPr/>
          </p:nvSpPr>
          <p:spPr>
            <a:xfrm>
              <a:off x="1432440" y="512640"/>
              <a:ext cx="393480" cy="396360"/>
            </a:xfrm>
            <a:custGeom>
              <a:avLst/>
              <a:gdLst>
                <a:gd name="textAreaLeft" fmla="*/ 0 w 393480"/>
                <a:gd name="textAreaRight" fmla="*/ 394560 w 393480"/>
                <a:gd name="textAreaTop" fmla="*/ 0 h 396360"/>
                <a:gd name="textAreaBottom" fmla="*/ 397440 h 396360"/>
                <a:gd name="GluePoint1X" fmla="*/ 0 w 1104"/>
                <a:gd name="GluePoint1Y" fmla="*/ 552 h 1096"/>
                <a:gd name="GluePoint2X" fmla="*/ 0 w 1104"/>
                <a:gd name="GluePoint2Y" fmla="*/ 0 h 10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</a:cxnLst>
              <a:rect l="textAreaLeft" t="textAreaTop" r="textAreaRight" b="textAreaBottom"/>
              <a:pathLst>
                <a:path w="659414" h="663930">
                  <a:moveTo>
                    <a:pt x="662124" y="0"/>
                  </a:moveTo>
                  <a:lnTo>
                    <a:pt x="662124" y="331965"/>
                  </a:lnTo>
                  <a:cubicBezTo>
                    <a:pt x="662124" y="529790"/>
                    <a:pt x="513982" y="663931"/>
                    <a:pt x="331062" y="663931"/>
                  </a:cubicBezTo>
                  <a:cubicBezTo>
                    <a:pt x="148142" y="663931"/>
                    <a:pt x="0" y="529790"/>
                    <a:pt x="0" y="331965"/>
                  </a:cubicBezTo>
                  <a:cubicBezTo>
                    <a:pt x="0" y="303511"/>
                    <a:pt x="0" y="0"/>
                    <a:pt x="0" y="0"/>
                  </a:cubicBezTo>
                  <a:lnTo>
                    <a:pt x="168015" y="0"/>
                  </a:lnTo>
                  <a:cubicBezTo>
                    <a:pt x="168015" y="60522"/>
                    <a:pt x="168015" y="305318"/>
                    <a:pt x="168015" y="317513"/>
                  </a:cubicBezTo>
                  <a:cubicBezTo>
                    <a:pt x="168015" y="420038"/>
                    <a:pt x="241183" y="490496"/>
                    <a:pt x="331514" y="490496"/>
                  </a:cubicBezTo>
                  <a:cubicBezTo>
                    <a:pt x="421845" y="490496"/>
                    <a:pt x="495012" y="420490"/>
                    <a:pt x="495012" y="317513"/>
                  </a:cubicBezTo>
                  <a:lnTo>
                    <a:pt x="495012" y="0"/>
                  </a:lnTo>
                  <a:lnTo>
                    <a:pt x="662124" y="0"/>
                  </a:lnTo>
                  <a:close/>
                </a:path>
              </a:pathLst>
            </a:custGeom>
            <a:solidFill>
              <a:schemeClr val="tx2"/>
            </a:solidFill>
            <a:ln w="451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19" name="Freihandform: Form 18"/>
            <p:cNvSpPr/>
            <p:nvPr/>
          </p:nvSpPr>
          <p:spPr>
            <a:xfrm>
              <a:off x="522720" y="385200"/>
              <a:ext cx="393480" cy="512640"/>
            </a:xfrm>
            <a:custGeom>
              <a:avLst/>
              <a:gdLst>
                <a:gd name="textAreaLeft" fmla="*/ 0 w 393480"/>
                <a:gd name="textAreaRight" fmla="*/ 394560 w 393480"/>
                <a:gd name="textAreaTop" fmla="*/ 0 h 512640"/>
                <a:gd name="textAreaBottom" fmla="*/ 513720 h 512640"/>
                <a:gd name="GluePoint1X" fmla="*/ 0 w 1427"/>
                <a:gd name="GluePoint1Y" fmla="*/ 0 h 1096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659414" h="858142">
                  <a:moveTo>
                    <a:pt x="168015" y="859497"/>
                  </a:moveTo>
                  <a:lnTo>
                    <a:pt x="0" y="859497"/>
                  </a:lnTo>
                  <a:lnTo>
                    <a:pt x="0" y="0"/>
                  </a:lnTo>
                  <a:lnTo>
                    <a:pt x="168015" y="0"/>
                  </a:lnTo>
                  <a:lnTo>
                    <a:pt x="168015" y="235312"/>
                  </a:lnTo>
                  <a:cubicBezTo>
                    <a:pt x="216342" y="209567"/>
                    <a:pt x="271895" y="195114"/>
                    <a:pt x="331514" y="195114"/>
                  </a:cubicBezTo>
                  <a:cubicBezTo>
                    <a:pt x="514433" y="195114"/>
                    <a:pt x="662576" y="329256"/>
                    <a:pt x="662576" y="527080"/>
                  </a:cubicBezTo>
                  <a:lnTo>
                    <a:pt x="662576" y="859045"/>
                  </a:lnTo>
                  <a:lnTo>
                    <a:pt x="494561" y="859045"/>
                  </a:lnTo>
                  <a:lnTo>
                    <a:pt x="494561" y="541533"/>
                  </a:lnTo>
                  <a:cubicBezTo>
                    <a:pt x="494561" y="439007"/>
                    <a:pt x="421393" y="368549"/>
                    <a:pt x="331062" y="368549"/>
                  </a:cubicBezTo>
                  <a:cubicBezTo>
                    <a:pt x="240731" y="368549"/>
                    <a:pt x="167563" y="438556"/>
                    <a:pt x="167563" y="541533"/>
                  </a:cubicBezTo>
                  <a:lnTo>
                    <a:pt x="168015" y="859497"/>
                  </a:lnTo>
                  <a:close/>
                </a:path>
              </a:pathLst>
            </a:custGeom>
            <a:solidFill>
              <a:schemeClr val="tx2"/>
            </a:solidFill>
            <a:ln w="451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20" name="Freihandform: Form 19"/>
            <p:cNvSpPr/>
            <p:nvPr/>
          </p:nvSpPr>
          <p:spPr>
            <a:xfrm>
              <a:off x="979200" y="385200"/>
              <a:ext cx="393480" cy="512640"/>
            </a:xfrm>
            <a:custGeom>
              <a:avLst/>
              <a:gdLst>
                <a:gd name="textAreaLeft" fmla="*/ 0 w 393480"/>
                <a:gd name="textAreaRight" fmla="*/ 394560 w 393480"/>
                <a:gd name="textAreaTop" fmla="*/ 0 h 512640"/>
                <a:gd name="textAreaBottom" fmla="*/ 513720 h 512640"/>
                <a:gd name="GluePoint1X" fmla="*/ 0 w 1427"/>
                <a:gd name="GluePoint1Y" fmla="*/ 0 h 1096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659414" h="858142">
                  <a:moveTo>
                    <a:pt x="167563" y="859497"/>
                  </a:moveTo>
                  <a:lnTo>
                    <a:pt x="0" y="859497"/>
                  </a:lnTo>
                  <a:lnTo>
                    <a:pt x="0" y="0"/>
                  </a:lnTo>
                  <a:lnTo>
                    <a:pt x="168015" y="0"/>
                  </a:lnTo>
                  <a:lnTo>
                    <a:pt x="168015" y="235312"/>
                  </a:lnTo>
                  <a:cubicBezTo>
                    <a:pt x="216342" y="209567"/>
                    <a:pt x="271895" y="195114"/>
                    <a:pt x="331514" y="195114"/>
                  </a:cubicBezTo>
                  <a:cubicBezTo>
                    <a:pt x="514433" y="195114"/>
                    <a:pt x="662576" y="329256"/>
                    <a:pt x="662576" y="527080"/>
                  </a:cubicBezTo>
                  <a:lnTo>
                    <a:pt x="662576" y="859045"/>
                  </a:lnTo>
                  <a:lnTo>
                    <a:pt x="494561" y="859045"/>
                  </a:lnTo>
                  <a:lnTo>
                    <a:pt x="494561" y="541533"/>
                  </a:lnTo>
                  <a:cubicBezTo>
                    <a:pt x="494561" y="439007"/>
                    <a:pt x="421393" y="368549"/>
                    <a:pt x="331062" y="368549"/>
                  </a:cubicBezTo>
                  <a:cubicBezTo>
                    <a:pt x="240731" y="368549"/>
                    <a:pt x="167563" y="438556"/>
                    <a:pt x="167563" y="541533"/>
                  </a:cubicBezTo>
                  <a:lnTo>
                    <a:pt x="167563" y="859497"/>
                  </a:lnTo>
                  <a:close/>
                </a:path>
              </a:pathLst>
            </a:custGeom>
            <a:solidFill>
              <a:schemeClr val="tx2"/>
            </a:solidFill>
            <a:ln w="451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221" name="PlaceHolder 3"/>
          <p:cNvSpPr>
            <a:spLocks noGrp="1"/>
          </p:cNvSpPr>
          <p:nvPr>
            <p:ph type="body"/>
          </p:nvPr>
        </p:nvSpPr>
        <p:spPr>
          <a:xfrm>
            <a:off x="3546000" y="1088280"/>
            <a:ext cx="5596920" cy="382536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txBody>
          <a:bodyPr lIns="0" tIns="540000" rIns="0" bIns="0" anchor="t">
            <a:noAutofit/>
          </a:bodyPr>
          <a:lstStyle>
            <a:lvl1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</a:lstStyle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Inhaltsplatzhalter</a:t>
            </a:r>
            <a:endParaRPr lang="de-DE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de-DE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elfolie mit zwei Bilder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2" name="Gruppieren 6"/>
          <p:cNvGrpSpPr/>
          <p:nvPr/>
        </p:nvGrpSpPr>
        <p:grpSpPr>
          <a:xfrm>
            <a:off x="-5040" y="4950720"/>
            <a:ext cx="9147960" cy="196920"/>
            <a:chOff x="-5040" y="4950720"/>
            <a:chExt cx="9147960" cy="196920"/>
          </a:xfrm>
        </p:grpSpPr>
        <p:sp>
          <p:nvSpPr>
            <p:cNvPr id="223" name="bk object 18"/>
            <p:cNvSpPr/>
            <p:nvPr/>
          </p:nvSpPr>
          <p:spPr>
            <a:xfrm>
              <a:off x="-5040" y="4950720"/>
              <a:ext cx="483840" cy="196920"/>
            </a:xfrm>
            <a:custGeom>
              <a:avLst/>
              <a:gdLst>
                <a:gd name="textAreaLeft" fmla="*/ 0 w 483840"/>
                <a:gd name="textAreaRight" fmla="*/ 484920 w 483840"/>
                <a:gd name="textAreaTop" fmla="*/ 0 h 196920"/>
                <a:gd name="textAreaBottom" fmla="*/ 198000 h 19692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24" name="bk object 18"/>
            <p:cNvSpPr/>
            <p:nvPr/>
          </p:nvSpPr>
          <p:spPr>
            <a:xfrm>
              <a:off x="522360" y="4950720"/>
              <a:ext cx="8620560" cy="196920"/>
            </a:xfrm>
            <a:custGeom>
              <a:avLst/>
              <a:gdLst>
                <a:gd name="textAreaLeft" fmla="*/ 0 w 8620560"/>
                <a:gd name="textAreaRight" fmla="*/ 8621640 w 8620560"/>
                <a:gd name="textAreaTop" fmla="*/ 0 h 196920"/>
                <a:gd name="textAreaBottom" fmla="*/ 198000 h 19692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25" name="Holder 3"/>
            <p:cNvSpPr/>
            <p:nvPr/>
          </p:nvSpPr>
          <p:spPr>
            <a:xfrm>
              <a:off x="8194680" y="4966200"/>
              <a:ext cx="448560" cy="1666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226" name="Gerader Verbinder 11"/>
          <p:cNvCxnSpPr/>
          <p:nvPr/>
        </p:nvCxnSpPr>
        <p:spPr>
          <a:xfrm>
            <a:off x="521280" y="974520"/>
            <a:ext cx="6833160" cy="108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227" name="Grafik 9"/>
          <p:cNvGrpSpPr/>
          <p:nvPr/>
        </p:nvGrpSpPr>
        <p:grpSpPr>
          <a:xfrm>
            <a:off x="7741440" y="394200"/>
            <a:ext cx="1049040" cy="619920"/>
            <a:chOff x="7741440" y="394200"/>
            <a:chExt cx="1049040" cy="619920"/>
          </a:xfrm>
        </p:grpSpPr>
        <p:grpSp>
          <p:nvGrpSpPr>
            <p:cNvPr id="228" name="Grafik 9"/>
            <p:cNvGrpSpPr/>
            <p:nvPr/>
          </p:nvGrpSpPr>
          <p:grpSpPr>
            <a:xfrm>
              <a:off x="7741440" y="394200"/>
              <a:ext cx="883800" cy="431280"/>
              <a:chOff x="7741440" y="394200"/>
              <a:chExt cx="883800" cy="431280"/>
            </a:xfrm>
          </p:grpSpPr>
          <p:sp>
            <p:nvSpPr>
              <p:cNvPr id="229" name="Freihandform: Form 20"/>
              <p:cNvSpPr/>
              <p:nvPr/>
            </p:nvSpPr>
            <p:spPr>
              <a:xfrm>
                <a:off x="8358120" y="480600"/>
                <a:ext cx="267120" cy="26748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267480"/>
                  <a:gd name="textAreaBottom" fmla="*/ 268560 h 267480"/>
                  <a:gd name="GluePoint1X" fmla="*/ 0 w 746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30" name="Freihandform: Form 21"/>
              <p:cNvSpPr/>
              <p:nvPr/>
            </p:nvSpPr>
            <p:spPr>
              <a:xfrm>
                <a:off x="7741440" y="394200"/>
                <a:ext cx="267120" cy="34740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347400"/>
                  <a:gd name="textAreaBottom" fmla="*/ 348480 h 347400"/>
                  <a:gd name="GluePoint1X" fmla="*/ 0 w 968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31" name="Freihandform: Form 22"/>
              <p:cNvSpPr/>
              <p:nvPr/>
            </p:nvSpPr>
            <p:spPr>
              <a:xfrm>
                <a:off x="8050680" y="394200"/>
                <a:ext cx="267120" cy="34740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347400"/>
                  <a:gd name="textAreaBottom" fmla="*/ 348480 h 347400"/>
                  <a:gd name="GluePoint1X" fmla="*/ 0 w 968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32" name="Freihandform: Form 23"/>
              <p:cNvSpPr/>
              <p:nvPr/>
            </p:nvSpPr>
            <p:spPr>
              <a:xfrm>
                <a:off x="784800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33" name="Freihandform: Form 24"/>
              <p:cNvSpPr/>
              <p:nvPr/>
            </p:nvSpPr>
            <p:spPr>
              <a:xfrm>
                <a:off x="795816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34" name="Freihandform: Form 25"/>
              <p:cNvSpPr/>
              <p:nvPr/>
            </p:nvSpPr>
            <p:spPr>
              <a:xfrm>
                <a:off x="821232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235" name="Freihandform: Form 26"/>
            <p:cNvSpPr/>
            <p:nvPr/>
          </p:nvSpPr>
          <p:spPr>
            <a:xfrm>
              <a:off x="7741440" y="817920"/>
              <a:ext cx="42480" cy="56880"/>
            </a:xfrm>
            <a:custGeom>
              <a:avLst/>
              <a:gdLst>
                <a:gd name="textAreaLeft" fmla="*/ 0 w 42480"/>
                <a:gd name="textAreaRight" fmla="*/ 43560 w 42480"/>
                <a:gd name="textAreaTop" fmla="*/ 0 h 56880"/>
                <a:gd name="textAreaBottom" fmla="*/ 57960 h 56880"/>
                <a:gd name="GluePoint1X" fmla="*/ 0 w 161"/>
                <a:gd name="GluePoint1Y" fmla="*/ 0 h 121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36" name="Freihandform: Form 27"/>
            <p:cNvSpPr/>
            <p:nvPr/>
          </p:nvSpPr>
          <p:spPr>
            <a:xfrm>
              <a:off x="7799760" y="834120"/>
              <a:ext cx="35280" cy="42480"/>
            </a:xfrm>
            <a:custGeom>
              <a:avLst/>
              <a:gdLst>
                <a:gd name="textAreaLeft" fmla="*/ 0 w 35280"/>
                <a:gd name="textAreaRight" fmla="*/ 36360 w 35280"/>
                <a:gd name="textAreaTop" fmla="*/ 0 h 42480"/>
                <a:gd name="textAreaBottom" fmla="*/ 43560 h 42480"/>
              </a:gdLst>
              <a:ahLst/>
              <a:cxnLst/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37" name="Freihandform: Form 28"/>
            <p:cNvSpPr/>
            <p:nvPr/>
          </p:nvSpPr>
          <p:spPr>
            <a:xfrm>
              <a:off x="784908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238" name="Grafik 9"/>
            <p:cNvGrpSpPr/>
            <p:nvPr/>
          </p:nvGrpSpPr>
          <p:grpSpPr>
            <a:xfrm>
              <a:off x="7872120" y="834120"/>
              <a:ext cx="74160" cy="40680"/>
              <a:chOff x="7872120" y="834120"/>
              <a:chExt cx="74160" cy="40680"/>
            </a:xfrm>
          </p:grpSpPr>
          <p:sp>
            <p:nvSpPr>
              <p:cNvPr id="239" name="Freihandform: Form 30"/>
              <p:cNvSpPr/>
              <p:nvPr/>
            </p:nvSpPr>
            <p:spPr>
              <a:xfrm>
                <a:off x="7872120" y="834120"/>
                <a:ext cx="33480" cy="406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0680"/>
                  <a:gd name="textAreaBottom" fmla="*/ 41760 h 40680"/>
                </a:gdLst>
                <a:ahLst/>
                <a:cxnLst/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40" name="Freihandform: Form 31"/>
              <p:cNvSpPr/>
              <p:nvPr/>
            </p:nvSpPr>
            <p:spPr>
              <a:xfrm>
                <a:off x="7922160" y="834120"/>
                <a:ext cx="24120" cy="40680"/>
              </a:xfrm>
              <a:custGeom>
                <a:avLst/>
                <a:gdLst>
                  <a:gd name="textAreaLeft" fmla="*/ 0 w 24120"/>
                  <a:gd name="textAreaRight" fmla="*/ 25200 w 24120"/>
                  <a:gd name="textAreaTop" fmla="*/ 0 h 40680"/>
                  <a:gd name="textAreaBottom" fmla="*/ 41760 h 40680"/>
                </a:gdLst>
                <a:ahLst/>
                <a:cxnLst/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2240" tIns="-3240" rIns="1224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241" name="Freihandform: Form 32"/>
            <p:cNvSpPr/>
            <p:nvPr/>
          </p:nvSpPr>
          <p:spPr>
            <a:xfrm>
              <a:off x="795924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242" name="Grafik 9"/>
            <p:cNvGrpSpPr/>
            <p:nvPr/>
          </p:nvGrpSpPr>
          <p:grpSpPr>
            <a:xfrm>
              <a:off x="7979760" y="812160"/>
              <a:ext cx="78120" cy="64440"/>
              <a:chOff x="7979760" y="812160"/>
              <a:chExt cx="78120" cy="64440"/>
            </a:xfrm>
          </p:grpSpPr>
          <p:sp>
            <p:nvSpPr>
              <p:cNvPr id="243" name="Freihandform: Form 34"/>
              <p:cNvSpPr/>
              <p:nvPr/>
            </p:nvSpPr>
            <p:spPr>
              <a:xfrm>
                <a:off x="7979760" y="834120"/>
                <a:ext cx="33480" cy="424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2480"/>
                  <a:gd name="textAreaBottom" fmla="*/ 43560 h 42480"/>
                </a:gdLst>
                <a:ahLst/>
                <a:cxnLst/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1440" rIns="1692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44" name="Freihandform: Form 35"/>
              <p:cNvSpPr/>
              <p:nvPr/>
            </p:nvSpPr>
            <p:spPr>
              <a:xfrm>
                <a:off x="8024400" y="812160"/>
                <a:ext cx="33480" cy="622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62280"/>
                  <a:gd name="textAreaBottom" fmla="*/ 63360 h 62280"/>
                  <a:gd name="GluePoint1X" fmla="*/ 0 w 176"/>
                  <a:gd name="GluePoint1Y" fmla="*/ 0 h 96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18360" rIns="1692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245" name="Freihandform: Form 36"/>
            <p:cNvSpPr/>
            <p:nvPr/>
          </p:nvSpPr>
          <p:spPr>
            <a:xfrm>
              <a:off x="8106480" y="817920"/>
              <a:ext cx="42480" cy="56880"/>
            </a:xfrm>
            <a:custGeom>
              <a:avLst/>
              <a:gdLst>
                <a:gd name="textAreaLeft" fmla="*/ 0 w 42480"/>
                <a:gd name="textAreaRight" fmla="*/ 43560 w 42480"/>
                <a:gd name="textAreaTop" fmla="*/ 0 h 56880"/>
                <a:gd name="textAreaBottom" fmla="*/ 57960 h 56880"/>
                <a:gd name="GluePoint1X" fmla="*/ 0 w 161"/>
                <a:gd name="GluePoint1Y" fmla="*/ 0 h 121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46" name="Freihandform: Form 37"/>
            <p:cNvSpPr/>
            <p:nvPr/>
          </p:nvSpPr>
          <p:spPr>
            <a:xfrm>
              <a:off x="8164800" y="834120"/>
              <a:ext cx="35280" cy="42480"/>
            </a:xfrm>
            <a:custGeom>
              <a:avLst/>
              <a:gdLst>
                <a:gd name="textAreaLeft" fmla="*/ 0 w 35280"/>
                <a:gd name="textAreaRight" fmla="*/ 36360 w 35280"/>
                <a:gd name="textAreaTop" fmla="*/ 0 h 42480"/>
                <a:gd name="textAreaBottom" fmla="*/ 43560 h 42480"/>
              </a:gdLst>
              <a:ahLst/>
              <a:cxnLst/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47" name="Freihandform: Form 38"/>
            <p:cNvSpPr/>
            <p:nvPr/>
          </p:nvSpPr>
          <p:spPr>
            <a:xfrm>
              <a:off x="821340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248" name="Grafik 9"/>
            <p:cNvGrpSpPr/>
            <p:nvPr/>
          </p:nvGrpSpPr>
          <p:grpSpPr>
            <a:xfrm>
              <a:off x="7741440" y="834120"/>
              <a:ext cx="1049040" cy="180000"/>
              <a:chOff x="7741440" y="834120"/>
              <a:chExt cx="1049040" cy="180000"/>
            </a:xfrm>
          </p:grpSpPr>
          <p:sp>
            <p:nvSpPr>
              <p:cNvPr id="249" name="Freihandform: Form 40"/>
              <p:cNvSpPr/>
              <p:nvPr/>
            </p:nvSpPr>
            <p:spPr>
              <a:xfrm>
                <a:off x="8236440" y="834120"/>
                <a:ext cx="33480" cy="406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0680"/>
                  <a:gd name="textAreaBottom" fmla="*/ 41760 h 40680"/>
                </a:gdLst>
                <a:ahLst/>
                <a:cxnLst/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50" name="Freihandform: Form 41"/>
              <p:cNvSpPr/>
              <p:nvPr/>
            </p:nvSpPr>
            <p:spPr>
              <a:xfrm>
                <a:off x="8284680" y="834120"/>
                <a:ext cx="35280" cy="42480"/>
              </a:xfrm>
              <a:custGeom>
                <a:avLst/>
                <a:gdLst>
                  <a:gd name="textAreaLeft" fmla="*/ 0 w 35280"/>
                  <a:gd name="textAreaRight" fmla="*/ 36360 w 35280"/>
                  <a:gd name="textAreaTop" fmla="*/ 0 h 42480"/>
                  <a:gd name="textAreaBottom" fmla="*/ 43560 h 42480"/>
                </a:gdLst>
                <a:ahLst/>
                <a:cxnLst/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640" tIns="-1440" rIns="1764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51" name="Freihandform: Form 42"/>
              <p:cNvSpPr/>
              <p:nvPr/>
            </p:nvSpPr>
            <p:spPr>
              <a:xfrm>
                <a:off x="7741440" y="914040"/>
                <a:ext cx="883440" cy="62280"/>
              </a:xfrm>
              <a:custGeom>
                <a:avLst/>
                <a:gdLst>
                  <a:gd name="textAreaLeft" fmla="*/ 0 w 883440"/>
                  <a:gd name="textAreaRight" fmla="*/ 884520 w 883440"/>
                  <a:gd name="textAreaTop" fmla="*/ 0 h 62280"/>
                  <a:gd name="textAreaBottom" fmla="*/ 63360 h 62280"/>
                </a:gdLst>
                <a:ahLst/>
                <a:cxnLst/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52" name="Freihandform: Form 43"/>
              <p:cNvSpPr/>
              <p:nvPr/>
            </p:nvSpPr>
            <p:spPr>
              <a:xfrm>
                <a:off x="8677440" y="915480"/>
                <a:ext cx="113040" cy="98640"/>
              </a:xfrm>
              <a:custGeom>
                <a:avLst/>
                <a:gdLst>
                  <a:gd name="textAreaLeft" fmla="*/ 0 w 113040"/>
                  <a:gd name="textAreaRight" fmla="*/ 114120 w 113040"/>
                  <a:gd name="textAreaTop" fmla="*/ 0 h 98640"/>
                  <a:gd name="textAreaBottom" fmla="*/ 99720 h 98640"/>
                  <a:gd name="GluePoint1X" fmla="*/ 0 w 277"/>
                  <a:gd name="GluePoint1Y" fmla="*/ 0 h 317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520" tIns="45000" rIns="5652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253" name="Freihandform: Form 44" hidden="1"/>
          <p:cNvSpPr/>
          <p:nvPr/>
        </p:nvSpPr>
        <p:spPr>
          <a:xfrm>
            <a:off x="-5040" y="407880"/>
            <a:ext cx="336240" cy="293760"/>
          </a:xfrm>
          <a:custGeom>
            <a:avLst/>
            <a:gdLst>
              <a:gd name="textAreaLeft" fmla="*/ 0 w 336240"/>
              <a:gd name="textAreaRight" fmla="*/ 337320 w 336240"/>
              <a:gd name="textAreaTop" fmla="*/ 0 h 293760"/>
              <a:gd name="textAreaBottom" fmla="*/ 294840 h 293760"/>
              <a:gd name="GluePoint1X" fmla="*/ 0 w 819"/>
              <a:gd name="GluePoint1Y" fmla="*/ 0 h 937"/>
            </a:gdLst>
            <a:ahLst/>
            <a:cxnLst>
              <a:cxn ang="0">
                <a:pos x="GluePoint1X" y="GluePoint1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grpSp>
        <p:nvGrpSpPr>
          <p:cNvPr id="254" name="Gruppieren 30"/>
          <p:cNvGrpSpPr/>
          <p:nvPr/>
        </p:nvGrpSpPr>
        <p:grpSpPr>
          <a:xfrm>
            <a:off x="-5040" y="4950720"/>
            <a:ext cx="9147960" cy="196920"/>
            <a:chOff x="-5040" y="4950720"/>
            <a:chExt cx="9147960" cy="196920"/>
          </a:xfrm>
        </p:grpSpPr>
        <p:sp>
          <p:nvSpPr>
            <p:cNvPr id="255" name="bk object 18"/>
            <p:cNvSpPr/>
            <p:nvPr/>
          </p:nvSpPr>
          <p:spPr>
            <a:xfrm>
              <a:off x="-5040" y="4950720"/>
              <a:ext cx="483840" cy="196920"/>
            </a:xfrm>
            <a:custGeom>
              <a:avLst/>
              <a:gdLst>
                <a:gd name="textAreaLeft" fmla="*/ 0 w 483840"/>
                <a:gd name="textAreaRight" fmla="*/ 484920 w 483840"/>
                <a:gd name="textAreaTop" fmla="*/ 0 h 196920"/>
                <a:gd name="textAreaBottom" fmla="*/ 198000 h 19692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56" name="bk object 18"/>
            <p:cNvSpPr/>
            <p:nvPr/>
          </p:nvSpPr>
          <p:spPr>
            <a:xfrm>
              <a:off x="522360" y="4950720"/>
              <a:ext cx="8620560" cy="196920"/>
            </a:xfrm>
            <a:custGeom>
              <a:avLst/>
              <a:gdLst>
                <a:gd name="textAreaLeft" fmla="*/ 0 w 8620560"/>
                <a:gd name="textAreaRight" fmla="*/ 8621640 w 8620560"/>
                <a:gd name="textAreaTop" fmla="*/ 0 h 196920"/>
                <a:gd name="textAreaBottom" fmla="*/ 198000 h 19692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57" name="Holder 3"/>
            <p:cNvSpPr/>
            <p:nvPr/>
          </p:nvSpPr>
          <p:spPr>
            <a:xfrm>
              <a:off x="8194680" y="4966200"/>
              <a:ext cx="448560" cy="166680"/>
            </a:xfrm>
            <a:prstGeom prst="rect">
              <a:avLst/>
            </a:pr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258" name="PlaceHolder 1"/>
          <p:cNvSpPr>
            <a:spLocks noGrp="1"/>
          </p:cNvSpPr>
          <p:nvPr>
            <p:ph type="dt" idx="6"/>
          </p:nvPr>
        </p:nvSpPr>
        <p:spPr>
          <a:xfrm>
            <a:off x="6564960" y="4460400"/>
            <a:ext cx="2056320" cy="273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&lt;Datum/Uhrzeit&gt;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9" name="PlaceHolder 2"/>
          <p:cNvSpPr>
            <a:spLocks noGrp="1"/>
          </p:cNvSpPr>
          <p:nvPr>
            <p:ph type="title"/>
          </p:nvPr>
        </p:nvSpPr>
        <p:spPr>
          <a:xfrm>
            <a:off x="526680" y="3818520"/>
            <a:ext cx="5772600" cy="566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de-DE" sz="36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36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Titel bearbeiten</a:t>
            </a:r>
            <a:endParaRPr lang="de-DE" sz="3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grpSp>
        <p:nvGrpSpPr>
          <p:cNvPr id="260" name="Grafik 6"/>
          <p:cNvGrpSpPr/>
          <p:nvPr/>
        </p:nvGrpSpPr>
        <p:grpSpPr>
          <a:xfrm>
            <a:off x="522720" y="385200"/>
            <a:ext cx="1527120" cy="582480"/>
            <a:chOff x="522720" y="385200"/>
            <a:chExt cx="1527120" cy="582480"/>
          </a:xfrm>
        </p:grpSpPr>
        <p:sp>
          <p:nvSpPr>
            <p:cNvPr id="261" name="Freihandform: Form 17"/>
            <p:cNvSpPr/>
            <p:nvPr/>
          </p:nvSpPr>
          <p:spPr>
            <a:xfrm>
              <a:off x="1888920" y="825480"/>
              <a:ext cx="160920" cy="142200"/>
            </a:xfrm>
            <a:custGeom>
              <a:avLst/>
              <a:gdLst>
                <a:gd name="textAreaLeft" fmla="*/ 0 w 160920"/>
                <a:gd name="textAreaRight" fmla="*/ 162000 w 160920"/>
                <a:gd name="textAreaTop" fmla="*/ 0 h 142200"/>
                <a:gd name="textAreaBottom" fmla="*/ 143280 h 142200"/>
                <a:gd name="GluePoint1X" fmla="*/ 0 w 398"/>
                <a:gd name="GluePoint1Y" fmla="*/ 0 h 45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270992" h="239376">
                  <a:moveTo>
                    <a:pt x="0" y="242086"/>
                  </a:moveTo>
                  <a:lnTo>
                    <a:pt x="152659" y="242086"/>
                  </a:lnTo>
                  <a:cubicBezTo>
                    <a:pt x="219955" y="242086"/>
                    <a:pt x="274154" y="187888"/>
                    <a:pt x="274154" y="121043"/>
                  </a:cubicBezTo>
                  <a:cubicBezTo>
                    <a:pt x="274154" y="54198"/>
                    <a:pt x="219955" y="0"/>
                    <a:pt x="152659" y="0"/>
                  </a:cubicBezTo>
                  <a:lnTo>
                    <a:pt x="0" y="0"/>
                  </a:lnTo>
                  <a:lnTo>
                    <a:pt x="0" y="242086"/>
                  </a:lnTo>
                  <a:close/>
                </a:path>
              </a:pathLst>
            </a:custGeom>
            <a:solidFill>
              <a:schemeClr val="tx2"/>
            </a:solidFill>
            <a:ln w="451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80640" tIns="45000" rIns="80640" bIns="4500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62" name="Freihandform: Form 19"/>
            <p:cNvSpPr/>
            <p:nvPr/>
          </p:nvSpPr>
          <p:spPr>
            <a:xfrm>
              <a:off x="1432440" y="512640"/>
              <a:ext cx="393480" cy="396360"/>
            </a:xfrm>
            <a:custGeom>
              <a:avLst/>
              <a:gdLst>
                <a:gd name="textAreaLeft" fmla="*/ 0 w 393480"/>
                <a:gd name="textAreaRight" fmla="*/ 394560 w 393480"/>
                <a:gd name="textAreaTop" fmla="*/ 0 h 396360"/>
                <a:gd name="textAreaBottom" fmla="*/ 397440 h 396360"/>
                <a:gd name="GluePoint1X" fmla="*/ 0 w 1104"/>
                <a:gd name="GluePoint1Y" fmla="*/ 552 h 1096"/>
                <a:gd name="GluePoint2X" fmla="*/ 0 w 1104"/>
                <a:gd name="GluePoint2Y" fmla="*/ 0 h 10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</a:cxnLst>
              <a:rect l="textAreaLeft" t="textAreaTop" r="textAreaRight" b="textAreaBottom"/>
              <a:pathLst>
                <a:path w="659414" h="663930">
                  <a:moveTo>
                    <a:pt x="662124" y="0"/>
                  </a:moveTo>
                  <a:lnTo>
                    <a:pt x="662124" y="331965"/>
                  </a:lnTo>
                  <a:cubicBezTo>
                    <a:pt x="662124" y="529790"/>
                    <a:pt x="513982" y="663931"/>
                    <a:pt x="331062" y="663931"/>
                  </a:cubicBezTo>
                  <a:cubicBezTo>
                    <a:pt x="148142" y="663931"/>
                    <a:pt x="0" y="529790"/>
                    <a:pt x="0" y="331965"/>
                  </a:cubicBezTo>
                  <a:cubicBezTo>
                    <a:pt x="0" y="303511"/>
                    <a:pt x="0" y="0"/>
                    <a:pt x="0" y="0"/>
                  </a:cubicBezTo>
                  <a:lnTo>
                    <a:pt x="168015" y="0"/>
                  </a:lnTo>
                  <a:cubicBezTo>
                    <a:pt x="168015" y="60522"/>
                    <a:pt x="168015" y="305318"/>
                    <a:pt x="168015" y="317513"/>
                  </a:cubicBezTo>
                  <a:cubicBezTo>
                    <a:pt x="168015" y="420038"/>
                    <a:pt x="241183" y="490496"/>
                    <a:pt x="331514" y="490496"/>
                  </a:cubicBezTo>
                  <a:cubicBezTo>
                    <a:pt x="421845" y="490496"/>
                    <a:pt x="495012" y="420490"/>
                    <a:pt x="495012" y="317513"/>
                  </a:cubicBezTo>
                  <a:lnTo>
                    <a:pt x="495012" y="0"/>
                  </a:lnTo>
                  <a:lnTo>
                    <a:pt x="662124" y="0"/>
                  </a:lnTo>
                  <a:close/>
                </a:path>
              </a:pathLst>
            </a:custGeom>
            <a:solidFill>
              <a:schemeClr val="tx2"/>
            </a:solidFill>
            <a:ln w="451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63" name="Freihandform: Form 20"/>
            <p:cNvSpPr/>
            <p:nvPr/>
          </p:nvSpPr>
          <p:spPr>
            <a:xfrm>
              <a:off x="522720" y="385200"/>
              <a:ext cx="393480" cy="512640"/>
            </a:xfrm>
            <a:custGeom>
              <a:avLst/>
              <a:gdLst>
                <a:gd name="textAreaLeft" fmla="*/ 0 w 393480"/>
                <a:gd name="textAreaRight" fmla="*/ 394560 w 393480"/>
                <a:gd name="textAreaTop" fmla="*/ 0 h 512640"/>
                <a:gd name="textAreaBottom" fmla="*/ 513720 h 512640"/>
                <a:gd name="GluePoint1X" fmla="*/ 0 w 1427"/>
                <a:gd name="GluePoint1Y" fmla="*/ 0 h 1096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659414" h="858142">
                  <a:moveTo>
                    <a:pt x="168015" y="859497"/>
                  </a:moveTo>
                  <a:lnTo>
                    <a:pt x="0" y="859497"/>
                  </a:lnTo>
                  <a:lnTo>
                    <a:pt x="0" y="0"/>
                  </a:lnTo>
                  <a:lnTo>
                    <a:pt x="168015" y="0"/>
                  </a:lnTo>
                  <a:lnTo>
                    <a:pt x="168015" y="235312"/>
                  </a:lnTo>
                  <a:cubicBezTo>
                    <a:pt x="216342" y="209567"/>
                    <a:pt x="271895" y="195114"/>
                    <a:pt x="331514" y="195114"/>
                  </a:cubicBezTo>
                  <a:cubicBezTo>
                    <a:pt x="514433" y="195114"/>
                    <a:pt x="662576" y="329256"/>
                    <a:pt x="662576" y="527080"/>
                  </a:cubicBezTo>
                  <a:lnTo>
                    <a:pt x="662576" y="859045"/>
                  </a:lnTo>
                  <a:lnTo>
                    <a:pt x="494561" y="859045"/>
                  </a:lnTo>
                  <a:lnTo>
                    <a:pt x="494561" y="541533"/>
                  </a:lnTo>
                  <a:cubicBezTo>
                    <a:pt x="494561" y="439007"/>
                    <a:pt x="421393" y="368549"/>
                    <a:pt x="331062" y="368549"/>
                  </a:cubicBezTo>
                  <a:cubicBezTo>
                    <a:pt x="240731" y="368549"/>
                    <a:pt x="167563" y="438556"/>
                    <a:pt x="167563" y="541533"/>
                  </a:cubicBezTo>
                  <a:lnTo>
                    <a:pt x="168015" y="859497"/>
                  </a:lnTo>
                  <a:close/>
                </a:path>
              </a:pathLst>
            </a:custGeom>
            <a:solidFill>
              <a:schemeClr val="tx2"/>
            </a:solidFill>
            <a:ln w="451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64" name="Freihandform: Form 23"/>
            <p:cNvSpPr/>
            <p:nvPr/>
          </p:nvSpPr>
          <p:spPr>
            <a:xfrm>
              <a:off x="979200" y="385200"/>
              <a:ext cx="393480" cy="512640"/>
            </a:xfrm>
            <a:custGeom>
              <a:avLst/>
              <a:gdLst>
                <a:gd name="textAreaLeft" fmla="*/ 0 w 393480"/>
                <a:gd name="textAreaRight" fmla="*/ 394560 w 393480"/>
                <a:gd name="textAreaTop" fmla="*/ 0 h 512640"/>
                <a:gd name="textAreaBottom" fmla="*/ 513720 h 512640"/>
                <a:gd name="GluePoint1X" fmla="*/ 0 w 1427"/>
                <a:gd name="GluePoint1Y" fmla="*/ 0 h 1096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659414" h="858142">
                  <a:moveTo>
                    <a:pt x="167563" y="859497"/>
                  </a:moveTo>
                  <a:lnTo>
                    <a:pt x="0" y="859497"/>
                  </a:lnTo>
                  <a:lnTo>
                    <a:pt x="0" y="0"/>
                  </a:lnTo>
                  <a:lnTo>
                    <a:pt x="168015" y="0"/>
                  </a:lnTo>
                  <a:lnTo>
                    <a:pt x="168015" y="235312"/>
                  </a:lnTo>
                  <a:cubicBezTo>
                    <a:pt x="216342" y="209567"/>
                    <a:pt x="271895" y="195114"/>
                    <a:pt x="331514" y="195114"/>
                  </a:cubicBezTo>
                  <a:cubicBezTo>
                    <a:pt x="514433" y="195114"/>
                    <a:pt x="662576" y="329256"/>
                    <a:pt x="662576" y="527080"/>
                  </a:cubicBezTo>
                  <a:lnTo>
                    <a:pt x="662576" y="859045"/>
                  </a:lnTo>
                  <a:lnTo>
                    <a:pt x="494561" y="859045"/>
                  </a:lnTo>
                  <a:lnTo>
                    <a:pt x="494561" y="541533"/>
                  </a:lnTo>
                  <a:cubicBezTo>
                    <a:pt x="494561" y="439007"/>
                    <a:pt x="421393" y="368549"/>
                    <a:pt x="331062" y="368549"/>
                  </a:cubicBezTo>
                  <a:cubicBezTo>
                    <a:pt x="240731" y="368549"/>
                    <a:pt x="167563" y="438556"/>
                    <a:pt x="167563" y="541533"/>
                  </a:cubicBezTo>
                  <a:lnTo>
                    <a:pt x="167563" y="859497"/>
                  </a:lnTo>
                  <a:close/>
                </a:path>
              </a:pathLst>
            </a:custGeom>
            <a:solidFill>
              <a:schemeClr val="tx2"/>
            </a:solidFill>
            <a:ln w="451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265" name="PlaceHolder 3"/>
          <p:cNvSpPr>
            <a:spLocks noGrp="1"/>
          </p:cNvSpPr>
          <p:nvPr>
            <p:ph type="body"/>
          </p:nvPr>
        </p:nvSpPr>
        <p:spPr>
          <a:xfrm>
            <a:off x="0" y="1422360"/>
            <a:ext cx="6677280" cy="239508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txBody>
          <a:bodyPr lIns="0" tIns="540000" rIns="0" bIns="0" anchor="t">
            <a:noAutofit/>
          </a:bodyPr>
          <a:lstStyle>
            <a:lvl1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</a:lstStyle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Inhaltsplatzhalter</a:t>
            </a:r>
            <a:endParaRPr lang="de-DE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de-DE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66" name="PlaceHolder 4"/>
          <p:cNvSpPr>
            <a:spLocks noGrp="1"/>
          </p:cNvSpPr>
          <p:nvPr>
            <p:ph type="body"/>
          </p:nvPr>
        </p:nvSpPr>
        <p:spPr>
          <a:xfrm>
            <a:off x="6741000" y="1422360"/>
            <a:ext cx="2401920" cy="239508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txBody>
          <a:bodyPr lIns="0" tIns="540000" rIns="0" bIns="0" anchor="t">
            <a:noAutofit/>
          </a:bodyPr>
          <a:lstStyle>
            <a:lvl1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</a:lstStyle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Inhaltsplatzhalter</a:t>
            </a:r>
            <a:endParaRPr lang="de-DE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de-DE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el + Untertite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7" name="Gruppieren 6"/>
          <p:cNvGrpSpPr/>
          <p:nvPr/>
        </p:nvGrpSpPr>
        <p:grpSpPr>
          <a:xfrm>
            <a:off x="-5040" y="4950720"/>
            <a:ext cx="9147960" cy="196920"/>
            <a:chOff x="-5040" y="4950720"/>
            <a:chExt cx="9147960" cy="196920"/>
          </a:xfrm>
        </p:grpSpPr>
        <p:sp>
          <p:nvSpPr>
            <p:cNvPr id="268" name="bk object 18"/>
            <p:cNvSpPr/>
            <p:nvPr/>
          </p:nvSpPr>
          <p:spPr>
            <a:xfrm>
              <a:off x="-5040" y="4950720"/>
              <a:ext cx="483840" cy="196920"/>
            </a:xfrm>
            <a:custGeom>
              <a:avLst/>
              <a:gdLst>
                <a:gd name="textAreaLeft" fmla="*/ 0 w 483840"/>
                <a:gd name="textAreaRight" fmla="*/ 484920 w 483840"/>
                <a:gd name="textAreaTop" fmla="*/ 0 h 196920"/>
                <a:gd name="textAreaBottom" fmla="*/ 198000 h 19692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69" name="bk object 18"/>
            <p:cNvSpPr/>
            <p:nvPr/>
          </p:nvSpPr>
          <p:spPr>
            <a:xfrm>
              <a:off x="522360" y="4950720"/>
              <a:ext cx="8620560" cy="196920"/>
            </a:xfrm>
            <a:custGeom>
              <a:avLst/>
              <a:gdLst>
                <a:gd name="textAreaLeft" fmla="*/ 0 w 8620560"/>
                <a:gd name="textAreaRight" fmla="*/ 8621640 w 8620560"/>
                <a:gd name="textAreaTop" fmla="*/ 0 h 196920"/>
                <a:gd name="textAreaBottom" fmla="*/ 198000 h 19692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70" name="Holder 3"/>
            <p:cNvSpPr/>
            <p:nvPr/>
          </p:nvSpPr>
          <p:spPr>
            <a:xfrm>
              <a:off x="8194680" y="4966200"/>
              <a:ext cx="448560" cy="1666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271" name="Gerader Verbinder 11"/>
          <p:cNvCxnSpPr/>
          <p:nvPr/>
        </p:nvCxnSpPr>
        <p:spPr>
          <a:xfrm>
            <a:off x="521280" y="974520"/>
            <a:ext cx="6833160" cy="108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272" name="Grafik 9"/>
          <p:cNvGrpSpPr/>
          <p:nvPr/>
        </p:nvGrpSpPr>
        <p:grpSpPr>
          <a:xfrm>
            <a:off x="7741440" y="394200"/>
            <a:ext cx="1049040" cy="619920"/>
            <a:chOff x="7741440" y="394200"/>
            <a:chExt cx="1049040" cy="619920"/>
          </a:xfrm>
        </p:grpSpPr>
        <p:grpSp>
          <p:nvGrpSpPr>
            <p:cNvPr id="273" name="Grafik 9"/>
            <p:cNvGrpSpPr/>
            <p:nvPr/>
          </p:nvGrpSpPr>
          <p:grpSpPr>
            <a:xfrm>
              <a:off x="7741440" y="394200"/>
              <a:ext cx="883800" cy="431280"/>
              <a:chOff x="7741440" y="394200"/>
              <a:chExt cx="883800" cy="431280"/>
            </a:xfrm>
          </p:grpSpPr>
          <p:sp>
            <p:nvSpPr>
              <p:cNvPr id="274" name="Freihandform: Form 20"/>
              <p:cNvSpPr/>
              <p:nvPr/>
            </p:nvSpPr>
            <p:spPr>
              <a:xfrm>
                <a:off x="8358120" y="480600"/>
                <a:ext cx="267120" cy="26748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267480"/>
                  <a:gd name="textAreaBottom" fmla="*/ 268560 h 267480"/>
                  <a:gd name="GluePoint1X" fmla="*/ 0 w 746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75" name="Freihandform: Form 21"/>
              <p:cNvSpPr/>
              <p:nvPr/>
            </p:nvSpPr>
            <p:spPr>
              <a:xfrm>
                <a:off x="7741440" y="394200"/>
                <a:ext cx="267120" cy="34740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347400"/>
                  <a:gd name="textAreaBottom" fmla="*/ 348480 h 347400"/>
                  <a:gd name="GluePoint1X" fmla="*/ 0 w 968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76" name="Freihandform: Form 22"/>
              <p:cNvSpPr/>
              <p:nvPr/>
            </p:nvSpPr>
            <p:spPr>
              <a:xfrm>
                <a:off x="8050680" y="394200"/>
                <a:ext cx="267120" cy="34740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347400"/>
                  <a:gd name="textAreaBottom" fmla="*/ 348480 h 347400"/>
                  <a:gd name="GluePoint1X" fmla="*/ 0 w 968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77" name="Freihandform: Form 23"/>
              <p:cNvSpPr/>
              <p:nvPr/>
            </p:nvSpPr>
            <p:spPr>
              <a:xfrm>
                <a:off x="784800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78" name="Freihandform: Form 24"/>
              <p:cNvSpPr/>
              <p:nvPr/>
            </p:nvSpPr>
            <p:spPr>
              <a:xfrm>
                <a:off x="795816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79" name="Freihandform: Form 25"/>
              <p:cNvSpPr/>
              <p:nvPr/>
            </p:nvSpPr>
            <p:spPr>
              <a:xfrm>
                <a:off x="821232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280" name="Freihandform: Form 26"/>
            <p:cNvSpPr/>
            <p:nvPr/>
          </p:nvSpPr>
          <p:spPr>
            <a:xfrm>
              <a:off x="7741440" y="817920"/>
              <a:ext cx="42480" cy="56880"/>
            </a:xfrm>
            <a:custGeom>
              <a:avLst/>
              <a:gdLst>
                <a:gd name="textAreaLeft" fmla="*/ 0 w 42480"/>
                <a:gd name="textAreaRight" fmla="*/ 43560 w 42480"/>
                <a:gd name="textAreaTop" fmla="*/ 0 h 56880"/>
                <a:gd name="textAreaBottom" fmla="*/ 57960 h 56880"/>
                <a:gd name="GluePoint1X" fmla="*/ 0 w 161"/>
                <a:gd name="GluePoint1Y" fmla="*/ 0 h 121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81" name="Freihandform: Form 27"/>
            <p:cNvSpPr/>
            <p:nvPr/>
          </p:nvSpPr>
          <p:spPr>
            <a:xfrm>
              <a:off x="7799760" y="834120"/>
              <a:ext cx="35280" cy="42480"/>
            </a:xfrm>
            <a:custGeom>
              <a:avLst/>
              <a:gdLst>
                <a:gd name="textAreaLeft" fmla="*/ 0 w 35280"/>
                <a:gd name="textAreaRight" fmla="*/ 36360 w 35280"/>
                <a:gd name="textAreaTop" fmla="*/ 0 h 42480"/>
                <a:gd name="textAreaBottom" fmla="*/ 43560 h 42480"/>
              </a:gdLst>
              <a:ahLst/>
              <a:cxnLst/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82" name="Freihandform: Form 28"/>
            <p:cNvSpPr/>
            <p:nvPr/>
          </p:nvSpPr>
          <p:spPr>
            <a:xfrm>
              <a:off x="784908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283" name="Grafik 9"/>
            <p:cNvGrpSpPr/>
            <p:nvPr/>
          </p:nvGrpSpPr>
          <p:grpSpPr>
            <a:xfrm>
              <a:off x="7872120" y="834120"/>
              <a:ext cx="74160" cy="40680"/>
              <a:chOff x="7872120" y="834120"/>
              <a:chExt cx="74160" cy="40680"/>
            </a:xfrm>
          </p:grpSpPr>
          <p:sp>
            <p:nvSpPr>
              <p:cNvPr id="284" name="Freihandform: Form 30"/>
              <p:cNvSpPr/>
              <p:nvPr/>
            </p:nvSpPr>
            <p:spPr>
              <a:xfrm>
                <a:off x="7872120" y="834120"/>
                <a:ext cx="33480" cy="406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0680"/>
                  <a:gd name="textAreaBottom" fmla="*/ 41760 h 40680"/>
                </a:gdLst>
                <a:ahLst/>
                <a:cxnLst/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85" name="Freihandform: Form 31"/>
              <p:cNvSpPr/>
              <p:nvPr/>
            </p:nvSpPr>
            <p:spPr>
              <a:xfrm>
                <a:off x="7922160" y="834120"/>
                <a:ext cx="24120" cy="40680"/>
              </a:xfrm>
              <a:custGeom>
                <a:avLst/>
                <a:gdLst>
                  <a:gd name="textAreaLeft" fmla="*/ 0 w 24120"/>
                  <a:gd name="textAreaRight" fmla="*/ 25200 w 24120"/>
                  <a:gd name="textAreaTop" fmla="*/ 0 h 40680"/>
                  <a:gd name="textAreaBottom" fmla="*/ 41760 h 40680"/>
                </a:gdLst>
                <a:ahLst/>
                <a:cxnLst/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2240" tIns="-3240" rIns="1224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286" name="Freihandform: Form 32"/>
            <p:cNvSpPr/>
            <p:nvPr/>
          </p:nvSpPr>
          <p:spPr>
            <a:xfrm>
              <a:off x="795924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287" name="Grafik 9"/>
            <p:cNvGrpSpPr/>
            <p:nvPr/>
          </p:nvGrpSpPr>
          <p:grpSpPr>
            <a:xfrm>
              <a:off x="7979760" y="812160"/>
              <a:ext cx="78120" cy="64440"/>
              <a:chOff x="7979760" y="812160"/>
              <a:chExt cx="78120" cy="64440"/>
            </a:xfrm>
          </p:grpSpPr>
          <p:sp>
            <p:nvSpPr>
              <p:cNvPr id="288" name="Freihandform: Form 34"/>
              <p:cNvSpPr/>
              <p:nvPr/>
            </p:nvSpPr>
            <p:spPr>
              <a:xfrm>
                <a:off x="7979760" y="834120"/>
                <a:ext cx="33480" cy="424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2480"/>
                  <a:gd name="textAreaBottom" fmla="*/ 43560 h 42480"/>
                </a:gdLst>
                <a:ahLst/>
                <a:cxnLst/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1440" rIns="1692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89" name="Freihandform: Form 35"/>
              <p:cNvSpPr/>
              <p:nvPr/>
            </p:nvSpPr>
            <p:spPr>
              <a:xfrm>
                <a:off x="8024400" y="812160"/>
                <a:ext cx="33480" cy="622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62280"/>
                  <a:gd name="textAreaBottom" fmla="*/ 63360 h 62280"/>
                  <a:gd name="GluePoint1X" fmla="*/ 0 w 176"/>
                  <a:gd name="GluePoint1Y" fmla="*/ 0 h 96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18360" rIns="1692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290" name="Freihandform: Form 36"/>
            <p:cNvSpPr/>
            <p:nvPr/>
          </p:nvSpPr>
          <p:spPr>
            <a:xfrm>
              <a:off x="8106480" y="817920"/>
              <a:ext cx="42480" cy="56880"/>
            </a:xfrm>
            <a:custGeom>
              <a:avLst/>
              <a:gdLst>
                <a:gd name="textAreaLeft" fmla="*/ 0 w 42480"/>
                <a:gd name="textAreaRight" fmla="*/ 43560 w 42480"/>
                <a:gd name="textAreaTop" fmla="*/ 0 h 56880"/>
                <a:gd name="textAreaBottom" fmla="*/ 57960 h 56880"/>
                <a:gd name="GluePoint1X" fmla="*/ 0 w 161"/>
                <a:gd name="GluePoint1Y" fmla="*/ 0 h 121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91" name="Freihandform: Form 37"/>
            <p:cNvSpPr/>
            <p:nvPr/>
          </p:nvSpPr>
          <p:spPr>
            <a:xfrm>
              <a:off x="8164800" y="834120"/>
              <a:ext cx="35280" cy="42480"/>
            </a:xfrm>
            <a:custGeom>
              <a:avLst/>
              <a:gdLst>
                <a:gd name="textAreaLeft" fmla="*/ 0 w 35280"/>
                <a:gd name="textAreaRight" fmla="*/ 36360 w 35280"/>
                <a:gd name="textAreaTop" fmla="*/ 0 h 42480"/>
                <a:gd name="textAreaBottom" fmla="*/ 43560 h 42480"/>
              </a:gdLst>
              <a:ahLst/>
              <a:cxnLst/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92" name="Freihandform: Form 38"/>
            <p:cNvSpPr/>
            <p:nvPr/>
          </p:nvSpPr>
          <p:spPr>
            <a:xfrm>
              <a:off x="821340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293" name="Grafik 9"/>
            <p:cNvGrpSpPr/>
            <p:nvPr/>
          </p:nvGrpSpPr>
          <p:grpSpPr>
            <a:xfrm>
              <a:off x="7741440" y="834120"/>
              <a:ext cx="1049040" cy="180000"/>
              <a:chOff x="7741440" y="834120"/>
              <a:chExt cx="1049040" cy="180000"/>
            </a:xfrm>
          </p:grpSpPr>
          <p:sp>
            <p:nvSpPr>
              <p:cNvPr id="294" name="Freihandform: Form 40"/>
              <p:cNvSpPr/>
              <p:nvPr/>
            </p:nvSpPr>
            <p:spPr>
              <a:xfrm>
                <a:off x="8236440" y="834120"/>
                <a:ext cx="33480" cy="406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0680"/>
                  <a:gd name="textAreaBottom" fmla="*/ 41760 h 40680"/>
                </a:gdLst>
                <a:ahLst/>
                <a:cxnLst/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95" name="Freihandform: Form 41"/>
              <p:cNvSpPr/>
              <p:nvPr/>
            </p:nvSpPr>
            <p:spPr>
              <a:xfrm>
                <a:off x="8284680" y="834120"/>
                <a:ext cx="35280" cy="42480"/>
              </a:xfrm>
              <a:custGeom>
                <a:avLst/>
                <a:gdLst>
                  <a:gd name="textAreaLeft" fmla="*/ 0 w 35280"/>
                  <a:gd name="textAreaRight" fmla="*/ 36360 w 35280"/>
                  <a:gd name="textAreaTop" fmla="*/ 0 h 42480"/>
                  <a:gd name="textAreaBottom" fmla="*/ 43560 h 42480"/>
                </a:gdLst>
                <a:ahLst/>
                <a:cxnLst/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640" tIns="-1440" rIns="1764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96" name="Freihandform: Form 42"/>
              <p:cNvSpPr/>
              <p:nvPr/>
            </p:nvSpPr>
            <p:spPr>
              <a:xfrm>
                <a:off x="7741440" y="914040"/>
                <a:ext cx="883440" cy="62280"/>
              </a:xfrm>
              <a:custGeom>
                <a:avLst/>
                <a:gdLst>
                  <a:gd name="textAreaLeft" fmla="*/ 0 w 883440"/>
                  <a:gd name="textAreaRight" fmla="*/ 884520 w 883440"/>
                  <a:gd name="textAreaTop" fmla="*/ 0 h 62280"/>
                  <a:gd name="textAreaBottom" fmla="*/ 63360 h 62280"/>
                </a:gdLst>
                <a:ahLst/>
                <a:cxnLst/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97" name="Freihandform: Form 43"/>
              <p:cNvSpPr/>
              <p:nvPr/>
            </p:nvSpPr>
            <p:spPr>
              <a:xfrm>
                <a:off x="8677440" y="915480"/>
                <a:ext cx="113040" cy="98640"/>
              </a:xfrm>
              <a:custGeom>
                <a:avLst/>
                <a:gdLst>
                  <a:gd name="textAreaLeft" fmla="*/ 0 w 113040"/>
                  <a:gd name="textAreaRight" fmla="*/ 114120 w 113040"/>
                  <a:gd name="textAreaTop" fmla="*/ 0 h 98640"/>
                  <a:gd name="textAreaBottom" fmla="*/ 99720 h 98640"/>
                  <a:gd name="GluePoint1X" fmla="*/ 0 w 277"/>
                  <a:gd name="GluePoint1Y" fmla="*/ 0 h 317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520" tIns="45000" rIns="5652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298" name="Freihandform: Form 44"/>
          <p:cNvSpPr/>
          <p:nvPr/>
        </p:nvSpPr>
        <p:spPr>
          <a:xfrm>
            <a:off x="-5040" y="407880"/>
            <a:ext cx="336240" cy="293760"/>
          </a:xfrm>
          <a:custGeom>
            <a:avLst/>
            <a:gdLst>
              <a:gd name="textAreaLeft" fmla="*/ 0 w 336240"/>
              <a:gd name="textAreaRight" fmla="*/ 337320 w 336240"/>
              <a:gd name="textAreaTop" fmla="*/ 0 h 293760"/>
              <a:gd name="textAreaBottom" fmla="*/ 294840 h 293760"/>
              <a:gd name="GluePoint1X" fmla="*/ 0 w 819"/>
              <a:gd name="GluePoint1Y" fmla="*/ 0 h 937"/>
            </a:gdLst>
            <a:ahLst/>
            <a:cxnLst>
              <a:cxn ang="0">
                <a:pos x="GluePoint1X" y="GluePoint1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99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5600" cy="45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title style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300" name="PlaceHolder 2"/>
          <p:cNvSpPr>
            <a:spLocks noGrp="1"/>
          </p:cNvSpPr>
          <p:nvPr>
            <p:ph type="ftr" idx="7"/>
          </p:nvPr>
        </p:nvSpPr>
        <p:spPr>
          <a:xfrm>
            <a:off x="628560" y="4975560"/>
            <a:ext cx="7128720" cy="147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1" name="PlaceHolder 3"/>
          <p:cNvSpPr>
            <a:spLocks noGrp="1"/>
          </p:cNvSpPr>
          <p:nvPr>
            <p:ph type="sldNum" idx="8"/>
          </p:nvPr>
        </p:nvSpPr>
        <p:spPr>
          <a:xfrm>
            <a:off x="35640" y="4975560"/>
            <a:ext cx="336240" cy="147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68616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686160">
              <a:lnSpc>
                <a:spcPct val="100000"/>
              </a:lnSpc>
              <a:buNone/>
              <a:tabLst>
                <a:tab pos="0" algn="l"/>
              </a:tabLst>
            </a:pPr>
            <a:fld id="{2A075835-EA60-4C8B-990B-ACCE2019FECA}" type="slidenum">
              <a: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2" name="PlaceHolder 4"/>
          <p:cNvSpPr>
            <a:spLocks noGrp="1"/>
          </p:cNvSpPr>
          <p:nvPr>
            <p:ph type="body"/>
          </p:nvPr>
        </p:nvSpPr>
        <p:spPr>
          <a:xfrm>
            <a:off x="521640" y="1088280"/>
            <a:ext cx="8100000" cy="323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8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Nur Tite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3" name="Gruppieren 6"/>
          <p:cNvGrpSpPr/>
          <p:nvPr/>
        </p:nvGrpSpPr>
        <p:grpSpPr>
          <a:xfrm>
            <a:off x="-5040" y="4950720"/>
            <a:ext cx="9147960" cy="196920"/>
            <a:chOff x="-5040" y="4950720"/>
            <a:chExt cx="9147960" cy="196920"/>
          </a:xfrm>
        </p:grpSpPr>
        <p:sp>
          <p:nvSpPr>
            <p:cNvPr id="304" name="bk object 18"/>
            <p:cNvSpPr/>
            <p:nvPr/>
          </p:nvSpPr>
          <p:spPr>
            <a:xfrm>
              <a:off x="-5040" y="4950720"/>
              <a:ext cx="483840" cy="196920"/>
            </a:xfrm>
            <a:custGeom>
              <a:avLst/>
              <a:gdLst>
                <a:gd name="textAreaLeft" fmla="*/ 0 w 483840"/>
                <a:gd name="textAreaRight" fmla="*/ 484920 w 483840"/>
                <a:gd name="textAreaTop" fmla="*/ 0 h 196920"/>
                <a:gd name="textAreaBottom" fmla="*/ 198000 h 19692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05" name="bk object 18"/>
            <p:cNvSpPr/>
            <p:nvPr/>
          </p:nvSpPr>
          <p:spPr>
            <a:xfrm>
              <a:off x="522360" y="4950720"/>
              <a:ext cx="8620560" cy="196920"/>
            </a:xfrm>
            <a:custGeom>
              <a:avLst/>
              <a:gdLst>
                <a:gd name="textAreaLeft" fmla="*/ 0 w 8620560"/>
                <a:gd name="textAreaRight" fmla="*/ 8621640 w 8620560"/>
                <a:gd name="textAreaTop" fmla="*/ 0 h 196920"/>
                <a:gd name="textAreaBottom" fmla="*/ 198000 h 19692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06" name="Holder 3"/>
            <p:cNvSpPr/>
            <p:nvPr/>
          </p:nvSpPr>
          <p:spPr>
            <a:xfrm>
              <a:off x="8194680" y="4966200"/>
              <a:ext cx="448560" cy="1666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307" name="Gerader Verbinder 11"/>
          <p:cNvCxnSpPr/>
          <p:nvPr/>
        </p:nvCxnSpPr>
        <p:spPr>
          <a:xfrm>
            <a:off x="521280" y="974520"/>
            <a:ext cx="6833160" cy="108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308" name="Grafik 9"/>
          <p:cNvGrpSpPr/>
          <p:nvPr/>
        </p:nvGrpSpPr>
        <p:grpSpPr>
          <a:xfrm>
            <a:off x="7741440" y="394200"/>
            <a:ext cx="1049040" cy="619920"/>
            <a:chOff x="7741440" y="394200"/>
            <a:chExt cx="1049040" cy="619920"/>
          </a:xfrm>
        </p:grpSpPr>
        <p:grpSp>
          <p:nvGrpSpPr>
            <p:cNvPr id="309" name="Grafik 9"/>
            <p:cNvGrpSpPr/>
            <p:nvPr/>
          </p:nvGrpSpPr>
          <p:grpSpPr>
            <a:xfrm>
              <a:off x="7741440" y="394200"/>
              <a:ext cx="883800" cy="431280"/>
              <a:chOff x="7741440" y="394200"/>
              <a:chExt cx="883800" cy="431280"/>
            </a:xfrm>
          </p:grpSpPr>
          <p:sp>
            <p:nvSpPr>
              <p:cNvPr id="310" name="Freihandform: Form 20"/>
              <p:cNvSpPr/>
              <p:nvPr/>
            </p:nvSpPr>
            <p:spPr>
              <a:xfrm>
                <a:off x="8358120" y="480600"/>
                <a:ext cx="267120" cy="26748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267480"/>
                  <a:gd name="textAreaBottom" fmla="*/ 268560 h 267480"/>
                  <a:gd name="GluePoint1X" fmla="*/ 0 w 746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11" name="Freihandform: Form 21"/>
              <p:cNvSpPr/>
              <p:nvPr/>
            </p:nvSpPr>
            <p:spPr>
              <a:xfrm>
                <a:off x="7741440" y="394200"/>
                <a:ext cx="267120" cy="34740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347400"/>
                  <a:gd name="textAreaBottom" fmla="*/ 348480 h 347400"/>
                  <a:gd name="GluePoint1X" fmla="*/ 0 w 968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12" name="Freihandform: Form 22"/>
              <p:cNvSpPr/>
              <p:nvPr/>
            </p:nvSpPr>
            <p:spPr>
              <a:xfrm>
                <a:off x="8050680" y="394200"/>
                <a:ext cx="267120" cy="34740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347400"/>
                  <a:gd name="textAreaBottom" fmla="*/ 348480 h 347400"/>
                  <a:gd name="GluePoint1X" fmla="*/ 0 w 968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13" name="Freihandform: Form 23"/>
              <p:cNvSpPr/>
              <p:nvPr/>
            </p:nvSpPr>
            <p:spPr>
              <a:xfrm>
                <a:off x="784800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14" name="Freihandform: Form 24"/>
              <p:cNvSpPr/>
              <p:nvPr/>
            </p:nvSpPr>
            <p:spPr>
              <a:xfrm>
                <a:off x="795816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15" name="Freihandform: Form 25"/>
              <p:cNvSpPr/>
              <p:nvPr/>
            </p:nvSpPr>
            <p:spPr>
              <a:xfrm>
                <a:off x="821232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316" name="Freihandform: Form 26"/>
            <p:cNvSpPr/>
            <p:nvPr/>
          </p:nvSpPr>
          <p:spPr>
            <a:xfrm>
              <a:off x="7741440" y="817920"/>
              <a:ext cx="42480" cy="56880"/>
            </a:xfrm>
            <a:custGeom>
              <a:avLst/>
              <a:gdLst>
                <a:gd name="textAreaLeft" fmla="*/ 0 w 42480"/>
                <a:gd name="textAreaRight" fmla="*/ 43560 w 42480"/>
                <a:gd name="textAreaTop" fmla="*/ 0 h 56880"/>
                <a:gd name="textAreaBottom" fmla="*/ 57960 h 56880"/>
                <a:gd name="GluePoint1X" fmla="*/ 0 w 161"/>
                <a:gd name="GluePoint1Y" fmla="*/ 0 h 121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17" name="Freihandform: Form 27"/>
            <p:cNvSpPr/>
            <p:nvPr/>
          </p:nvSpPr>
          <p:spPr>
            <a:xfrm>
              <a:off x="7799760" y="834120"/>
              <a:ext cx="35280" cy="42480"/>
            </a:xfrm>
            <a:custGeom>
              <a:avLst/>
              <a:gdLst>
                <a:gd name="textAreaLeft" fmla="*/ 0 w 35280"/>
                <a:gd name="textAreaRight" fmla="*/ 36360 w 35280"/>
                <a:gd name="textAreaTop" fmla="*/ 0 h 42480"/>
                <a:gd name="textAreaBottom" fmla="*/ 43560 h 42480"/>
              </a:gdLst>
              <a:ahLst/>
              <a:cxnLst/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18" name="Freihandform: Form 28"/>
            <p:cNvSpPr/>
            <p:nvPr/>
          </p:nvSpPr>
          <p:spPr>
            <a:xfrm>
              <a:off x="784908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319" name="Grafik 9"/>
            <p:cNvGrpSpPr/>
            <p:nvPr/>
          </p:nvGrpSpPr>
          <p:grpSpPr>
            <a:xfrm>
              <a:off x="7872120" y="834120"/>
              <a:ext cx="74160" cy="40680"/>
              <a:chOff x="7872120" y="834120"/>
              <a:chExt cx="74160" cy="40680"/>
            </a:xfrm>
          </p:grpSpPr>
          <p:sp>
            <p:nvSpPr>
              <p:cNvPr id="320" name="Freihandform: Form 30"/>
              <p:cNvSpPr/>
              <p:nvPr/>
            </p:nvSpPr>
            <p:spPr>
              <a:xfrm>
                <a:off x="7872120" y="834120"/>
                <a:ext cx="33480" cy="406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0680"/>
                  <a:gd name="textAreaBottom" fmla="*/ 41760 h 40680"/>
                </a:gdLst>
                <a:ahLst/>
                <a:cxnLst/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21" name="Freihandform: Form 31"/>
              <p:cNvSpPr/>
              <p:nvPr/>
            </p:nvSpPr>
            <p:spPr>
              <a:xfrm>
                <a:off x="7922160" y="834120"/>
                <a:ext cx="24120" cy="40680"/>
              </a:xfrm>
              <a:custGeom>
                <a:avLst/>
                <a:gdLst>
                  <a:gd name="textAreaLeft" fmla="*/ 0 w 24120"/>
                  <a:gd name="textAreaRight" fmla="*/ 25200 w 24120"/>
                  <a:gd name="textAreaTop" fmla="*/ 0 h 40680"/>
                  <a:gd name="textAreaBottom" fmla="*/ 41760 h 40680"/>
                </a:gdLst>
                <a:ahLst/>
                <a:cxnLst/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2240" tIns="-3240" rIns="1224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322" name="Freihandform: Form 32"/>
            <p:cNvSpPr/>
            <p:nvPr/>
          </p:nvSpPr>
          <p:spPr>
            <a:xfrm>
              <a:off x="795924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323" name="Grafik 9"/>
            <p:cNvGrpSpPr/>
            <p:nvPr/>
          </p:nvGrpSpPr>
          <p:grpSpPr>
            <a:xfrm>
              <a:off x="7979760" y="812160"/>
              <a:ext cx="78120" cy="64440"/>
              <a:chOff x="7979760" y="812160"/>
              <a:chExt cx="78120" cy="64440"/>
            </a:xfrm>
          </p:grpSpPr>
          <p:sp>
            <p:nvSpPr>
              <p:cNvPr id="324" name="Freihandform: Form 34"/>
              <p:cNvSpPr/>
              <p:nvPr/>
            </p:nvSpPr>
            <p:spPr>
              <a:xfrm>
                <a:off x="7979760" y="834120"/>
                <a:ext cx="33480" cy="424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2480"/>
                  <a:gd name="textAreaBottom" fmla="*/ 43560 h 42480"/>
                </a:gdLst>
                <a:ahLst/>
                <a:cxnLst/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1440" rIns="1692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25" name="Freihandform: Form 35"/>
              <p:cNvSpPr/>
              <p:nvPr/>
            </p:nvSpPr>
            <p:spPr>
              <a:xfrm>
                <a:off x="8024400" y="812160"/>
                <a:ext cx="33480" cy="622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62280"/>
                  <a:gd name="textAreaBottom" fmla="*/ 63360 h 62280"/>
                  <a:gd name="GluePoint1X" fmla="*/ 0 w 176"/>
                  <a:gd name="GluePoint1Y" fmla="*/ 0 h 96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18360" rIns="1692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326" name="Freihandform: Form 36"/>
            <p:cNvSpPr/>
            <p:nvPr/>
          </p:nvSpPr>
          <p:spPr>
            <a:xfrm>
              <a:off x="8106480" y="817920"/>
              <a:ext cx="42480" cy="56880"/>
            </a:xfrm>
            <a:custGeom>
              <a:avLst/>
              <a:gdLst>
                <a:gd name="textAreaLeft" fmla="*/ 0 w 42480"/>
                <a:gd name="textAreaRight" fmla="*/ 43560 w 42480"/>
                <a:gd name="textAreaTop" fmla="*/ 0 h 56880"/>
                <a:gd name="textAreaBottom" fmla="*/ 57960 h 56880"/>
                <a:gd name="GluePoint1X" fmla="*/ 0 w 161"/>
                <a:gd name="GluePoint1Y" fmla="*/ 0 h 121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27" name="Freihandform: Form 37"/>
            <p:cNvSpPr/>
            <p:nvPr/>
          </p:nvSpPr>
          <p:spPr>
            <a:xfrm>
              <a:off x="8164800" y="834120"/>
              <a:ext cx="35280" cy="42480"/>
            </a:xfrm>
            <a:custGeom>
              <a:avLst/>
              <a:gdLst>
                <a:gd name="textAreaLeft" fmla="*/ 0 w 35280"/>
                <a:gd name="textAreaRight" fmla="*/ 36360 w 35280"/>
                <a:gd name="textAreaTop" fmla="*/ 0 h 42480"/>
                <a:gd name="textAreaBottom" fmla="*/ 43560 h 42480"/>
              </a:gdLst>
              <a:ahLst/>
              <a:cxnLst/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28" name="Freihandform: Form 38"/>
            <p:cNvSpPr/>
            <p:nvPr/>
          </p:nvSpPr>
          <p:spPr>
            <a:xfrm>
              <a:off x="821340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329" name="Grafik 9"/>
            <p:cNvGrpSpPr/>
            <p:nvPr/>
          </p:nvGrpSpPr>
          <p:grpSpPr>
            <a:xfrm>
              <a:off x="7741440" y="834120"/>
              <a:ext cx="1049040" cy="180000"/>
              <a:chOff x="7741440" y="834120"/>
              <a:chExt cx="1049040" cy="180000"/>
            </a:xfrm>
          </p:grpSpPr>
          <p:sp>
            <p:nvSpPr>
              <p:cNvPr id="330" name="Freihandform: Form 40"/>
              <p:cNvSpPr/>
              <p:nvPr/>
            </p:nvSpPr>
            <p:spPr>
              <a:xfrm>
                <a:off x="8236440" y="834120"/>
                <a:ext cx="33480" cy="406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0680"/>
                  <a:gd name="textAreaBottom" fmla="*/ 41760 h 40680"/>
                </a:gdLst>
                <a:ahLst/>
                <a:cxnLst/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31" name="Freihandform: Form 41"/>
              <p:cNvSpPr/>
              <p:nvPr/>
            </p:nvSpPr>
            <p:spPr>
              <a:xfrm>
                <a:off x="8284680" y="834120"/>
                <a:ext cx="35280" cy="42480"/>
              </a:xfrm>
              <a:custGeom>
                <a:avLst/>
                <a:gdLst>
                  <a:gd name="textAreaLeft" fmla="*/ 0 w 35280"/>
                  <a:gd name="textAreaRight" fmla="*/ 36360 w 35280"/>
                  <a:gd name="textAreaTop" fmla="*/ 0 h 42480"/>
                  <a:gd name="textAreaBottom" fmla="*/ 43560 h 42480"/>
                </a:gdLst>
                <a:ahLst/>
                <a:cxnLst/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640" tIns="-1440" rIns="1764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32" name="Freihandform: Form 42"/>
              <p:cNvSpPr/>
              <p:nvPr/>
            </p:nvSpPr>
            <p:spPr>
              <a:xfrm>
                <a:off x="7741440" y="914040"/>
                <a:ext cx="883440" cy="62280"/>
              </a:xfrm>
              <a:custGeom>
                <a:avLst/>
                <a:gdLst>
                  <a:gd name="textAreaLeft" fmla="*/ 0 w 883440"/>
                  <a:gd name="textAreaRight" fmla="*/ 884520 w 883440"/>
                  <a:gd name="textAreaTop" fmla="*/ 0 h 62280"/>
                  <a:gd name="textAreaBottom" fmla="*/ 63360 h 62280"/>
                </a:gdLst>
                <a:ahLst/>
                <a:cxnLst/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33" name="Freihandform: Form 43"/>
              <p:cNvSpPr/>
              <p:nvPr/>
            </p:nvSpPr>
            <p:spPr>
              <a:xfrm>
                <a:off x="8677440" y="915480"/>
                <a:ext cx="113040" cy="98640"/>
              </a:xfrm>
              <a:custGeom>
                <a:avLst/>
                <a:gdLst>
                  <a:gd name="textAreaLeft" fmla="*/ 0 w 113040"/>
                  <a:gd name="textAreaRight" fmla="*/ 114120 w 113040"/>
                  <a:gd name="textAreaTop" fmla="*/ 0 h 98640"/>
                  <a:gd name="textAreaBottom" fmla="*/ 99720 h 98640"/>
                  <a:gd name="GluePoint1X" fmla="*/ 0 w 277"/>
                  <a:gd name="GluePoint1Y" fmla="*/ 0 h 317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520" tIns="45000" rIns="5652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334" name="Freihandform: Form 44"/>
          <p:cNvSpPr/>
          <p:nvPr/>
        </p:nvSpPr>
        <p:spPr>
          <a:xfrm>
            <a:off x="-5040" y="407880"/>
            <a:ext cx="336240" cy="293760"/>
          </a:xfrm>
          <a:custGeom>
            <a:avLst/>
            <a:gdLst>
              <a:gd name="textAreaLeft" fmla="*/ 0 w 336240"/>
              <a:gd name="textAreaRight" fmla="*/ 337320 w 336240"/>
              <a:gd name="textAreaTop" fmla="*/ 0 h 293760"/>
              <a:gd name="textAreaBottom" fmla="*/ 294840 h 293760"/>
              <a:gd name="GluePoint1X" fmla="*/ 0 w 819"/>
              <a:gd name="GluePoint1Y" fmla="*/ 0 h 937"/>
            </a:gdLst>
            <a:ahLst/>
            <a:cxnLst>
              <a:cxn ang="0">
                <a:pos x="GluePoint1X" y="GluePoint1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35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5600" cy="45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title style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336" name="PlaceHolder 2"/>
          <p:cNvSpPr>
            <a:spLocks noGrp="1"/>
          </p:cNvSpPr>
          <p:nvPr>
            <p:ph type="ftr" idx="9"/>
          </p:nvPr>
        </p:nvSpPr>
        <p:spPr>
          <a:xfrm>
            <a:off x="628560" y="4975560"/>
            <a:ext cx="7128720" cy="147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7" name="PlaceHolder 3"/>
          <p:cNvSpPr>
            <a:spLocks noGrp="1"/>
          </p:cNvSpPr>
          <p:nvPr>
            <p:ph type="sldNum" idx="10"/>
          </p:nvPr>
        </p:nvSpPr>
        <p:spPr>
          <a:xfrm>
            <a:off x="35640" y="4975560"/>
            <a:ext cx="336240" cy="147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68616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686160">
              <a:lnSpc>
                <a:spcPct val="100000"/>
              </a:lnSpc>
              <a:buNone/>
              <a:tabLst>
                <a:tab pos="0" algn="l"/>
              </a:tabLst>
            </a:pPr>
            <a:fld id="{7672605F-75A5-4348-A172-AC40589B4B01}" type="slidenum">
              <a: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Inhalt + Untertitel, grosser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8" name="Gruppieren 6"/>
          <p:cNvGrpSpPr/>
          <p:nvPr/>
        </p:nvGrpSpPr>
        <p:grpSpPr>
          <a:xfrm>
            <a:off x="-5040" y="4950720"/>
            <a:ext cx="9147960" cy="196920"/>
            <a:chOff x="-5040" y="4950720"/>
            <a:chExt cx="9147960" cy="196920"/>
          </a:xfrm>
        </p:grpSpPr>
        <p:sp>
          <p:nvSpPr>
            <p:cNvPr id="339" name="bk object 18"/>
            <p:cNvSpPr/>
            <p:nvPr/>
          </p:nvSpPr>
          <p:spPr>
            <a:xfrm>
              <a:off x="-5040" y="4950720"/>
              <a:ext cx="483840" cy="196920"/>
            </a:xfrm>
            <a:custGeom>
              <a:avLst/>
              <a:gdLst>
                <a:gd name="textAreaLeft" fmla="*/ 0 w 483840"/>
                <a:gd name="textAreaRight" fmla="*/ 484920 w 483840"/>
                <a:gd name="textAreaTop" fmla="*/ 0 h 196920"/>
                <a:gd name="textAreaBottom" fmla="*/ 198000 h 19692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40" name="bk object 18"/>
            <p:cNvSpPr/>
            <p:nvPr/>
          </p:nvSpPr>
          <p:spPr>
            <a:xfrm>
              <a:off x="522360" y="4950720"/>
              <a:ext cx="8620560" cy="196920"/>
            </a:xfrm>
            <a:custGeom>
              <a:avLst/>
              <a:gdLst>
                <a:gd name="textAreaLeft" fmla="*/ 0 w 8620560"/>
                <a:gd name="textAreaRight" fmla="*/ 8621640 w 8620560"/>
                <a:gd name="textAreaTop" fmla="*/ 0 h 196920"/>
                <a:gd name="textAreaBottom" fmla="*/ 198000 h 19692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41" name="Holder 3"/>
            <p:cNvSpPr/>
            <p:nvPr/>
          </p:nvSpPr>
          <p:spPr>
            <a:xfrm>
              <a:off x="8194680" y="4966200"/>
              <a:ext cx="448560" cy="1666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342" name="Gerader Verbinder 11"/>
          <p:cNvCxnSpPr/>
          <p:nvPr/>
        </p:nvCxnSpPr>
        <p:spPr>
          <a:xfrm>
            <a:off x="521280" y="974520"/>
            <a:ext cx="6833160" cy="108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343" name="Grafik 9"/>
          <p:cNvGrpSpPr/>
          <p:nvPr/>
        </p:nvGrpSpPr>
        <p:grpSpPr>
          <a:xfrm>
            <a:off x="7741440" y="394200"/>
            <a:ext cx="1049040" cy="619920"/>
            <a:chOff x="7741440" y="394200"/>
            <a:chExt cx="1049040" cy="619920"/>
          </a:xfrm>
        </p:grpSpPr>
        <p:grpSp>
          <p:nvGrpSpPr>
            <p:cNvPr id="344" name="Grafik 9"/>
            <p:cNvGrpSpPr/>
            <p:nvPr/>
          </p:nvGrpSpPr>
          <p:grpSpPr>
            <a:xfrm>
              <a:off x="7741440" y="394200"/>
              <a:ext cx="883800" cy="431280"/>
              <a:chOff x="7741440" y="394200"/>
              <a:chExt cx="883800" cy="431280"/>
            </a:xfrm>
          </p:grpSpPr>
          <p:sp>
            <p:nvSpPr>
              <p:cNvPr id="345" name="Freihandform: Form 20"/>
              <p:cNvSpPr/>
              <p:nvPr/>
            </p:nvSpPr>
            <p:spPr>
              <a:xfrm>
                <a:off x="8358120" y="480600"/>
                <a:ext cx="267120" cy="26748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267480"/>
                  <a:gd name="textAreaBottom" fmla="*/ 268560 h 267480"/>
                  <a:gd name="GluePoint1X" fmla="*/ 0 w 746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46" name="Freihandform: Form 21"/>
              <p:cNvSpPr/>
              <p:nvPr/>
            </p:nvSpPr>
            <p:spPr>
              <a:xfrm>
                <a:off x="7741440" y="394200"/>
                <a:ext cx="267120" cy="34740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347400"/>
                  <a:gd name="textAreaBottom" fmla="*/ 348480 h 347400"/>
                  <a:gd name="GluePoint1X" fmla="*/ 0 w 968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47" name="Freihandform: Form 22"/>
              <p:cNvSpPr/>
              <p:nvPr/>
            </p:nvSpPr>
            <p:spPr>
              <a:xfrm>
                <a:off x="8050680" y="394200"/>
                <a:ext cx="267120" cy="34740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347400"/>
                  <a:gd name="textAreaBottom" fmla="*/ 348480 h 347400"/>
                  <a:gd name="GluePoint1X" fmla="*/ 0 w 968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48" name="Freihandform: Form 23"/>
              <p:cNvSpPr/>
              <p:nvPr/>
            </p:nvSpPr>
            <p:spPr>
              <a:xfrm>
                <a:off x="784800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49" name="Freihandform: Form 24"/>
              <p:cNvSpPr/>
              <p:nvPr/>
            </p:nvSpPr>
            <p:spPr>
              <a:xfrm>
                <a:off x="795816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50" name="Freihandform: Form 25"/>
              <p:cNvSpPr/>
              <p:nvPr/>
            </p:nvSpPr>
            <p:spPr>
              <a:xfrm>
                <a:off x="821232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351" name="Freihandform: Form 26"/>
            <p:cNvSpPr/>
            <p:nvPr/>
          </p:nvSpPr>
          <p:spPr>
            <a:xfrm>
              <a:off x="7741440" y="817920"/>
              <a:ext cx="42480" cy="56880"/>
            </a:xfrm>
            <a:custGeom>
              <a:avLst/>
              <a:gdLst>
                <a:gd name="textAreaLeft" fmla="*/ 0 w 42480"/>
                <a:gd name="textAreaRight" fmla="*/ 43560 w 42480"/>
                <a:gd name="textAreaTop" fmla="*/ 0 h 56880"/>
                <a:gd name="textAreaBottom" fmla="*/ 57960 h 56880"/>
                <a:gd name="GluePoint1X" fmla="*/ 0 w 161"/>
                <a:gd name="GluePoint1Y" fmla="*/ 0 h 121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52" name="Freihandform: Form 27"/>
            <p:cNvSpPr/>
            <p:nvPr/>
          </p:nvSpPr>
          <p:spPr>
            <a:xfrm>
              <a:off x="7799760" y="834120"/>
              <a:ext cx="35280" cy="42480"/>
            </a:xfrm>
            <a:custGeom>
              <a:avLst/>
              <a:gdLst>
                <a:gd name="textAreaLeft" fmla="*/ 0 w 35280"/>
                <a:gd name="textAreaRight" fmla="*/ 36360 w 35280"/>
                <a:gd name="textAreaTop" fmla="*/ 0 h 42480"/>
                <a:gd name="textAreaBottom" fmla="*/ 43560 h 42480"/>
              </a:gdLst>
              <a:ahLst/>
              <a:cxnLst/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53" name="Freihandform: Form 28"/>
            <p:cNvSpPr/>
            <p:nvPr/>
          </p:nvSpPr>
          <p:spPr>
            <a:xfrm>
              <a:off x="784908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354" name="Grafik 9"/>
            <p:cNvGrpSpPr/>
            <p:nvPr/>
          </p:nvGrpSpPr>
          <p:grpSpPr>
            <a:xfrm>
              <a:off x="7872120" y="834120"/>
              <a:ext cx="74160" cy="40680"/>
              <a:chOff x="7872120" y="834120"/>
              <a:chExt cx="74160" cy="40680"/>
            </a:xfrm>
          </p:grpSpPr>
          <p:sp>
            <p:nvSpPr>
              <p:cNvPr id="355" name="Freihandform: Form 30"/>
              <p:cNvSpPr/>
              <p:nvPr/>
            </p:nvSpPr>
            <p:spPr>
              <a:xfrm>
                <a:off x="7872120" y="834120"/>
                <a:ext cx="33480" cy="406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0680"/>
                  <a:gd name="textAreaBottom" fmla="*/ 41760 h 40680"/>
                </a:gdLst>
                <a:ahLst/>
                <a:cxnLst/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56" name="Freihandform: Form 31"/>
              <p:cNvSpPr/>
              <p:nvPr/>
            </p:nvSpPr>
            <p:spPr>
              <a:xfrm>
                <a:off x="7922160" y="834120"/>
                <a:ext cx="24120" cy="40680"/>
              </a:xfrm>
              <a:custGeom>
                <a:avLst/>
                <a:gdLst>
                  <a:gd name="textAreaLeft" fmla="*/ 0 w 24120"/>
                  <a:gd name="textAreaRight" fmla="*/ 25200 w 24120"/>
                  <a:gd name="textAreaTop" fmla="*/ 0 h 40680"/>
                  <a:gd name="textAreaBottom" fmla="*/ 41760 h 40680"/>
                </a:gdLst>
                <a:ahLst/>
                <a:cxnLst/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2240" tIns="-3240" rIns="1224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357" name="Freihandform: Form 32"/>
            <p:cNvSpPr/>
            <p:nvPr/>
          </p:nvSpPr>
          <p:spPr>
            <a:xfrm>
              <a:off x="795924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358" name="Grafik 9"/>
            <p:cNvGrpSpPr/>
            <p:nvPr/>
          </p:nvGrpSpPr>
          <p:grpSpPr>
            <a:xfrm>
              <a:off x="7979760" y="812160"/>
              <a:ext cx="78120" cy="64440"/>
              <a:chOff x="7979760" y="812160"/>
              <a:chExt cx="78120" cy="64440"/>
            </a:xfrm>
          </p:grpSpPr>
          <p:sp>
            <p:nvSpPr>
              <p:cNvPr id="359" name="Freihandform: Form 34"/>
              <p:cNvSpPr/>
              <p:nvPr/>
            </p:nvSpPr>
            <p:spPr>
              <a:xfrm>
                <a:off x="7979760" y="834120"/>
                <a:ext cx="33480" cy="424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2480"/>
                  <a:gd name="textAreaBottom" fmla="*/ 43560 h 42480"/>
                </a:gdLst>
                <a:ahLst/>
                <a:cxnLst/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1440" rIns="1692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60" name="Freihandform: Form 35"/>
              <p:cNvSpPr/>
              <p:nvPr/>
            </p:nvSpPr>
            <p:spPr>
              <a:xfrm>
                <a:off x="8024400" y="812160"/>
                <a:ext cx="33480" cy="622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62280"/>
                  <a:gd name="textAreaBottom" fmla="*/ 63360 h 62280"/>
                  <a:gd name="GluePoint1X" fmla="*/ 0 w 176"/>
                  <a:gd name="GluePoint1Y" fmla="*/ 0 h 96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18360" rIns="1692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361" name="Freihandform: Form 36"/>
            <p:cNvSpPr/>
            <p:nvPr/>
          </p:nvSpPr>
          <p:spPr>
            <a:xfrm>
              <a:off x="8106480" y="817920"/>
              <a:ext cx="42480" cy="56880"/>
            </a:xfrm>
            <a:custGeom>
              <a:avLst/>
              <a:gdLst>
                <a:gd name="textAreaLeft" fmla="*/ 0 w 42480"/>
                <a:gd name="textAreaRight" fmla="*/ 43560 w 42480"/>
                <a:gd name="textAreaTop" fmla="*/ 0 h 56880"/>
                <a:gd name="textAreaBottom" fmla="*/ 57960 h 56880"/>
                <a:gd name="GluePoint1X" fmla="*/ 0 w 161"/>
                <a:gd name="GluePoint1Y" fmla="*/ 0 h 121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62" name="Freihandform: Form 37"/>
            <p:cNvSpPr/>
            <p:nvPr/>
          </p:nvSpPr>
          <p:spPr>
            <a:xfrm>
              <a:off x="8164800" y="834120"/>
              <a:ext cx="35280" cy="42480"/>
            </a:xfrm>
            <a:custGeom>
              <a:avLst/>
              <a:gdLst>
                <a:gd name="textAreaLeft" fmla="*/ 0 w 35280"/>
                <a:gd name="textAreaRight" fmla="*/ 36360 w 35280"/>
                <a:gd name="textAreaTop" fmla="*/ 0 h 42480"/>
                <a:gd name="textAreaBottom" fmla="*/ 43560 h 42480"/>
              </a:gdLst>
              <a:ahLst/>
              <a:cxnLst/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63" name="Freihandform: Form 38"/>
            <p:cNvSpPr/>
            <p:nvPr/>
          </p:nvSpPr>
          <p:spPr>
            <a:xfrm>
              <a:off x="821340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364" name="Grafik 9"/>
            <p:cNvGrpSpPr/>
            <p:nvPr/>
          </p:nvGrpSpPr>
          <p:grpSpPr>
            <a:xfrm>
              <a:off x="7741440" y="834120"/>
              <a:ext cx="1049040" cy="180000"/>
              <a:chOff x="7741440" y="834120"/>
              <a:chExt cx="1049040" cy="180000"/>
            </a:xfrm>
          </p:grpSpPr>
          <p:sp>
            <p:nvSpPr>
              <p:cNvPr id="365" name="Freihandform: Form 40"/>
              <p:cNvSpPr/>
              <p:nvPr/>
            </p:nvSpPr>
            <p:spPr>
              <a:xfrm>
                <a:off x="8236440" y="834120"/>
                <a:ext cx="33480" cy="406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0680"/>
                  <a:gd name="textAreaBottom" fmla="*/ 41760 h 40680"/>
                </a:gdLst>
                <a:ahLst/>
                <a:cxnLst/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66" name="Freihandform: Form 41"/>
              <p:cNvSpPr/>
              <p:nvPr/>
            </p:nvSpPr>
            <p:spPr>
              <a:xfrm>
                <a:off x="8284680" y="834120"/>
                <a:ext cx="35280" cy="42480"/>
              </a:xfrm>
              <a:custGeom>
                <a:avLst/>
                <a:gdLst>
                  <a:gd name="textAreaLeft" fmla="*/ 0 w 35280"/>
                  <a:gd name="textAreaRight" fmla="*/ 36360 w 35280"/>
                  <a:gd name="textAreaTop" fmla="*/ 0 h 42480"/>
                  <a:gd name="textAreaBottom" fmla="*/ 43560 h 42480"/>
                </a:gdLst>
                <a:ahLst/>
                <a:cxnLst/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640" tIns="-1440" rIns="1764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67" name="Freihandform: Form 42"/>
              <p:cNvSpPr/>
              <p:nvPr/>
            </p:nvSpPr>
            <p:spPr>
              <a:xfrm>
                <a:off x="7741440" y="914040"/>
                <a:ext cx="883440" cy="62280"/>
              </a:xfrm>
              <a:custGeom>
                <a:avLst/>
                <a:gdLst>
                  <a:gd name="textAreaLeft" fmla="*/ 0 w 883440"/>
                  <a:gd name="textAreaRight" fmla="*/ 884520 w 883440"/>
                  <a:gd name="textAreaTop" fmla="*/ 0 h 62280"/>
                  <a:gd name="textAreaBottom" fmla="*/ 63360 h 62280"/>
                </a:gdLst>
                <a:ahLst/>
                <a:cxnLst/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68" name="Freihandform: Form 43"/>
              <p:cNvSpPr/>
              <p:nvPr/>
            </p:nvSpPr>
            <p:spPr>
              <a:xfrm>
                <a:off x="8677440" y="915480"/>
                <a:ext cx="113040" cy="98640"/>
              </a:xfrm>
              <a:custGeom>
                <a:avLst/>
                <a:gdLst>
                  <a:gd name="textAreaLeft" fmla="*/ 0 w 113040"/>
                  <a:gd name="textAreaRight" fmla="*/ 114120 w 113040"/>
                  <a:gd name="textAreaTop" fmla="*/ 0 h 98640"/>
                  <a:gd name="textAreaBottom" fmla="*/ 99720 h 98640"/>
                  <a:gd name="GluePoint1X" fmla="*/ 0 w 277"/>
                  <a:gd name="GluePoint1Y" fmla="*/ 0 h 317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520" tIns="45000" rIns="5652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369" name="Freihandform: Form 44"/>
          <p:cNvSpPr/>
          <p:nvPr/>
        </p:nvSpPr>
        <p:spPr>
          <a:xfrm>
            <a:off x="-5040" y="407880"/>
            <a:ext cx="336240" cy="293760"/>
          </a:xfrm>
          <a:custGeom>
            <a:avLst/>
            <a:gdLst>
              <a:gd name="textAreaLeft" fmla="*/ 0 w 336240"/>
              <a:gd name="textAreaRight" fmla="*/ 337320 w 336240"/>
              <a:gd name="textAreaTop" fmla="*/ 0 h 293760"/>
              <a:gd name="textAreaBottom" fmla="*/ 294840 h 293760"/>
              <a:gd name="GluePoint1X" fmla="*/ 0 w 819"/>
              <a:gd name="GluePoint1Y" fmla="*/ 0 h 937"/>
            </a:gdLst>
            <a:ahLst/>
            <a:cxnLst>
              <a:cxn ang="0">
                <a:pos x="GluePoint1X" y="GluePoint1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70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5600" cy="45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title style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371" name="PlaceHolder 2"/>
          <p:cNvSpPr>
            <a:spLocks noGrp="1"/>
          </p:cNvSpPr>
          <p:nvPr>
            <p:ph type="ftr" idx="11"/>
          </p:nvPr>
        </p:nvSpPr>
        <p:spPr>
          <a:xfrm>
            <a:off x="628560" y="4975560"/>
            <a:ext cx="7128720" cy="147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2" name="PlaceHolder 3"/>
          <p:cNvSpPr>
            <a:spLocks noGrp="1"/>
          </p:cNvSpPr>
          <p:nvPr>
            <p:ph type="sldNum" idx="12"/>
          </p:nvPr>
        </p:nvSpPr>
        <p:spPr>
          <a:xfrm>
            <a:off x="35640" y="4975560"/>
            <a:ext cx="336240" cy="147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68616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686160">
              <a:lnSpc>
                <a:spcPct val="100000"/>
              </a:lnSpc>
              <a:buNone/>
              <a:tabLst>
                <a:tab pos="0" algn="l"/>
              </a:tabLst>
            </a:pPr>
            <a:fld id="{270A1A59-0694-41B0-B128-EFB677F7AFDA}" type="slidenum">
              <a: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3" name="PlaceHolder 4"/>
          <p:cNvSpPr>
            <a:spLocks noGrp="1"/>
          </p:cNvSpPr>
          <p:nvPr>
            <p:ph type="body"/>
          </p:nvPr>
        </p:nvSpPr>
        <p:spPr>
          <a:xfrm>
            <a:off x="521640" y="1545840"/>
            <a:ext cx="8100000" cy="331056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20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20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GB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08200" lvl="2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074600" lvl="3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341360" lvl="4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74" name="PlaceHolder 5"/>
          <p:cNvSpPr>
            <a:spLocks noGrp="1"/>
          </p:cNvSpPr>
          <p:nvPr>
            <p:ph type="body"/>
          </p:nvPr>
        </p:nvSpPr>
        <p:spPr>
          <a:xfrm>
            <a:off x="521640" y="1088280"/>
            <a:ext cx="8100000" cy="323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en-GB" sz="24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en-GB" sz="24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24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Le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5" name="Gruppieren 6"/>
          <p:cNvGrpSpPr/>
          <p:nvPr/>
        </p:nvGrpSpPr>
        <p:grpSpPr>
          <a:xfrm>
            <a:off x="-5040" y="4950720"/>
            <a:ext cx="9147960" cy="196920"/>
            <a:chOff x="-5040" y="4950720"/>
            <a:chExt cx="9147960" cy="196920"/>
          </a:xfrm>
        </p:grpSpPr>
        <p:sp>
          <p:nvSpPr>
            <p:cNvPr id="376" name="bk object 18"/>
            <p:cNvSpPr/>
            <p:nvPr/>
          </p:nvSpPr>
          <p:spPr>
            <a:xfrm>
              <a:off x="-5040" y="4950720"/>
              <a:ext cx="483840" cy="196920"/>
            </a:xfrm>
            <a:custGeom>
              <a:avLst/>
              <a:gdLst>
                <a:gd name="textAreaLeft" fmla="*/ 0 w 483840"/>
                <a:gd name="textAreaRight" fmla="*/ 484920 w 483840"/>
                <a:gd name="textAreaTop" fmla="*/ 0 h 196920"/>
                <a:gd name="textAreaBottom" fmla="*/ 198000 h 19692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77" name="bk object 18"/>
            <p:cNvSpPr/>
            <p:nvPr/>
          </p:nvSpPr>
          <p:spPr>
            <a:xfrm>
              <a:off x="522360" y="4950720"/>
              <a:ext cx="8620560" cy="196920"/>
            </a:xfrm>
            <a:custGeom>
              <a:avLst/>
              <a:gdLst>
                <a:gd name="textAreaLeft" fmla="*/ 0 w 8620560"/>
                <a:gd name="textAreaRight" fmla="*/ 8621640 w 8620560"/>
                <a:gd name="textAreaTop" fmla="*/ 0 h 196920"/>
                <a:gd name="textAreaBottom" fmla="*/ 198000 h 19692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78" name="Holder 3"/>
            <p:cNvSpPr/>
            <p:nvPr/>
          </p:nvSpPr>
          <p:spPr>
            <a:xfrm>
              <a:off x="8194680" y="4966200"/>
              <a:ext cx="448560" cy="1666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379" name="Gerader Verbinder 11"/>
          <p:cNvCxnSpPr/>
          <p:nvPr/>
        </p:nvCxnSpPr>
        <p:spPr>
          <a:xfrm>
            <a:off x="521280" y="974520"/>
            <a:ext cx="6833160" cy="108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380" name="Grafik 9"/>
          <p:cNvGrpSpPr/>
          <p:nvPr/>
        </p:nvGrpSpPr>
        <p:grpSpPr>
          <a:xfrm>
            <a:off x="7741440" y="394200"/>
            <a:ext cx="1049040" cy="619920"/>
            <a:chOff x="7741440" y="394200"/>
            <a:chExt cx="1049040" cy="619920"/>
          </a:xfrm>
        </p:grpSpPr>
        <p:grpSp>
          <p:nvGrpSpPr>
            <p:cNvPr id="381" name="Grafik 9"/>
            <p:cNvGrpSpPr/>
            <p:nvPr/>
          </p:nvGrpSpPr>
          <p:grpSpPr>
            <a:xfrm>
              <a:off x="7741440" y="394200"/>
              <a:ext cx="883800" cy="431280"/>
              <a:chOff x="7741440" y="394200"/>
              <a:chExt cx="883800" cy="431280"/>
            </a:xfrm>
          </p:grpSpPr>
          <p:sp>
            <p:nvSpPr>
              <p:cNvPr id="382" name="Freihandform: Form 20"/>
              <p:cNvSpPr/>
              <p:nvPr/>
            </p:nvSpPr>
            <p:spPr>
              <a:xfrm>
                <a:off x="8358120" y="480600"/>
                <a:ext cx="267120" cy="26748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267480"/>
                  <a:gd name="textAreaBottom" fmla="*/ 268560 h 267480"/>
                  <a:gd name="GluePoint1X" fmla="*/ 0 w 746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83" name="Freihandform: Form 21"/>
              <p:cNvSpPr/>
              <p:nvPr/>
            </p:nvSpPr>
            <p:spPr>
              <a:xfrm>
                <a:off x="7741440" y="394200"/>
                <a:ext cx="267120" cy="34740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347400"/>
                  <a:gd name="textAreaBottom" fmla="*/ 348480 h 347400"/>
                  <a:gd name="GluePoint1X" fmla="*/ 0 w 968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84" name="Freihandform: Form 22"/>
              <p:cNvSpPr/>
              <p:nvPr/>
            </p:nvSpPr>
            <p:spPr>
              <a:xfrm>
                <a:off x="8050680" y="394200"/>
                <a:ext cx="267120" cy="34740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347400"/>
                  <a:gd name="textAreaBottom" fmla="*/ 348480 h 347400"/>
                  <a:gd name="GluePoint1X" fmla="*/ 0 w 968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85" name="Freihandform: Form 23"/>
              <p:cNvSpPr/>
              <p:nvPr/>
            </p:nvSpPr>
            <p:spPr>
              <a:xfrm>
                <a:off x="784800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86" name="Freihandform: Form 24"/>
              <p:cNvSpPr/>
              <p:nvPr/>
            </p:nvSpPr>
            <p:spPr>
              <a:xfrm>
                <a:off x="795816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87" name="Freihandform: Form 25"/>
              <p:cNvSpPr/>
              <p:nvPr/>
            </p:nvSpPr>
            <p:spPr>
              <a:xfrm>
                <a:off x="821232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388" name="Freihandform: Form 26"/>
            <p:cNvSpPr/>
            <p:nvPr/>
          </p:nvSpPr>
          <p:spPr>
            <a:xfrm>
              <a:off x="7741440" y="817920"/>
              <a:ext cx="42480" cy="56880"/>
            </a:xfrm>
            <a:custGeom>
              <a:avLst/>
              <a:gdLst>
                <a:gd name="textAreaLeft" fmla="*/ 0 w 42480"/>
                <a:gd name="textAreaRight" fmla="*/ 43560 w 42480"/>
                <a:gd name="textAreaTop" fmla="*/ 0 h 56880"/>
                <a:gd name="textAreaBottom" fmla="*/ 57960 h 56880"/>
                <a:gd name="GluePoint1X" fmla="*/ 0 w 161"/>
                <a:gd name="GluePoint1Y" fmla="*/ 0 h 121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89" name="Freihandform: Form 27"/>
            <p:cNvSpPr/>
            <p:nvPr/>
          </p:nvSpPr>
          <p:spPr>
            <a:xfrm>
              <a:off x="7799760" y="834120"/>
              <a:ext cx="35280" cy="42480"/>
            </a:xfrm>
            <a:custGeom>
              <a:avLst/>
              <a:gdLst>
                <a:gd name="textAreaLeft" fmla="*/ 0 w 35280"/>
                <a:gd name="textAreaRight" fmla="*/ 36360 w 35280"/>
                <a:gd name="textAreaTop" fmla="*/ 0 h 42480"/>
                <a:gd name="textAreaBottom" fmla="*/ 43560 h 42480"/>
              </a:gdLst>
              <a:ahLst/>
              <a:cxnLst/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90" name="Freihandform: Form 28"/>
            <p:cNvSpPr/>
            <p:nvPr/>
          </p:nvSpPr>
          <p:spPr>
            <a:xfrm>
              <a:off x="784908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391" name="Grafik 9"/>
            <p:cNvGrpSpPr/>
            <p:nvPr/>
          </p:nvGrpSpPr>
          <p:grpSpPr>
            <a:xfrm>
              <a:off x="7872120" y="834120"/>
              <a:ext cx="74160" cy="40680"/>
              <a:chOff x="7872120" y="834120"/>
              <a:chExt cx="74160" cy="40680"/>
            </a:xfrm>
          </p:grpSpPr>
          <p:sp>
            <p:nvSpPr>
              <p:cNvPr id="392" name="Freihandform: Form 30"/>
              <p:cNvSpPr/>
              <p:nvPr/>
            </p:nvSpPr>
            <p:spPr>
              <a:xfrm>
                <a:off x="7872120" y="834120"/>
                <a:ext cx="33480" cy="406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0680"/>
                  <a:gd name="textAreaBottom" fmla="*/ 41760 h 40680"/>
                </a:gdLst>
                <a:ahLst/>
                <a:cxnLst/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93" name="Freihandform: Form 31"/>
              <p:cNvSpPr/>
              <p:nvPr/>
            </p:nvSpPr>
            <p:spPr>
              <a:xfrm>
                <a:off x="7922160" y="834120"/>
                <a:ext cx="24120" cy="40680"/>
              </a:xfrm>
              <a:custGeom>
                <a:avLst/>
                <a:gdLst>
                  <a:gd name="textAreaLeft" fmla="*/ 0 w 24120"/>
                  <a:gd name="textAreaRight" fmla="*/ 25200 w 24120"/>
                  <a:gd name="textAreaTop" fmla="*/ 0 h 40680"/>
                  <a:gd name="textAreaBottom" fmla="*/ 41760 h 40680"/>
                </a:gdLst>
                <a:ahLst/>
                <a:cxnLst/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2240" tIns="-3240" rIns="1224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394" name="Freihandform: Form 32"/>
            <p:cNvSpPr/>
            <p:nvPr/>
          </p:nvSpPr>
          <p:spPr>
            <a:xfrm>
              <a:off x="795924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395" name="Grafik 9"/>
            <p:cNvGrpSpPr/>
            <p:nvPr/>
          </p:nvGrpSpPr>
          <p:grpSpPr>
            <a:xfrm>
              <a:off x="7979760" y="812160"/>
              <a:ext cx="78120" cy="64440"/>
              <a:chOff x="7979760" y="812160"/>
              <a:chExt cx="78120" cy="64440"/>
            </a:xfrm>
          </p:grpSpPr>
          <p:sp>
            <p:nvSpPr>
              <p:cNvPr id="396" name="Freihandform: Form 34"/>
              <p:cNvSpPr/>
              <p:nvPr/>
            </p:nvSpPr>
            <p:spPr>
              <a:xfrm>
                <a:off x="7979760" y="834120"/>
                <a:ext cx="33480" cy="424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2480"/>
                  <a:gd name="textAreaBottom" fmla="*/ 43560 h 42480"/>
                </a:gdLst>
                <a:ahLst/>
                <a:cxnLst/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1440" rIns="1692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97" name="Freihandform: Form 35"/>
              <p:cNvSpPr/>
              <p:nvPr/>
            </p:nvSpPr>
            <p:spPr>
              <a:xfrm>
                <a:off x="8024400" y="812160"/>
                <a:ext cx="33480" cy="622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62280"/>
                  <a:gd name="textAreaBottom" fmla="*/ 63360 h 62280"/>
                  <a:gd name="GluePoint1X" fmla="*/ 0 w 176"/>
                  <a:gd name="GluePoint1Y" fmla="*/ 0 h 96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18360" rIns="1692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398" name="Freihandform: Form 36"/>
            <p:cNvSpPr/>
            <p:nvPr/>
          </p:nvSpPr>
          <p:spPr>
            <a:xfrm>
              <a:off x="8106480" y="817920"/>
              <a:ext cx="42480" cy="56880"/>
            </a:xfrm>
            <a:custGeom>
              <a:avLst/>
              <a:gdLst>
                <a:gd name="textAreaLeft" fmla="*/ 0 w 42480"/>
                <a:gd name="textAreaRight" fmla="*/ 43560 w 42480"/>
                <a:gd name="textAreaTop" fmla="*/ 0 h 56880"/>
                <a:gd name="textAreaBottom" fmla="*/ 57960 h 56880"/>
                <a:gd name="GluePoint1X" fmla="*/ 0 w 161"/>
                <a:gd name="GluePoint1Y" fmla="*/ 0 h 121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99" name="Freihandform: Form 37"/>
            <p:cNvSpPr/>
            <p:nvPr/>
          </p:nvSpPr>
          <p:spPr>
            <a:xfrm>
              <a:off x="8164800" y="834120"/>
              <a:ext cx="35280" cy="42480"/>
            </a:xfrm>
            <a:custGeom>
              <a:avLst/>
              <a:gdLst>
                <a:gd name="textAreaLeft" fmla="*/ 0 w 35280"/>
                <a:gd name="textAreaRight" fmla="*/ 36360 w 35280"/>
                <a:gd name="textAreaTop" fmla="*/ 0 h 42480"/>
                <a:gd name="textAreaBottom" fmla="*/ 43560 h 42480"/>
              </a:gdLst>
              <a:ahLst/>
              <a:cxnLst/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00" name="Freihandform: Form 38"/>
            <p:cNvSpPr/>
            <p:nvPr/>
          </p:nvSpPr>
          <p:spPr>
            <a:xfrm>
              <a:off x="821340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401" name="Grafik 9"/>
            <p:cNvGrpSpPr/>
            <p:nvPr/>
          </p:nvGrpSpPr>
          <p:grpSpPr>
            <a:xfrm>
              <a:off x="7741440" y="834120"/>
              <a:ext cx="1049040" cy="180000"/>
              <a:chOff x="7741440" y="834120"/>
              <a:chExt cx="1049040" cy="180000"/>
            </a:xfrm>
          </p:grpSpPr>
          <p:sp>
            <p:nvSpPr>
              <p:cNvPr id="402" name="Freihandform: Form 40"/>
              <p:cNvSpPr/>
              <p:nvPr/>
            </p:nvSpPr>
            <p:spPr>
              <a:xfrm>
                <a:off x="8236440" y="834120"/>
                <a:ext cx="33480" cy="406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0680"/>
                  <a:gd name="textAreaBottom" fmla="*/ 41760 h 40680"/>
                </a:gdLst>
                <a:ahLst/>
                <a:cxnLst/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03" name="Freihandform: Form 41"/>
              <p:cNvSpPr/>
              <p:nvPr/>
            </p:nvSpPr>
            <p:spPr>
              <a:xfrm>
                <a:off x="8284680" y="834120"/>
                <a:ext cx="35280" cy="42480"/>
              </a:xfrm>
              <a:custGeom>
                <a:avLst/>
                <a:gdLst>
                  <a:gd name="textAreaLeft" fmla="*/ 0 w 35280"/>
                  <a:gd name="textAreaRight" fmla="*/ 36360 w 35280"/>
                  <a:gd name="textAreaTop" fmla="*/ 0 h 42480"/>
                  <a:gd name="textAreaBottom" fmla="*/ 43560 h 42480"/>
                </a:gdLst>
                <a:ahLst/>
                <a:cxnLst/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640" tIns="-1440" rIns="1764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04" name="Freihandform: Form 42"/>
              <p:cNvSpPr/>
              <p:nvPr/>
            </p:nvSpPr>
            <p:spPr>
              <a:xfrm>
                <a:off x="7741440" y="914040"/>
                <a:ext cx="883440" cy="62280"/>
              </a:xfrm>
              <a:custGeom>
                <a:avLst/>
                <a:gdLst>
                  <a:gd name="textAreaLeft" fmla="*/ 0 w 883440"/>
                  <a:gd name="textAreaRight" fmla="*/ 884520 w 883440"/>
                  <a:gd name="textAreaTop" fmla="*/ 0 h 62280"/>
                  <a:gd name="textAreaBottom" fmla="*/ 63360 h 62280"/>
                </a:gdLst>
                <a:ahLst/>
                <a:cxnLst/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05" name="Freihandform: Form 43"/>
              <p:cNvSpPr/>
              <p:nvPr/>
            </p:nvSpPr>
            <p:spPr>
              <a:xfrm>
                <a:off x="8677440" y="915480"/>
                <a:ext cx="113040" cy="98640"/>
              </a:xfrm>
              <a:custGeom>
                <a:avLst/>
                <a:gdLst>
                  <a:gd name="textAreaLeft" fmla="*/ 0 w 113040"/>
                  <a:gd name="textAreaRight" fmla="*/ 114120 w 113040"/>
                  <a:gd name="textAreaTop" fmla="*/ 0 h 98640"/>
                  <a:gd name="textAreaBottom" fmla="*/ 99720 h 98640"/>
                  <a:gd name="GluePoint1X" fmla="*/ 0 w 277"/>
                  <a:gd name="GluePoint1Y" fmla="*/ 0 h 317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520" tIns="45000" rIns="5652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406" name="Freihandform: Form 44"/>
          <p:cNvSpPr/>
          <p:nvPr/>
        </p:nvSpPr>
        <p:spPr>
          <a:xfrm>
            <a:off x="-5040" y="407880"/>
            <a:ext cx="336240" cy="293760"/>
          </a:xfrm>
          <a:custGeom>
            <a:avLst/>
            <a:gdLst>
              <a:gd name="textAreaLeft" fmla="*/ 0 w 336240"/>
              <a:gd name="textAreaRight" fmla="*/ 337320 w 336240"/>
              <a:gd name="textAreaTop" fmla="*/ 0 h 293760"/>
              <a:gd name="textAreaBottom" fmla="*/ 294840 h 293760"/>
              <a:gd name="GluePoint1X" fmla="*/ 0 w 819"/>
              <a:gd name="GluePoint1Y" fmla="*/ 0 h 937"/>
            </a:gdLst>
            <a:ahLst/>
            <a:cxnLst>
              <a:cxn ang="0">
                <a:pos x="GluePoint1X" y="GluePoint1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407" name="PlaceHolder 1"/>
          <p:cNvSpPr>
            <a:spLocks noGrp="1"/>
          </p:cNvSpPr>
          <p:nvPr>
            <p:ph type="ftr" idx="13"/>
          </p:nvPr>
        </p:nvSpPr>
        <p:spPr>
          <a:xfrm>
            <a:off x="628560" y="4975560"/>
            <a:ext cx="7128720" cy="147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8" name="PlaceHolder 2"/>
          <p:cNvSpPr>
            <a:spLocks noGrp="1"/>
          </p:cNvSpPr>
          <p:nvPr>
            <p:ph type="sldNum" idx="14"/>
          </p:nvPr>
        </p:nvSpPr>
        <p:spPr>
          <a:xfrm>
            <a:off x="35640" y="4975560"/>
            <a:ext cx="336240" cy="147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68616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686160">
              <a:lnSpc>
                <a:spcPct val="100000"/>
              </a:lnSpc>
              <a:buNone/>
              <a:tabLst>
                <a:tab pos="0" algn="l"/>
              </a:tabLst>
            </a:pPr>
            <a:fld id="{23F191C6-1E20-4048-914E-108CEDE71A38}" type="slidenum">
              <a: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Kapiteltrenner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9" name="Gruppieren 6"/>
          <p:cNvGrpSpPr/>
          <p:nvPr/>
        </p:nvGrpSpPr>
        <p:grpSpPr>
          <a:xfrm>
            <a:off x="-5040" y="4950720"/>
            <a:ext cx="9147960" cy="196920"/>
            <a:chOff x="-5040" y="4950720"/>
            <a:chExt cx="9147960" cy="196920"/>
          </a:xfrm>
        </p:grpSpPr>
        <p:sp>
          <p:nvSpPr>
            <p:cNvPr id="410" name="bk object 18"/>
            <p:cNvSpPr/>
            <p:nvPr/>
          </p:nvSpPr>
          <p:spPr>
            <a:xfrm>
              <a:off x="-5040" y="4950720"/>
              <a:ext cx="483840" cy="196920"/>
            </a:xfrm>
            <a:custGeom>
              <a:avLst/>
              <a:gdLst>
                <a:gd name="textAreaLeft" fmla="*/ 0 w 483840"/>
                <a:gd name="textAreaRight" fmla="*/ 484920 w 483840"/>
                <a:gd name="textAreaTop" fmla="*/ 0 h 196920"/>
                <a:gd name="textAreaBottom" fmla="*/ 198000 h 19692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11" name="bk object 18"/>
            <p:cNvSpPr/>
            <p:nvPr/>
          </p:nvSpPr>
          <p:spPr>
            <a:xfrm>
              <a:off x="522360" y="4950720"/>
              <a:ext cx="8620560" cy="196920"/>
            </a:xfrm>
            <a:custGeom>
              <a:avLst/>
              <a:gdLst>
                <a:gd name="textAreaLeft" fmla="*/ 0 w 8620560"/>
                <a:gd name="textAreaRight" fmla="*/ 8621640 w 8620560"/>
                <a:gd name="textAreaTop" fmla="*/ 0 h 196920"/>
                <a:gd name="textAreaBottom" fmla="*/ 198000 h 19692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12" name="Holder 3"/>
            <p:cNvSpPr/>
            <p:nvPr/>
          </p:nvSpPr>
          <p:spPr>
            <a:xfrm>
              <a:off x="8194680" y="4966200"/>
              <a:ext cx="448560" cy="1666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413" name="Gerader Verbinder 11"/>
          <p:cNvCxnSpPr/>
          <p:nvPr/>
        </p:nvCxnSpPr>
        <p:spPr>
          <a:xfrm>
            <a:off x="521280" y="974520"/>
            <a:ext cx="6833160" cy="108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414" name="Grafik 9"/>
          <p:cNvGrpSpPr/>
          <p:nvPr/>
        </p:nvGrpSpPr>
        <p:grpSpPr>
          <a:xfrm>
            <a:off x="7741440" y="394200"/>
            <a:ext cx="1049040" cy="619920"/>
            <a:chOff x="7741440" y="394200"/>
            <a:chExt cx="1049040" cy="619920"/>
          </a:xfrm>
        </p:grpSpPr>
        <p:grpSp>
          <p:nvGrpSpPr>
            <p:cNvPr id="415" name="Grafik 9"/>
            <p:cNvGrpSpPr/>
            <p:nvPr/>
          </p:nvGrpSpPr>
          <p:grpSpPr>
            <a:xfrm>
              <a:off x="7741440" y="394200"/>
              <a:ext cx="883800" cy="431280"/>
              <a:chOff x="7741440" y="394200"/>
              <a:chExt cx="883800" cy="431280"/>
            </a:xfrm>
          </p:grpSpPr>
          <p:sp>
            <p:nvSpPr>
              <p:cNvPr id="416" name="Freihandform: Form 20"/>
              <p:cNvSpPr/>
              <p:nvPr/>
            </p:nvSpPr>
            <p:spPr>
              <a:xfrm>
                <a:off x="8358120" y="480600"/>
                <a:ext cx="267120" cy="26748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267480"/>
                  <a:gd name="textAreaBottom" fmla="*/ 268560 h 267480"/>
                  <a:gd name="GluePoint1X" fmla="*/ 0 w 746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17" name="Freihandform: Form 21"/>
              <p:cNvSpPr/>
              <p:nvPr/>
            </p:nvSpPr>
            <p:spPr>
              <a:xfrm>
                <a:off x="7741440" y="394200"/>
                <a:ext cx="267120" cy="34740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347400"/>
                  <a:gd name="textAreaBottom" fmla="*/ 348480 h 347400"/>
                  <a:gd name="GluePoint1X" fmla="*/ 0 w 968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18" name="Freihandform: Form 22"/>
              <p:cNvSpPr/>
              <p:nvPr/>
            </p:nvSpPr>
            <p:spPr>
              <a:xfrm>
                <a:off x="8050680" y="394200"/>
                <a:ext cx="267120" cy="34740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347400"/>
                  <a:gd name="textAreaBottom" fmla="*/ 348480 h 347400"/>
                  <a:gd name="GluePoint1X" fmla="*/ 0 w 968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19" name="Freihandform: Form 23"/>
              <p:cNvSpPr/>
              <p:nvPr/>
            </p:nvSpPr>
            <p:spPr>
              <a:xfrm>
                <a:off x="784800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20" name="Freihandform: Form 24"/>
              <p:cNvSpPr/>
              <p:nvPr/>
            </p:nvSpPr>
            <p:spPr>
              <a:xfrm>
                <a:off x="795816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21" name="Freihandform: Form 25"/>
              <p:cNvSpPr/>
              <p:nvPr/>
            </p:nvSpPr>
            <p:spPr>
              <a:xfrm>
                <a:off x="821232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422" name="Freihandform: Form 26"/>
            <p:cNvSpPr/>
            <p:nvPr/>
          </p:nvSpPr>
          <p:spPr>
            <a:xfrm>
              <a:off x="7741440" y="817920"/>
              <a:ext cx="42480" cy="56880"/>
            </a:xfrm>
            <a:custGeom>
              <a:avLst/>
              <a:gdLst>
                <a:gd name="textAreaLeft" fmla="*/ 0 w 42480"/>
                <a:gd name="textAreaRight" fmla="*/ 43560 w 42480"/>
                <a:gd name="textAreaTop" fmla="*/ 0 h 56880"/>
                <a:gd name="textAreaBottom" fmla="*/ 57960 h 56880"/>
                <a:gd name="GluePoint1X" fmla="*/ 0 w 161"/>
                <a:gd name="GluePoint1Y" fmla="*/ 0 h 121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23" name="Freihandform: Form 27"/>
            <p:cNvSpPr/>
            <p:nvPr/>
          </p:nvSpPr>
          <p:spPr>
            <a:xfrm>
              <a:off x="7799760" y="834120"/>
              <a:ext cx="35280" cy="42480"/>
            </a:xfrm>
            <a:custGeom>
              <a:avLst/>
              <a:gdLst>
                <a:gd name="textAreaLeft" fmla="*/ 0 w 35280"/>
                <a:gd name="textAreaRight" fmla="*/ 36360 w 35280"/>
                <a:gd name="textAreaTop" fmla="*/ 0 h 42480"/>
                <a:gd name="textAreaBottom" fmla="*/ 43560 h 42480"/>
              </a:gdLst>
              <a:ahLst/>
              <a:cxnLst/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24" name="Freihandform: Form 28"/>
            <p:cNvSpPr/>
            <p:nvPr/>
          </p:nvSpPr>
          <p:spPr>
            <a:xfrm>
              <a:off x="784908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425" name="Grafik 9"/>
            <p:cNvGrpSpPr/>
            <p:nvPr/>
          </p:nvGrpSpPr>
          <p:grpSpPr>
            <a:xfrm>
              <a:off x="7872120" y="834120"/>
              <a:ext cx="74160" cy="40680"/>
              <a:chOff x="7872120" y="834120"/>
              <a:chExt cx="74160" cy="40680"/>
            </a:xfrm>
          </p:grpSpPr>
          <p:sp>
            <p:nvSpPr>
              <p:cNvPr id="426" name="Freihandform: Form 30"/>
              <p:cNvSpPr/>
              <p:nvPr/>
            </p:nvSpPr>
            <p:spPr>
              <a:xfrm>
                <a:off x="7872120" y="834120"/>
                <a:ext cx="33480" cy="406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0680"/>
                  <a:gd name="textAreaBottom" fmla="*/ 41760 h 40680"/>
                </a:gdLst>
                <a:ahLst/>
                <a:cxnLst/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27" name="Freihandform: Form 31"/>
              <p:cNvSpPr/>
              <p:nvPr/>
            </p:nvSpPr>
            <p:spPr>
              <a:xfrm>
                <a:off x="7922160" y="834120"/>
                <a:ext cx="24120" cy="40680"/>
              </a:xfrm>
              <a:custGeom>
                <a:avLst/>
                <a:gdLst>
                  <a:gd name="textAreaLeft" fmla="*/ 0 w 24120"/>
                  <a:gd name="textAreaRight" fmla="*/ 25200 w 24120"/>
                  <a:gd name="textAreaTop" fmla="*/ 0 h 40680"/>
                  <a:gd name="textAreaBottom" fmla="*/ 41760 h 40680"/>
                </a:gdLst>
                <a:ahLst/>
                <a:cxnLst/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2240" tIns="-3240" rIns="1224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428" name="Freihandform: Form 32"/>
            <p:cNvSpPr/>
            <p:nvPr/>
          </p:nvSpPr>
          <p:spPr>
            <a:xfrm>
              <a:off x="795924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429" name="Grafik 9"/>
            <p:cNvGrpSpPr/>
            <p:nvPr/>
          </p:nvGrpSpPr>
          <p:grpSpPr>
            <a:xfrm>
              <a:off x="7979760" y="812160"/>
              <a:ext cx="78120" cy="64440"/>
              <a:chOff x="7979760" y="812160"/>
              <a:chExt cx="78120" cy="64440"/>
            </a:xfrm>
          </p:grpSpPr>
          <p:sp>
            <p:nvSpPr>
              <p:cNvPr id="430" name="Freihandform: Form 34"/>
              <p:cNvSpPr/>
              <p:nvPr/>
            </p:nvSpPr>
            <p:spPr>
              <a:xfrm>
                <a:off x="7979760" y="834120"/>
                <a:ext cx="33480" cy="424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2480"/>
                  <a:gd name="textAreaBottom" fmla="*/ 43560 h 42480"/>
                </a:gdLst>
                <a:ahLst/>
                <a:cxnLst/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1440" rIns="1692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31" name="Freihandform: Form 35"/>
              <p:cNvSpPr/>
              <p:nvPr/>
            </p:nvSpPr>
            <p:spPr>
              <a:xfrm>
                <a:off x="8024400" y="812160"/>
                <a:ext cx="33480" cy="622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62280"/>
                  <a:gd name="textAreaBottom" fmla="*/ 63360 h 62280"/>
                  <a:gd name="GluePoint1X" fmla="*/ 0 w 176"/>
                  <a:gd name="GluePoint1Y" fmla="*/ 0 h 96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18360" rIns="1692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432" name="Freihandform: Form 36"/>
            <p:cNvSpPr/>
            <p:nvPr/>
          </p:nvSpPr>
          <p:spPr>
            <a:xfrm>
              <a:off x="8106480" y="817920"/>
              <a:ext cx="42480" cy="56880"/>
            </a:xfrm>
            <a:custGeom>
              <a:avLst/>
              <a:gdLst>
                <a:gd name="textAreaLeft" fmla="*/ 0 w 42480"/>
                <a:gd name="textAreaRight" fmla="*/ 43560 w 42480"/>
                <a:gd name="textAreaTop" fmla="*/ 0 h 56880"/>
                <a:gd name="textAreaBottom" fmla="*/ 57960 h 56880"/>
                <a:gd name="GluePoint1X" fmla="*/ 0 w 161"/>
                <a:gd name="GluePoint1Y" fmla="*/ 0 h 121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33" name="Freihandform: Form 37"/>
            <p:cNvSpPr/>
            <p:nvPr/>
          </p:nvSpPr>
          <p:spPr>
            <a:xfrm>
              <a:off x="8164800" y="834120"/>
              <a:ext cx="35280" cy="42480"/>
            </a:xfrm>
            <a:custGeom>
              <a:avLst/>
              <a:gdLst>
                <a:gd name="textAreaLeft" fmla="*/ 0 w 35280"/>
                <a:gd name="textAreaRight" fmla="*/ 36360 w 35280"/>
                <a:gd name="textAreaTop" fmla="*/ 0 h 42480"/>
                <a:gd name="textAreaBottom" fmla="*/ 43560 h 42480"/>
              </a:gdLst>
              <a:ahLst/>
              <a:cxnLst/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34" name="Freihandform: Form 38"/>
            <p:cNvSpPr/>
            <p:nvPr/>
          </p:nvSpPr>
          <p:spPr>
            <a:xfrm>
              <a:off x="821340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435" name="Grafik 9"/>
            <p:cNvGrpSpPr/>
            <p:nvPr/>
          </p:nvGrpSpPr>
          <p:grpSpPr>
            <a:xfrm>
              <a:off x="7741440" y="834120"/>
              <a:ext cx="1049040" cy="180000"/>
              <a:chOff x="7741440" y="834120"/>
              <a:chExt cx="1049040" cy="180000"/>
            </a:xfrm>
          </p:grpSpPr>
          <p:sp>
            <p:nvSpPr>
              <p:cNvPr id="436" name="Freihandform: Form 40"/>
              <p:cNvSpPr/>
              <p:nvPr/>
            </p:nvSpPr>
            <p:spPr>
              <a:xfrm>
                <a:off x="8236440" y="834120"/>
                <a:ext cx="33480" cy="406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0680"/>
                  <a:gd name="textAreaBottom" fmla="*/ 41760 h 40680"/>
                </a:gdLst>
                <a:ahLst/>
                <a:cxnLst/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37" name="Freihandform: Form 41"/>
              <p:cNvSpPr/>
              <p:nvPr/>
            </p:nvSpPr>
            <p:spPr>
              <a:xfrm>
                <a:off x="8284680" y="834120"/>
                <a:ext cx="35280" cy="42480"/>
              </a:xfrm>
              <a:custGeom>
                <a:avLst/>
                <a:gdLst>
                  <a:gd name="textAreaLeft" fmla="*/ 0 w 35280"/>
                  <a:gd name="textAreaRight" fmla="*/ 36360 w 35280"/>
                  <a:gd name="textAreaTop" fmla="*/ 0 h 42480"/>
                  <a:gd name="textAreaBottom" fmla="*/ 43560 h 42480"/>
                </a:gdLst>
                <a:ahLst/>
                <a:cxnLst/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640" tIns="-1440" rIns="1764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38" name="Freihandform: Form 42"/>
              <p:cNvSpPr/>
              <p:nvPr/>
            </p:nvSpPr>
            <p:spPr>
              <a:xfrm>
                <a:off x="7741440" y="914040"/>
                <a:ext cx="883440" cy="62280"/>
              </a:xfrm>
              <a:custGeom>
                <a:avLst/>
                <a:gdLst>
                  <a:gd name="textAreaLeft" fmla="*/ 0 w 883440"/>
                  <a:gd name="textAreaRight" fmla="*/ 884520 w 883440"/>
                  <a:gd name="textAreaTop" fmla="*/ 0 h 62280"/>
                  <a:gd name="textAreaBottom" fmla="*/ 63360 h 62280"/>
                </a:gdLst>
                <a:ahLst/>
                <a:cxnLst/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39" name="Freihandform: Form 43"/>
              <p:cNvSpPr/>
              <p:nvPr/>
            </p:nvSpPr>
            <p:spPr>
              <a:xfrm>
                <a:off x="8677440" y="915480"/>
                <a:ext cx="113040" cy="98640"/>
              </a:xfrm>
              <a:custGeom>
                <a:avLst/>
                <a:gdLst>
                  <a:gd name="textAreaLeft" fmla="*/ 0 w 113040"/>
                  <a:gd name="textAreaRight" fmla="*/ 114120 w 113040"/>
                  <a:gd name="textAreaTop" fmla="*/ 0 h 98640"/>
                  <a:gd name="textAreaBottom" fmla="*/ 99720 h 98640"/>
                  <a:gd name="GluePoint1X" fmla="*/ 0 w 277"/>
                  <a:gd name="GluePoint1Y" fmla="*/ 0 h 317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520" tIns="45000" rIns="5652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440" name="Freihandform: Form 44" hidden="1"/>
          <p:cNvSpPr/>
          <p:nvPr/>
        </p:nvSpPr>
        <p:spPr>
          <a:xfrm>
            <a:off x="-5040" y="407880"/>
            <a:ext cx="336240" cy="293760"/>
          </a:xfrm>
          <a:custGeom>
            <a:avLst/>
            <a:gdLst>
              <a:gd name="textAreaLeft" fmla="*/ 0 w 336240"/>
              <a:gd name="textAreaRight" fmla="*/ 337320 w 336240"/>
              <a:gd name="textAreaTop" fmla="*/ 0 h 293760"/>
              <a:gd name="textAreaBottom" fmla="*/ 294840 h 293760"/>
              <a:gd name="GluePoint1X" fmla="*/ 0 w 819"/>
              <a:gd name="GluePoint1Y" fmla="*/ 0 h 937"/>
            </a:gdLst>
            <a:ahLst/>
            <a:cxnLst>
              <a:cxn ang="0">
                <a:pos x="GluePoint1X" y="GluePoint1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grpSp>
        <p:nvGrpSpPr>
          <p:cNvPr id="441" name="Gruppieren 49"/>
          <p:cNvGrpSpPr/>
          <p:nvPr/>
        </p:nvGrpSpPr>
        <p:grpSpPr>
          <a:xfrm>
            <a:off x="-5040" y="4950720"/>
            <a:ext cx="9147960" cy="196920"/>
            <a:chOff x="-5040" y="4950720"/>
            <a:chExt cx="9147960" cy="196920"/>
          </a:xfrm>
        </p:grpSpPr>
        <p:sp>
          <p:nvSpPr>
            <p:cNvPr id="442" name="bk object 18"/>
            <p:cNvSpPr/>
            <p:nvPr/>
          </p:nvSpPr>
          <p:spPr>
            <a:xfrm>
              <a:off x="-5040" y="4950720"/>
              <a:ext cx="483840" cy="196920"/>
            </a:xfrm>
            <a:custGeom>
              <a:avLst/>
              <a:gdLst>
                <a:gd name="textAreaLeft" fmla="*/ 0 w 483840"/>
                <a:gd name="textAreaRight" fmla="*/ 484920 w 483840"/>
                <a:gd name="textAreaTop" fmla="*/ 0 h 196920"/>
                <a:gd name="textAreaBottom" fmla="*/ 198000 h 19692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43" name="bk object 18"/>
            <p:cNvSpPr/>
            <p:nvPr/>
          </p:nvSpPr>
          <p:spPr>
            <a:xfrm>
              <a:off x="522360" y="4950720"/>
              <a:ext cx="8620560" cy="196920"/>
            </a:xfrm>
            <a:custGeom>
              <a:avLst/>
              <a:gdLst>
                <a:gd name="textAreaLeft" fmla="*/ 0 w 8620560"/>
                <a:gd name="textAreaRight" fmla="*/ 8621640 w 8620560"/>
                <a:gd name="textAreaTop" fmla="*/ 0 h 196920"/>
                <a:gd name="textAreaBottom" fmla="*/ 198000 h 19692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44" name="Holder 3"/>
            <p:cNvSpPr/>
            <p:nvPr/>
          </p:nvSpPr>
          <p:spPr>
            <a:xfrm>
              <a:off x="8194680" y="4966200"/>
              <a:ext cx="448560" cy="166680"/>
            </a:xfrm>
            <a:prstGeom prst="rect">
              <a:avLst/>
            </a:pr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445" name="PlaceHolder 1"/>
          <p:cNvSpPr>
            <a:spLocks noGrp="1"/>
          </p:cNvSpPr>
          <p:nvPr>
            <p:ph type="title"/>
          </p:nvPr>
        </p:nvSpPr>
        <p:spPr>
          <a:xfrm>
            <a:off x="3843000" y="3034440"/>
            <a:ext cx="4778640" cy="91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90000"/>
              </a:lnSpc>
              <a:buNone/>
              <a:tabLst>
                <a:tab pos="0" algn="l"/>
              </a:tabLst>
              <a:def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title style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446" name="Grafik 11"/>
          <p:cNvSpPr/>
          <p:nvPr/>
        </p:nvSpPr>
        <p:spPr>
          <a:xfrm>
            <a:off x="0" y="0"/>
            <a:ext cx="3731040" cy="4914000"/>
          </a:xfrm>
          <a:custGeom>
            <a:avLst/>
            <a:gdLst>
              <a:gd name="textAreaLeft" fmla="*/ 0 w 3731040"/>
              <a:gd name="textAreaRight" fmla="*/ 3732120 w 3731040"/>
              <a:gd name="textAreaTop" fmla="*/ 0 h 4914000"/>
              <a:gd name="textAreaBottom" fmla="*/ 4915080 h 4914000"/>
              <a:gd name="GluePoint1X" fmla="*/ 0 w 13653"/>
              <a:gd name="GluePoint1Y" fmla="*/ 0 h 10367"/>
              <a:gd name="GluePoint2X" fmla="*/ 10367 w 13653"/>
              <a:gd name="GluePoint2Y" fmla="*/ 0 h 10367"/>
              <a:gd name="GluePoint3X" fmla="*/ 10367 w 13653"/>
              <a:gd name="GluePoint3Y" fmla="*/ 13653 h 10367"/>
              <a:gd name="GluePoint4X" fmla="*/ 0 w 13653"/>
              <a:gd name="GluePoint4Y" fmla="*/ 13653 h 10367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</a:cxnLst>
            <a:rect l="textAreaLeft" t="textAreaTop" r="textAreaRight" b="textAreaBottom"/>
            <a:pathLst>
              <a:path w="5015880" h="6597650">
                <a:moveTo>
                  <a:pt x="0" y="0"/>
                </a:moveTo>
                <a:lnTo>
                  <a:pt x="5015880" y="0"/>
                </a:lnTo>
                <a:lnTo>
                  <a:pt x="5015880" y="6597650"/>
                </a:lnTo>
                <a:lnTo>
                  <a:pt x="0" y="6597650"/>
                </a:lnTo>
                <a:close/>
              </a:path>
            </a:pathLst>
          </a:cu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7" name="PlaceHolder 2"/>
          <p:cNvSpPr>
            <a:spLocks noGrp="1"/>
          </p:cNvSpPr>
          <p:nvPr>
            <p:ph type="ftr" idx="15"/>
          </p:nvPr>
        </p:nvSpPr>
        <p:spPr>
          <a:xfrm>
            <a:off x="628560" y="4975560"/>
            <a:ext cx="7128720" cy="147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8" name="PlaceHolder 3"/>
          <p:cNvSpPr>
            <a:spLocks noGrp="1"/>
          </p:cNvSpPr>
          <p:nvPr>
            <p:ph type="sldNum" idx="16"/>
          </p:nvPr>
        </p:nvSpPr>
        <p:spPr>
          <a:xfrm>
            <a:off x="35640" y="4975560"/>
            <a:ext cx="336240" cy="147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68616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686160">
              <a:lnSpc>
                <a:spcPct val="100000"/>
              </a:lnSpc>
              <a:buNone/>
              <a:tabLst>
                <a:tab pos="0" algn="l"/>
              </a:tabLst>
            </a:pPr>
            <a:fld id="{083C87A4-713B-4B48-A4E9-B063E40134DF}" type="slidenum">
              <a: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pSp>
        <p:nvGrpSpPr>
          <p:cNvPr id="449" name="Grafik 9"/>
          <p:cNvGrpSpPr/>
          <p:nvPr/>
        </p:nvGrpSpPr>
        <p:grpSpPr>
          <a:xfrm>
            <a:off x="7741440" y="394200"/>
            <a:ext cx="1049040" cy="619920"/>
            <a:chOff x="7741440" y="394200"/>
            <a:chExt cx="1049040" cy="619920"/>
          </a:xfrm>
        </p:grpSpPr>
        <p:grpSp>
          <p:nvGrpSpPr>
            <p:cNvPr id="450" name="Grafik 9"/>
            <p:cNvGrpSpPr/>
            <p:nvPr/>
          </p:nvGrpSpPr>
          <p:grpSpPr>
            <a:xfrm>
              <a:off x="7741440" y="394200"/>
              <a:ext cx="883800" cy="431280"/>
              <a:chOff x="7741440" y="394200"/>
              <a:chExt cx="883800" cy="431280"/>
            </a:xfrm>
          </p:grpSpPr>
          <p:sp>
            <p:nvSpPr>
              <p:cNvPr id="451" name="Freihandform: Form 65"/>
              <p:cNvSpPr/>
              <p:nvPr/>
            </p:nvSpPr>
            <p:spPr>
              <a:xfrm>
                <a:off x="8358120" y="480600"/>
                <a:ext cx="267120" cy="26748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267480"/>
                  <a:gd name="textAreaBottom" fmla="*/ 268560 h 267480"/>
                  <a:gd name="GluePoint1X" fmla="*/ 0 w 746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52" name="Freihandform: Form 66"/>
              <p:cNvSpPr/>
              <p:nvPr/>
            </p:nvSpPr>
            <p:spPr>
              <a:xfrm>
                <a:off x="7741440" y="394200"/>
                <a:ext cx="267120" cy="34740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347400"/>
                  <a:gd name="textAreaBottom" fmla="*/ 348480 h 347400"/>
                  <a:gd name="GluePoint1X" fmla="*/ 0 w 968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53" name="Freihandform: Form 67"/>
              <p:cNvSpPr/>
              <p:nvPr/>
            </p:nvSpPr>
            <p:spPr>
              <a:xfrm>
                <a:off x="8050680" y="394200"/>
                <a:ext cx="267120" cy="34740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347400"/>
                  <a:gd name="textAreaBottom" fmla="*/ 348480 h 347400"/>
                  <a:gd name="GluePoint1X" fmla="*/ 0 w 968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54" name="Freihandform: Form 68"/>
              <p:cNvSpPr/>
              <p:nvPr/>
            </p:nvSpPr>
            <p:spPr>
              <a:xfrm>
                <a:off x="784800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55" name="Freihandform: Form 69"/>
              <p:cNvSpPr/>
              <p:nvPr/>
            </p:nvSpPr>
            <p:spPr>
              <a:xfrm>
                <a:off x="795816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56" name="Freihandform: Form 70"/>
              <p:cNvSpPr/>
              <p:nvPr/>
            </p:nvSpPr>
            <p:spPr>
              <a:xfrm>
                <a:off x="821232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457" name="Freihandform: Form 43"/>
            <p:cNvSpPr/>
            <p:nvPr/>
          </p:nvSpPr>
          <p:spPr>
            <a:xfrm>
              <a:off x="7741440" y="817920"/>
              <a:ext cx="42480" cy="56880"/>
            </a:xfrm>
            <a:custGeom>
              <a:avLst/>
              <a:gdLst>
                <a:gd name="textAreaLeft" fmla="*/ 0 w 42480"/>
                <a:gd name="textAreaRight" fmla="*/ 43560 w 42480"/>
                <a:gd name="textAreaTop" fmla="*/ 0 h 56880"/>
                <a:gd name="textAreaBottom" fmla="*/ 57960 h 56880"/>
                <a:gd name="GluePoint1X" fmla="*/ 0 w 161"/>
                <a:gd name="GluePoint1Y" fmla="*/ 0 h 121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58" name="Freihandform: Form 44"/>
            <p:cNvSpPr/>
            <p:nvPr/>
          </p:nvSpPr>
          <p:spPr>
            <a:xfrm>
              <a:off x="7799760" y="834120"/>
              <a:ext cx="35280" cy="42480"/>
            </a:xfrm>
            <a:custGeom>
              <a:avLst/>
              <a:gdLst>
                <a:gd name="textAreaLeft" fmla="*/ 0 w 35280"/>
                <a:gd name="textAreaRight" fmla="*/ 36360 w 35280"/>
                <a:gd name="textAreaTop" fmla="*/ 0 h 42480"/>
                <a:gd name="textAreaBottom" fmla="*/ 43560 h 42480"/>
              </a:gdLst>
              <a:ahLst/>
              <a:cxnLst/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59" name="Freihandform: Form 45"/>
            <p:cNvSpPr/>
            <p:nvPr/>
          </p:nvSpPr>
          <p:spPr>
            <a:xfrm>
              <a:off x="784908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460" name="Grafik 9"/>
            <p:cNvGrpSpPr/>
            <p:nvPr/>
          </p:nvGrpSpPr>
          <p:grpSpPr>
            <a:xfrm>
              <a:off x="7872120" y="834120"/>
              <a:ext cx="74160" cy="40680"/>
              <a:chOff x="7872120" y="834120"/>
              <a:chExt cx="74160" cy="40680"/>
            </a:xfrm>
          </p:grpSpPr>
          <p:sp>
            <p:nvSpPr>
              <p:cNvPr id="461" name="Freihandform: Form 63"/>
              <p:cNvSpPr/>
              <p:nvPr/>
            </p:nvSpPr>
            <p:spPr>
              <a:xfrm>
                <a:off x="7872120" y="834120"/>
                <a:ext cx="33480" cy="406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0680"/>
                  <a:gd name="textAreaBottom" fmla="*/ 41760 h 40680"/>
                </a:gdLst>
                <a:ahLst/>
                <a:cxnLst/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62" name="Freihandform: Form 64"/>
              <p:cNvSpPr/>
              <p:nvPr/>
            </p:nvSpPr>
            <p:spPr>
              <a:xfrm>
                <a:off x="7922160" y="834120"/>
                <a:ext cx="24120" cy="40680"/>
              </a:xfrm>
              <a:custGeom>
                <a:avLst/>
                <a:gdLst>
                  <a:gd name="textAreaLeft" fmla="*/ 0 w 24120"/>
                  <a:gd name="textAreaRight" fmla="*/ 25200 w 24120"/>
                  <a:gd name="textAreaTop" fmla="*/ 0 h 40680"/>
                  <a:gd name="textAreaBottom" fmla="*/ 41760 h 40680"/>
                </a:gdLst>
                <a:ahLst/>
                <a:cxnLst/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2240" tIns="-3240" rIns="1224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463" name="Freihandform: Form 47"/>
            <p:cNvSpPr/>
            <p:nvPr/>
          </p:nvSpPr>
          <p:spPr>
            <a:xfrm>
              <a:off x="795924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464" name="Grafik 9"/>
            <p:cNvGrpSpPr/>
            <p:nvPr/>
          </p:nvGrpSpPr>
          <p:grpSpPr>
            <a:xfrm>
              <a:off x="7979760" y="812160"/>
              <a:ext cx="78120" cy="64440"/>
              <a:chOff x="7979760" y="812160"/>
              <a:chExt cx="78120" cy="64440"/>
            </a:xfrm>
          </p:grpSpPr>
          <p:sp>
            <p:nvSpPr>
              <p:cNvPr id="465" name="Freihandform: Form 61"/>
              <p:cNvSpPr/>
              <p:nvPr/>
            </p:nvSpPr>
            <p:spPr>
              <a:xfrm>
                <a:off x="7979760" y="834120"/>
                <a:ext cx="33480" cy="424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2480"/>
                  <a:gd name="textAreaBottom" fmla="*/ 43560 h 42480"/>
                </a:gdLst>
                <a:ahLst/>
                <a:cxnLst/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1440" rIns="1692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66" name="Freihandform: Form 62"/>
              <p:cNvSpPr/>
              <p:nvPr/>
            </p:nvSpPr>
            <p:spPr>
              <a:xfrm>
                <a:off x="8024400" y="812160"/>
                <a:ext cx="33480" cy="622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62280"/>
                  <a:gd name="textAreaBottom" fmla="*/ 63360 h 62280"/>
                  <a:gd name="GluePoint1X" fmla="*/ 0 w 176"/>
                  <a:gd name="GluePoint1Y" fmla="*/ 0 h 96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18360" rIns="1692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467" name="Freihandform: Form 53"/>
            <p:cNvSpPr/>
            <p:nvPr/>
          </p:nvSpPr>
          <p:spPr>
            <a:xfrm>
              <a:off x="8106480" y="817920"/>
              <a:ext cx="42480" cy="56880"/>
            </a:xfrm>
            <a:custGeom>
              <a:avLst/>
              <a:gdLst>
                <a:gd name="textAreaLeft" fmla="*/ 0 w 42480"/>
                <a:gd name="textAreaRight" fmla="*/ 43560 w 42480"/>
                <a:gd name="textAreaTop" fmla="*/ 0 h 56880"/>
                <a:gd name="textAreaBottom" fmla="*/ 57960 h 56880"/>
                <a:gd name="GluePoint1X" fmla="*/ 0 w 161"/>
                <a:gd name="GluePoint1Y" fmla="*/ 0 h 121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68" name="Freihandform: Form 54"/>
            <p:cNvSpPr/>
            <p:nvPr/>
          </p:nvSpPr>
          <p:spPr>
            <a:xfrm>
              <a:off x="8164800" y="834120"/>
              <a:ext cx="35280" cy="42480"/>
            </a:xfrm>
            <a:custGeom>
              <a:avLst/>
              <a:gdLst>
                <a:gd name="textAreaLeft" fmla="*/ 0 w 35280"/>
                <a:gd name="textAreaRight" fmla="*/ 36360 w 35280"/>
                <a:gd name="textAreaTop" fmla="*/ 0 h 42480"/>
                <a:gd name="textAreaBottom" fmla="*/ 43560 h 42480"/>
              </a:gdLst>
              <a:ahLst/>
              <a:cxnLst/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69" name="Freihandform: Form 55"/>
            <p:cNvSpPr/>
            <p:nvPr/>
          </p:nvSpPr>
          <p:spPr>
            <a:xfrm>
              <a:off x="821340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470" name="Grafik 9"/>
            <p:cNvGrpSpPr/>
            <p:nvPr/>
          </p:nvGrpSpPr>
          <p:grpSpPr>
            <a:xfrm>
              <a:off x="7741440" y="834120"/>
              <a:ext cx="1049040" cy="180000"/>
              <a:chOff x="7741440" y="834120"/>
              <a:chExt cx="1049040" cy="180000"/>
            </a:xfrm>
          </p:grpSpPr>
          <p:sp>
            <p:nvSpPr>
              <p:cNvPr id="471" name="Freihandform: Form 57"/>
              <p:cNvSpPr/>
              <p:nvPr/>
            </p:nvSpPr>
            <p:spPr>
              <a:xfrm>
                <a:off x="8236440" y="834120"/>
                <a:ext cx="33480" cy="406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0680"/>
                  <a:gd name="textAreaBottom" fmla="*/ 41760 h 40680"/>
                </a:gdLst>
                <a:ahLst/>
                <a:cxnLst/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72" name="Freihandform: Form 58"/>
              <p:cNvSpPr/>
              <p:nvPr/>
            </p:nvSpPr>
            <p:spPr>
              <a:xfrm>
                <a:off x="8284680" y="834120"/>
                <a:ext cx="35280" cy="42480"/>
              </a:xfrm>
              <a:custGeom>
                <a:avLst/>
                <a:gdLst>
                  <a:gd name="textAreaLeft" fmla="*/ 0 w 35280"/>
                  <a:gd name="textAreaRight" fmla="*/ 36360 w 35280"/>
                  <a:gd name="textAreaTop" fmla="*/ 0 h 42480"/>
                  <a:gd name="textAreaBottom" fmla="*/ 43560 h 42480"/>
                </a:gdLst>
                <a:ahLst/>
                <a:cxnLst/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640" tIns="-1440" rIns="1764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73" name="Freihandform: Form 59"/>
              <p:cNvSpPr/>
              <p:nvPr/>
            </p:nvSpPr>
            <p:spPr>
              <a:xfrm>
                <a:off x="7741440" y="914040"/>
                <a:ext cx="883440" cy="62280"/>
              </a:xfrm>
              <a:custGeom>
                <a:avLst/>
                <a:gdLst>
                  <a:gd name="textAreaLeft" fmla="*/ 0 w 883440"/>
                  <a:gd name="textAreaRight" fmla="*/ 884520 w 883440"/>
                  <a:gd name="textAreaTop" fmla="*/ 0 h 62280"/>
                  <a:gd name="textAreaBottom" fmla="*/ 63360 h 62280"/>
                </a:gdLst>
                <a:ahLst/>
                <a:cxnLst/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74" name="Freihandform: Form 60"/>
              <p:cNvSpPr/>
              <p:nvPr/>
            </p:nvSpPr>
            <p:spPr>
              <a:xfrm>
                <a:off x="8677440" y="915480"/>
                <a:ext cx="113040" cy="98640"/>
              </a:xfrm>
              <a:custGeom>
                <a:avLst/>
                <a:gdLst>
                  <a:gd name="textAreaLeft" fmla="*/ 0 w 113040"/>
                  <a:gd name="textAreaRight" fmla="*/ 114120 w 113040"/>
                  <a:gd name="textAreaTop" fmla="*/ 0 h 98640"/>
                  <a:gd name="textAreaBottom" fmla="*/ 99720 h 98640"/>
                  <a:gd name="GluePoint1X" fmla="*/ 0 w 277"/>
                  <a:gd name="GluePoint1Y" fmla="*/ 0 h 317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520" tIns="45000" rIns="5652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Kapiteltrenner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5" name="Gruppieren 6"/>
          <p:cNvGrpSpPr/>
          <p:nvPr/>
        </p:nvGrpSpPr>
        <p:grpSpPr>
          <a:xfrm>
            <a:off x="-5040" y="4950720"/>
            <a:ext cx="9147960" cy="196920"/>
            <a:chOff x="-5040" y="4950720"/>
            <a:chExt cx="9147960" cy="196920"/>
          </a:xfrm>
        </p:grpSpPr>
        <p:sp>
          <p:nvSpPr>
            <p:cNvPr id="476" name="bk object 18"/>
            <p:cNvSpPr/>
            <p:nvPr/>
          </p:nvSpPr>
          <p:spPr>
            <a:xfrm>
              <a:off x="-5040" y="4950720"/>
              <a:ext cx="483840" cy="196920"/>
            </a:xfrm>
            <a:custGeom>
              <a:avLst/>
              <a:gdLst>
                <a:gd name="textAreaLeft" fmla="*/ 0 w 483840"/>
                <a:gd name="textAreaRight" fmla="*/ 484920 w 483840"/>
                <a:gd name="textAreaTop" fmla="*/ 0 h 196920"/>
                <a:gd name="textAreaBottom" fmla="*/ 198000 h 19692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77" name="bk object 18"/>
            <p:cNvSpPr/>
            <p:nvPr/>
          </p:nvSpPr>
          <p:spPr>
            <a:xfrm>
              <a:off x="522360" y="4950720"/>
              <a:ext cx="8620560" cy="196920"/>
            </a:xfrm>
            <a:custGeom>
              <a:avLst/>
              <a:gdLst>
                <a:gd name="textAreaLeft" fmla="*/ 0 w 8620560"/>
                <a:gd name="textAreaRight" fmla="*/ 8621640 w 8620560"/>
                <a:gd name="textAreaTop" fmla="*/ 0 h 196920"/>
                <a:gd name="textAreaBottom" fmla="*/ 198000 h 19692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78" name="Holder 3"/>
            <p:cNvSpPr/>
            <p:nvPr/>
          </p:nvSpPr>
          <p:spPr>
            <a:xfrm>
              <a:off x="8194680" y="4966200"/>
              <a:ext cx="448560" cy="1666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479" name="Gerader Verbinder 11"/>
          <p:cNvCxnSpPr/>
          <p:nvPr/>
        </p:nvCxnSpPr>
        <p:spPr>
          <a:xfrm>
            <a:off x="521280" y="974520"/>
            <a:ext cx="6833160" cy="108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480" name="Grafik 9"/>
          <p:cNvGrpSpPr/>
          <p:nvPr/>
        </p:nvGrpSpPr>
        <p:grpSpPr>
          <a:xfrm>
            <a:off x="7741440" y="394200"/>
            <a:ext cx="1049040" cy="619920"/>
            <a:chOff x="7741440" y="394200"/>
            <a:chExt cx="1049040" cy="619920"/>
          </a:xfrm>
        </p:grpSpPr>
        <p:grpSp>
          <p:nvGrpSpPr>
            <p:cNvPr id="481" name="Grafik 9"/>
            <p:cNvGrpSpPr/>
            <p:nvPr/>
          </p:nvGrpSpPr>
          <p:grpSpPr>
            <a:xfrm>
              <a:off x="7741440" y="394200"/>
              <a:ext cx="883800" cy="431280"/>
              <a:chOff x="7741440" y="394200"/>
              <a:chExt cx="883800" cy="431280"/>
            </a:xfrm>
          </p:grpSpPr>
          <p:sp>
            <p:nvSpPr>
              <p:cNvPr id="482" name="Freihandform: Form 20"/>
              <p:cNvSpPr/>
              <p:nvPr/>
            </p:nvSpPr>
            <p:spPr>
              <a:xfrm>
                <a:off x="8358120" y="480600"/>
                <a:ext cx="267120" cy="26748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267480"/>
                  <a:gd name="textAreaBottom" fmla="*/ 268560 h 267480"/>
                  <a:gd name="GluePoint1X" fmla="*/ 0 w 746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83" name="Freihandform: Form 21"/>
              <p:cNvSpPr/>
              <p:nvPr/>
            </p:nvSpPr>
            <p:spPr>
              <a:xfrm>
                <a:off x="7741440" y="394200"/>
                <a:ext cx="267120" cy="34740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347400"/>
                  <a:gd name="textAreaBottom" fmla="*/ 348480 h 347400"/>
                  <a:gd name="GluePoint1X" fmla="*/ 0 w 968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84" name="Freihandform: Form 22"/>
              <p:cNvSpPr/>
              <p:nvPr/>
            </p:nvSpPr>
            <p:spPr>
              <a:xfrm>
                <a:off x="8050680" y="394200"/>
                <a:ext cx="267120" cy="34740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347400"/>
                  <a:gd name="textAreaBottom" fmla="*/ 348480 h 347400"/>
                  <a:gd name="GluePoint1X" fmla="*/ 0 w 968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85" name="Freihandform: Form 23"/>
              <p:cNvSpPr/>
              <p:nvPr/>
            </p:nvSpPr>
            <p:spPr>
              <a:xfrm>
                <a:off x="784800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86" name="Freihandform: Form 24"/>
              <p:cNvSpPr/>
              <p:nvPr/>
            </p:nvSpPr>
            <p:spPr>
              <a:xfrm>
                <a:off x="795816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87" name="Freihandform: Form 25"/>
              <p:cNvSpPr/>
              <p:nvPr/>
            </p:nvSpPr>
            <p:spPr>
              <a:xfrm>
                <a:off x="821232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488" name="Freihandform: Form 26"/>
            <p:cNvSpPr/>
            <p:nvPr/>
          </p:nvSpPr>
          <p:spPr>
            <a:xfrm>
              <a:off x="7741440" y="817920"/>
              <a:ext cx="42480" cy="56880"/>
            </a:xfrm>
            <a:custGeom>
              <a:avLst/>
              <a:gdLst>
                <a:gd name="textAreaLeft" fmla="*/ 0 w 42480"/>
                <a:gd name="textAreaRight" fmla="*/ 43560 w 42480"/>
                <a:gd name="textAreaTop" fmla="*/ 0 h 56880"/>
                <a:gd name="textAreaBottom" fmla="*/ 57960 h 56880"/>
                <a:gd name="GluePoint1X" fmla="*/ 0 w 161"/>
                <a:gd name="GluePoint1Y" fmla="*/ 0 h 121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89" name="Freihandform: Form 27"/>
            <p:cNvSpPr/>
            <p:nvPr/>
          </p:nvSpPr>
          <p:spPr>
            <a:xfrm>
              <a:off x="7799760" y="834120"/>
              <a:ext cx="35280" cy="42480"/>
            </a:xfrm>
            <a:custGeom>
              <a:avLst/>
              <a:gdLst>
                <a:gd name="textAreaLeft" fmla="*/ 0 w 35280"/>
                <a:gd name="textAreaRight" fmla="*/ 36360 w 35280"/>
                <a:gd name="textAreaTop" fmla="*/ 0 h 42480"/>
                <a:gd name="textAreaBottom" fmla="*/ 43560 h 42480"/>
              </a:gdLst>
              <a:ahLst/>
              <a:cxnLst/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90" name="Freihandform: Form 28"/>
            <p:cNvSpPr/>
            <p:nvPr/>
          </p:nvSpPr>
          <p:spPr>
            <a:xfrm>
              <a:off x="784908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491" name="Grafik 9"/>
            <p:cNvGrpSpPr/>
            <p:nvPr/>
          </p:nvGrpSpPr>
          <p:grpSpPr>
            <a:xfrm>
              <a:off x="7872120" y="834120"/>
              <a:ext cx="74160" cy="40680"/>
              <a:chOff x="7872120" y="834120"/>
              <a:chExt cx="74160" cy="40680"/>
            </a:xfrm>
          </p:grpSpPr>
          <p:sp>
            <p:nvSpPr>
              <p:cNvPr id="492" name="Freihandform: Form 30"/>
              <p:cNvSpPr/>
              <p:nvPr/>
            </p:nvSpPr>
            <p:spPr>
              <a:xfrm>
                <a:off x="7872120" y="834120"/>
                <a:ext cx="33480" cy="406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0680"/>
                  <a:gd name="textAreaBottom" fmla="*/ 41760 h 40680"/>
                </a:gdLst>
                <a:ahLst/>
                <a:cxnLst/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93" name="Freihandform: Form 31"/>
              <p:cNvSpPr/>
              <p:nvPr/>
            </p:nvSpPr>
            <p:spPr>
              <a:xfrm>
                <a:off x="7922160" y="834120"/>
                <a:ext cx="24120" cy="40680"/>
              </a:xfrm>
              <a:custGeom>
                <a:avLst/>
                <a:gdLst>
                  <a:gd name="textAreaLeft" fmla="*/ 0 w 24120"/>
                  <a:gd name="textAreaRight" fmla="*/ 25200 w 24120"/>
                  <a:gd name="textAreaTop" fmla="*/ 0 h 40680"/>
                  <a:gd name="textAreaBottom" fmla="*/ 41760 h 40680"/>
                </a:gdLst>
                <a:ahLst/>
                <a:cxnLst/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2240" tIns="-3240" rIns="1224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494" name="Freihandform: Form 32"/>
            <p:cNvSpPr/>
            <p:nvPr/>
          </p:nvSpPr>
          <p:spPr>
            <a:xfrm>
              <a:off x="795924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495" name="Grafik 9"/>
            <p:cNvGrpSpPr/>
            <p:nvPr/>
          </p:nvGrpSpPr>
          <p:grpSpPr>
            <a:xfrm>
              <a:off x="7979760" y="812160"/>
              <a:ext cx="78120" cy="64440"/>
              <a:chOff x="7979760" y="812160"/>
              <a:chExt cx="78120" cy="64440"/>
            </a:xfrm>
          </p:grpSpPr>
          <p:sp>
            <p:nvSpPr>
              <p:cNvPr id="496" name="Freihandform: Form 34"/>
              <p:cNvSpPr/>
              <p:nvPr/>
            </p:nvSpPr>
            <p:spPr>
              <a:xfrm>
                <a:off x="7979760" y="834120"/>
                <a:ext cx="33480" cy="424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2480"/>
                  <a:gd name="textAreaBottom" fmla="*/ 43560 h 42480"/>
                </a:gdLst>
                <a:ahLst/>
                <a:cxnLst/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1440" rIns="1692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97" name="Freihandform: Form 35"/>
              <p:cNvSpPr/>
              <p:nvPr/>
            </p:nvSpPr>
            <p:spPr>
              <a:xfrm>
                <a:off x="8024400" y="812160"/>
                <a:ext cx="33480" cy="622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62280"/>
                  <a:gd name="textAreaBottom" fmla="*/ 63360 h 62280"/>
                  <a:gd name="GluePoint1X" fmla="*/ 0 w 176"/>
                  <a:gd name="GluePoint1Y" fmla="*/ 0 h 96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18360" rIns="1692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498" name="Freihandform: Form 36"/>
            <p:cNvSpPr/>
            <p:nvPr/>
          </p:nvSpPr>
          <p:spPr>
            <a:xfrm>
              <a:off x="8106480" y="817920"/>
              <a:ext cx="42480" cy="56880"/>
            </a:xfrm>
            <a:custGeom>
              <a:avLst/>
              <a:gdLst>
                <a:gd name="textAreaLeft" fmla="*/ 0 w 42480"/>
                <a:gd name="textAreaRight" fmla="*/ 43560 w 42480"/>
                <a:gd name="textAreaTop" fmla="*/ 0 h 56880"/>
                <a:gd name="textAreaBottom" fmla="*/ 57960 h 56880"/>
                <a:gd name="GluePoint1X" fmla="*/ 0 w 161"/>
                <a:gd name="GluePoint1Y" fmla="*/ 0 h 121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99" name="Freihandform: Form 37"/>
            <p:cNvSpPr/>
            <p:nvPr/>
          </p:nvSpPr>
          <p:spPr>
            <a:xfrm>
              <a:off x="8164800" y="834120"/>
              <a:ext cx="35280" cy="42480"/>
            </a:xfrm>
            <a:custGeom>
              <a:avLst/>
              <a:gdLst>
                <a:gd name="textAreaLeft" fmla="*/ 0 w 35280"/>
                <a:gd name="textAreaRight" fmla="*/ 36360 w 35280"/>
                <a:gd name="textAreaTop" fmla="*/ 0 h 42480"/>
                <a:gd name="textAreaBottom" fmla="*/ 43560 h 42480"/>
              </a:gdLst>
              <a:ahLst/>
              <a:cxnLst/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00" name="Freihandform: Form 38"/>
            <p:cNvSpPr/>
            <p:nvPr/>
          </p:nvSpPr>
          <p:spPr>
            <a:xfrm>
              <a:off x="821340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501" name="Grafik 9"/>
            <p:cNvGrpSpPr/>
            <p:nvPr/>
          </p:nvGrpSpPr>
          <p:grpSpPr>
            <a:xfrm>
              <a:off x="7741440" y="834120"/>
              <a:ext cx="1049040" cy="180000"/>
              <a:chOff x="7741440" y="834120"/>
              <a:chExt cx="1049040" cy="180000"/>
            </a:xfrm>
          </p:grpSpPr>
          <p:sp>
            <p:nvSpPr>
              <p:cNvPr id="502" name="Freihandform: Form 40"/>
              <p:cNvSpPr/>
              <p:nvPr/>
            </p:nvSpPr>
            <p:spPr>
              <a:xfrm>
                <a:off x="8236440" y="834120"/>
                <a:ext cx="33480" cy="406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0680"/>
                  <a:gd name="textAreaBottom" fmla="*/ 41760 h 40680"/>
                </a:gdLst>
                <a:ahLst/>
                <a:cxnLst/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03" name="Freihandform: Form 41"/>
              <p:cNvSpPr/>
              <p:nvPr/>
            </p:nvSpPr>
            <p:spPr>
              <a:xfrm>
                <a:off x="8284680" y="834120"/>
                <a:ext cx="35280" cy="42480"/>
              </a:xfrm>
              <a:custGeom>
                <a:avLst/>
                <a:gdLst>
                  <a:gd name="textAreaLeft" fmla="*/ 0 w 35280"/>
                  <a:gd name="textAreaRight" fmla="*/ 36360 w 35280"/>
                  <a:gd name="textAreaTop" fmla="*/ 0 h 42480"/>
                  <a:gd name="textAreaBottom" fmla="*/ 43560 h 42480"/>
                </a:gdLst>
                <a:ahLst/>
                <a:cxnLst/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640" tIns="-1440" rIns="1764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04" name="Freihandform: Form 42"/>
              <p:cNvSpPr/>
              <p:nvPr/>
            </p:nvSpPr>
            <p:spPr>
              <a:xfrm>
                <a:off x="7741440" y="914040"/>
                <a:ext cx="883440" cy="62280"/>
              </a:xfrm>
              <a:custGeom>
                <a:avLst/>
                <a:gdLst>
                  <a:gd name="textAreaLeft" fmla="*/ 0 w 883440"/>
                  <a:gd name="textAreaRight" fmla="*/ 884520 w 883440"/>
                  <a:gd name="textAreaTop" fmla="*/ 0 h 62280"/>
                  <a:gd name="textAreaBottom" fmla="*/ 63360 h 62280"/>
                </a:gdLst>
                <a:ahLst/>
                <a:cxnLst/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05" name="Freihandform: Form 43"/>
              <p:cNvSpPr/>
              <p:nvPr/>
            </p:nvSpPr>
            <p:spPr>
              <a:xfrm>
                <a:off x="8677440" y="915480"/>
                <a:ext cx="113040" cy="98640"/>
              </a:xfrm>
              <a:custGeom>
                <a:avLst/>
                <a:gdLst>
                  <a:gd name="textAreaLeft" fmla="*/ 0 w 113040"/>
                  <a:gd name="textAreaRight" fmla="*/ 114120 w 113040"/>
                  <a:gd name="textAreaTop" fmla="*/ 0 h 98640"/>
                  <a:gd name="textAreaBottom" fmla="*/ 99720 h 98640"/>
                  <a:gd name="GluePoint1X" fmla="*/ 0 w 277"/>
                  <a:gd name="GluePoint1Y" fmla="*/ 0 h 317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520" tIns="45000" rIns="5652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506" name="Freihandform: Form 44" hidden="1"/>
          <p:cNvSpPr/>
          <p:nvPr/>
        </p:nvSpPr>
        <p:spPr>
          <a:xfrm>
            <a:off x="-5040" y="407880"/>
            <a:ext cx="336240" cy="293760"/>
          </a:xfrm>
          <a:custGeom>
            <a:avLst/>
            <a:gdLst>
              <a:gd name="textAreaLeft" fmla="*/ 0 w 336240"/>
              <a:gd name="textAreaRight" fmla="*/ 337320 w 336240"/>
              <a:gd name="textAreaTop" fmla="*/ 0 h 293760"/>
              <a:gd name="textAreaBottom" fmla="*/ 294840 h 293760"/>
              <a:gd name="GluePoint1X" fmla="*/ 0 w 819"/>
              <a:gd name="GluePoint1Y" fmla="*/ 0 h 937"/>
            </a:gdLst>
            <a:ahLst/>
            <a:cxnLst>
              <a:cxn ang="0">
                <a:pos x="GluePoint1X" y="GluePoint1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grpSp>
        <p:nvGrpSpPr>
          <p:cNvPr id="507" name="Gruppieren 49"/>
          <p:cNvGrpSpPr/>
          <p:nvPr/>
        </p:nvGrpSpPr>
        <p:grpSpPr>
          <a:xfrm>
            <a:off x="-5040" y="4950720"/>
            <a:ext cx="9147960" cy="196920"/>
            <a:chOff x="-5040" y="4950720"/>
            <a:chExt cx="9147960" cy="196920"/>
          </a:xfrm>
        </p:grpSpPr>
        <p:sp>
          <p:nvSpPr>
            <p:cNvPr id="508" name="bk object 18"/>
            <p:cNvSpPr/>
            <p:nvPr/>
          </p:nvSpPr>
          <p:spPr>
            <a:xfrm>
              <a:off x="-5040" y="4950720"/>
              <a:ext cx="483840" cy="196920"/>
            </a:xfrm>
            <a:custGeom>
              <a:avLst/>
              <a:gdLst>
                <a:gd name="textAreaLeft" fmla="*/ 0 w 483840"/>
                <a:gd name="textAreaRight" fmla="*/ 484920 w 483840"/>
                <a:gd name="textAreaTop" fmla="*/ 0 h 196920"/>
                <a:gd name="textAreaBottom" fmla="*/ 198000 h 19692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09" name="bk object 18"/>
            <p:cNvSpPr/>
            <p:nvPr/>
          </p:nvSpPr>
          <p:spPr>
            <a:xfrm>
              <a:off x="522360" y="4950720"/>
              <a:ext cx="8620560" cy="196920"/>
            </a:xfrm>
            <a:custGeom>
              <a:avLst/>
              <a:gdLst>
                <a:gd name="textAreaLeft" fmla="*/ 0 w 8620560"/>
                <a:gd name="textAreaRight" fmla="*/ 8621640 w 8620560"/>
                <a:gd name="textAreaTop" fmla="*/ 0 h 196920"/>
                <a:gd name="textAreaBottom" fmla="*/ 198000 h 19692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10" name="Holder 3"/>
            <p:cNvSpPr/>
            <p:nvPr/>
          </p:nvSpPr>
          <p:spPr>
            <a:xfrm>
              <a:off x="8194680" y="4966200"/>
              <a:ext cx="448560" cy="166680"/>
            </a:xfrm>
            <a:prstGeom prst="rect">
              <a:avLst/>
            </a:pr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511" name="PlaceHolder 1"/>
          <p:cNvSpPr>
            <a:spLocks noGrp="1"/>
          </p:cNvSpPr>
          <p:nvPr>
            <p:ph type="title"/>
          </p:nvPr>
        </p:nvSpPr>
        <p:spPr>
          <a:xfrm>
            <a:off x="3843000" y="3034440"/>
            <a:ext cx="4778640" cy="91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90000"/>
              </a:lnSpc>
              <a:buNone/>
              <a:tabLst>
                <a:tab pos="0" algn="l"/>
              </a:tabLst>
              <a:def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title style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512" name="PlaceHolder 2"/>
          <p:cNvSpPr>
            <a:spLocks noGrp="1"/>
          </p:cNvSpPr>
          <p:nvPr>
            <p:ph type="ftr" idx="17"/>
          </p:nvPr>
        </p:nvSpPr>
        <p:spPr>
          <a:xfrm>
            <a:off x="628560" y="4975560"/>
            <a:ext cx="7128720" cy="147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3" name="PlaceHolder 3"/>
          <p:cNvSpPr>
            <a:spLocks noGrp="1"/>
          </p:cNvSpPr>
          <p:nvPr>
            <p:ph type="sldNum" idx="18"/>
          </p:nvPr>
        </p:nvSpPr>
        <p:spPr>
          <a:xfrm>
            <a:off x="35640" y="4975560"/>
            <a:ext cx="336240" cy="147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68616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686160">
              <a:lnSpc>
                <a:spcPct val="100000"/>
              </a:lnSpc>
              <a:buNone/>
              <a:tabLst>
                <a:tab pos="0" algn="l"/>
              </a:tabLst>
            </a:pPr>
            <a:fld id="{4354082B-3A38-4DBD-A6F9-DA23A3C51232}" type="slidenum">
              <a: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pSp>
        <p:nvGrpSpPr>
          <p:cNvPr id="514" name="Grafik 9"/>
          <p:cNvGrpSpPr/>
          <p:nvPr/>
        </p:nvGrpSpPr>
        <p:grpSpPr>
          <a:xfrm>
            <a:off x="7741440" y="394200"/>
            <a:ext cx="1049040" cy="619920"/>
            <a:chOff x="7741440" y="394200"/>
            <a:chExt cx="1049040" cy="619920"/>
          </a:xfrm>
        </p:grpSpPr>
        <p:grpSp>
          <p:nvGrpSpPr>
            <p:cNvPr id="515" name="Grafik 9"/>
            <p:cNvGrpSpPr/>
            <p:nvPr/>
          </p:nvGrpSpPr>
          <p:grpSpPr>
            <a:xfrm>
              <a:off x="7741440" y="394200"/>
              <a:ext cx="883800" cy="431280"/>
              <a:chOff x="7741440" y="394200"/>
              <a:chExt cx="883800" cy="431280"/>
            </a:xfrm>
          </p:grpSpPr>
          <p:sp>
            <p:nvSpPr>
              <p:cNvPr id="516" name="Freihandform: Form 65"/>
              <p:cNvSpPr/>
              <p:nvPr/>
            </p:nvSpPr>
            <p:spPr>
              <a:xfrm>
                <a:off x="8358120" y="480600"/>
                <a:ext cx="267120" cy="26748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267480"/>
                  <a:gd name="textAreaBottom" fmla="*/ 268560 h 267480"/>
                  <a:gd name="GluePoint1X" fmla="*/ 0 w 746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17" name="Freihandform: Form 66"/>
              <p:cNvSpPr/>
              <p:nvPr/>
            </p:nvSpPr>
            <p:spPr>
              <a:xfrm>
                <a:off x="7741440" y="394200"/>
                <a:ext cx="267120" cy="34740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347400"/>
                  <a:gd name="textAreaBottom" fmla="*/ 348480 h 347400"/>
                  <a:gd name="GluePoint1X" fmla="*/ 0 w 968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18" name="Freihandform: Form 67"/>
              <p:cNvSpPr/>
              <p:nvPr/>
            </p:nvSpPr>
            <p:spPr>
              <a:xfrm>
                <a:off x="8050680" y="394200"/>
                <a:ext cx="267120" cy="34740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347400"/>
                  <a:gd name="textAreaBottom" fmla="*/ 348480 h 347400"/>
                  <a:gd name="GluePoint1X" fmla="*/ 0 w 968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19" name="Freihandform: Form 68"/>
              <p:cNvSpPr/>
              <p:nvPr/>
            </p:nvSpPr>
            <p:spPr>
              <a:xfrm>
                <a:off x="784800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20" name="Freihandform: Form 69"/>
              <p:cNvSpPr/>
              <p:nvPr/>
            </p:nvSpPr>
            <p:spPr>
              <a:xfrm>
                <a:off x="795816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21" name="Freihandform: Form 70"/>
              <p:cNvSpPr/>
              <p:nvPr/>
            </p:nvSpPr>
            <p:spPr>
              <a:xfrm>
                <a:off x="821232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522" name="Freihandform: Form 43"/>
            <p:cNvSpPr/>
            <p:nvPr/>
          </p:nvSpPr>
          <p:spPr>
            <a:xfrm>
              <a:off x="7741440" y="817920"/>
              <a:ext cx="42480" cy="56880"/>
            </a:xfrm>
            <a:custGeom>
              <a:avLst/>
              <a:gdLst>
                <a:gd name="textAreaLeft" fmla="*/ 0 w 42480"/>
                <a:gd name="textAreaRight" fmla="*/ 43560 w 42480"/>
                <a:gd name="textAreaTop" fmla="*/ 0 h 56880"/>
                <a:gd name="textAreaBottom" fmla="*/ 57960 h 56880"/>
                <a:gd name="GluePoint1X" fmla="*/ 0 w 161"/>
                <a:gd name="GluePoint1Y" fmla="*/ 0 h 121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23" name="Freihandform: Form 44"/>
            <p:cNvSpPr/>
            <p:nvPr/>
          </p:nvSpPr>
          <p:spPr>
            <a:xfrm>
              <a:off x="7799760" y="834120"/>
              <a:ext cx="35280" cy="42480"/>
            </a:xfrm>
            <a:custGeom>
              <a:avLst/>
              <a:gdLst>
                <a:gd name="textAreaLeft" fmla="*/ 0 w 35280"/>
                <a:gd name="textAreaRight" fmla="*/ 36360 w 35280"/>
                <a:gd name="textAreaTop" fmla="*/ 0 h 42480"/>
                <a:gd name="textAreaBottom" fmla="*/ 43560 h 42480"/>
              </a:gdLst>
              <a:ahLst/>
              <a:cxnLst/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24" name="Freihandform: Form 45"/>
            <p:cNvSpPr/>
            <p:nvPr/>
          </p:nvSpPr>
          <p:spPr>
            <a:xfrm>
              <a:off x="784908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525" name="Grafik 9"/>
            <p:cNvGrpSpPr/>
            <p:nvPr/>
          </p:nvGrpSpPr>
          <p:grpSpPr>
            <a:xfrm>
              <a:off x="7872120" y="834120"/>
              <a:ext cx="74160" cy="40680"/>
              <a:chOff x="7872120" y="834120"/>
              <a:chExt cx="74160" cy="40680"/>
            </a:xfrm>
          </p:grpSpPr>
          <p:sp>
            <p:nvSpPr>
              <p:cNvPr id="526" name="Freihandform: Form 63"/>
              <p:cNvSpPr/>
              <p:nvPr/>
            </p:nvSpPr>
            <p:spPr>
              <a:xfrm>
                <a:off x="7872120" y="834120"/>
                <a:ext cx="33480" cy="406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0680"/>
                  <a:gd name="textAreaBottom" fmla="*/ 41760 h 40680"/>
                </a:gdLst>
                <a:ahLst/>
                <a:cxnLst/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27" name="Freihandform: Form 64"/>
              <p:cNvSpPr/>
              <p:nvPr/>
            </p:nvSpPr>
            <p:spPr>
              <a:xfrm>
                <a:off x="7922160" y="834120"/>
                <a:ext cx="24120" cy="40680"/>
              </a:xfrm>
              <a:custGeom>
                <a:avLst/>
                <a:gdLst>
                  <a:gd name="textAreaLeft" fmla="*/ 0 w 24120"/>
                  <a:gd name="textAreaRight" fmla="*/ 25200 w 24120"/>
                  <a:gd name="textAreaTop" fmla="*/ 0 h 40680"/>
                  <a:gd name="textAreaBottom" fmla="*/ 41760 h 40680"/>
                </a:gdLst>
                <a:ahLst/>
                <a:cxnLst/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2240" tIns="-3240" rIns="1224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528" name="Freihandform: Form 47"/>
            <p:cNvSpPr/>
            <p:nvPr/>
          </p:nvSpPr>
          <p:spPr>
            <a:xfrm>
              <a:off x="795924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529" name="Grafik 9"/>
            <p:cNvGrpSpPr/>
            <p:nvPr/>
          </p:nvGrpSpPr>
          <p:grpSpPr>
            <a:xfrm>
              <a:off x="7979760" y="812160"/>
              <a:ext cx="78120" cy="64440"/>
              <a:chOff x="7979760" y="812160"/>
              <a:chExt cx="78120" cy="64440"/>
            </a:xfrm>
          </p:grpSpPr>
          <p:sp>
            <p:nvSpPr>
              <p:cNvPr id="530" name="Freihandform: Form 61"/>
              <p:cNvSpPr/>
              <p:nvPr/>
            </p:nvSpPr>
            <p:spPr>
              <a:xfrm>
                <a:off x="7979760" y="834120"/>
                <a:ext cx="33480" cy="424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2480"/>
                  <a:gd name="textAreaBottom" fmla="*/ 43560 h 42480"/>
                </a:gdLst>
                <a:ahLst/>
                <a:cxnLst/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1440" rIns="1692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31" name="Freihandform: Form 62"/>
              <p:cNvSpPr/>
              <p:nvPr/>
            </p:nvSpPr>
            <p:spPr>
              <a:xfrm>
                <a:off x="8024400" y="812160"/>
                <a:ext cx="33480" cy="622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62280"/>
                  <a:gd name="textAreaBottom" fmla="*/ 63360 h 62280"/>
                  <a:gd name="GluePoint1X" fmla="*/ 0 w 176"/>
                  <a:gd name="GluePoint1Y" fmla="*/ 0 h 96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18360" rIns="1692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532" name="Freihandform: Form 53"/>
            <p:cNvSpPr/>
            <p:nvPr/>
          </p:nvSpPr>
          <p:spPr>
            <a:xfrm>
              <a:off x="8106480" y="817920"/>
              <a:ext cx="42480" cy="56880"/>
            </a:xfrm>
            <a:custGeom>
              <a:avLst/>
              <a:gdLst>
                <a:gd name="textAreaLeft" fmla="*/ 0 w 42480"/>
                <a:gd name="textAreaRight" fmla="*/ 43560 w 42480"/>
                <a:gd name="textAreaTop" fmla="*/ 0 h 56880"/>
                <a:gd name="textAreaBottom" fmla="*/ 57960 h 56880"/>
                <a:gd name="GluePoint1X" fmla="*/ 0 w 161"/>
                <a:gd name="GluePoint1Y" fmla="*/ 0 h 121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33" name="Freihandform: Form 54"/>
            <p:cNvSpPr/>
            <p:nvPr/>
          </p:nvSpPr>
          <p:spPr>
            <a:xfrm>
              <a:off x="8164800" y="834120"/>
              <a:ext cx="35280" cy="42480"/>
            </a:xfrm>
            <a:custGeom>
              <a:avLst/>
              <a:gdLst>
                <a:gd name="textAreaLeft" fmla="*/ 0 w 35280"/>
                <a:gd name="textAreaRight" fmla="*/ 36360 w 35280"/>
                <a:gd name="textAreaTop" fmla="*/ 0 h 42480"/>
                <a:gd name="textAreaBottom" fmla="*/ 43560 h 42480"/>
              </a:gdLst>
              <a:ahLst/>
              <a:cxnLst/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34" name="Freihandform: Form 55"/>
            <p:cNvSpPr/>
            <p:nvPr/>
          </p:nvSpPr>
          <p:spPr>
            <a:xfrm>
              <a:off x="821340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535" name="Grafik 9"/>
            <p:cNvGrpSpPr/>
            <p:nvPr/>
          </p:nvGrpSpPr>
          <p:grpSpPr>
            <a:xfrm>
              <a:off x="7741440" y="834120"/>
              <a:ext cx="1049040" cy="180000"/>
              <a:chOff x="7741440" y="834120"/>
              <a:chExt cx="1049040" cy="180000"/>
            </a:xfrm>
          </p:grpSpPr>
          <p:sp>
            <p:nvSpPr>
              <p:cNvPr id="536" name="Freihandform: Form 57"/>
              <p:cNvSpPr/>
              <p:nvPr/>
            </p:nvSpPr>
            <p:spPr>
              <a:xfrm>
                <a:off x="8236440" y="834120"/>
                <a:ext cx="33480" cy="406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0680"/>
                  <a:gd name="textAreaBottom" fmla="*/ 41760 h 40680"/>
                </a:gdLst>
                <a:ahLst/>
                <a:cxnLst/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37" name="Freihandform: Form 58"/>
              <p:cNvSpPr/>
              <p:nvPr/>
            </p:nvSpPr>
            <p:spPr>
              <a:xfrm>
                <a:off x="8284680" y="834120"/>
                <a:ext cx="35280" cy="42480"/>
              </a:xfrm>
              <a:custGeom>
                <a:avLst/>
                <a:gdLst>
                  <a:gd name="textAreaLeft" fmla="*/ 0 w 35280"/>
                  <a:gd name="textAreaRight" fmla="*/ 36360 w 35280"/>
                  <a:gd name="textAreaTop" fmla="*/ 0 h 42480"/>
                  <a:gd name="textAreaBottom" fmla="*/ 43560 h 42480"/>
                </a:gdLst>
                <a:ahLst/>
                <a:cxnLst/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640" tIns="-1440" rIns="1764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38" name="Freihandform: Form 59"/>
              <p:cNvSpPr/>
              <p:nvPr/>
            </p:nvSpPr>
            <p:spPr>
              <a:xfrm>
                <a:off x="7741440" y="914040"/>
                <a:ext cx="883440" cy="62280"/>
              </a:xfrm>
              <a:custGeom>
                <a:avLst/>
                <a:gdLst>
                  <a:gd name="textAreaLeft" fmla="*/ 0 w 883440"/>
                  <a:gd name="textAreaRight" fmla="*/ 884520 w 883440"/>
                  <a:gd name="textAreaTop" fmla="*/ 0 h 62280"/>
                  <a:gd name="textAreaBottom" fmla="*/ 63360 h 62280"/>
                </a:gdLst>
                <a:ahLst/>
                <a:cxnLst/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39" name="Freihandform: Form 60"/>
              <p:cNvSpPr/>
              <p:nvPr/>
            </p:nvSpPr>
            <p:spPr>
              <a:xfrm>
                <a:off x="8677440" y="915480"/>
                <a:ext cx="113040" cy="98640"/>
              </a:xfrm>
              <a:custGeom>
                <a:avLst/>
                <a:gdLst>
                  <a:gd name="textAreaLeft" fmla="*/ 0 w 113040"/>
                  <a:gd name="textAreaRight" fmla="*/ 114120 w 113040"/>
                  <a:gd name="textAreaTop" fmla="*/ 0 h 98640"/>
                  <a:gd name="textAreaBottom" fmla="*/ 99720 h 98640"/>
                  <a:gd name="GluePoint1X" fmla="*/ 0 w 277"/>
                  <a:gd name="GluePoint1Y" fmla="*/ 0 h 317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520" tIns="45000" rIns="5652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Inhaltsverzeichnis 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40" name="Gruppieren 6"/>
          <p:cNvGrpSpPr/>
          <p:nvPr/>
        </p:nvGrpSpPr>
        <p:grpSpPr>
          <a:xfrm>
            <a:off x="-5040" y="4950720"/>
            <a:ext cx="9147960" cy="196920"/>
            <a:chOff x="-5040" y="4950720"/>
            <a:chExt cx="9147960" cy="196920"/>
          </a:xfrm>
        </p:grpSpPr>
        <p:sp>
          <p:nvSpPr>
            <p:cNvPr id="541" name="bk object 18"/>
            <p:cNvSpPr/>
            <p:nvPr/>
          </p:nvSpPr>
          <p:spPr>
            <a:xfrm>
              <a:off x="-5040" y="4950720"/>
              <a:ext cx="483840" cy="196920"/>
            </a:xfrm>
            <a:custGeom>
              <a:avLst/>
              <a:gdLst>
                <a:gd name="textAreaLeft" fmla="*/ 0 w 483840"/>
                <a:gd name="textAreaRight" fmla="*/ 484920 w 483840"/>
                <a:gd name="textAreaTop" fmla="*/ 0 h 196920"/>
                <a:gd name="textAreaBottom" fmla="*/ 198000 h 19692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42" name="bk object 18"/>
            <p:cNvSpPr/>
            <p:nvPr/>
          </p:nvSpPr>
          <p:spPr>
            <a:xfrm>
              <a:off x="522360" y="4950720"/>
              <a:ext cx="8620560" cy="196920"/>
            </a:xfrm>
            <a:custGeom>
              <a:avLst/>
              <a:gdLst>
                <a:gd name="textAreaLeft" fmla="*/ 0 w 8620560"/>
                <a:gd name="textAreaRight" fmla="*/ 8621640 w 8620560"/>
                <a:gd name="textAreaTop" fmla="*/ 0 h 196920"/>
                <a:gd name="textAreaBottom" fmla="*/ 198000 h 19692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43" name="Holder 3"/>
            <p:cNvSpPr/>
            <p:nvPr/>
          </p:nvSpPr>
          <p:spPr>
            <a:xfrm>
              <a:off x="8194680" y="4966200"/>
              <a:ext cx="448560" cy="1666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544" name="Gerader Verbinder 11"/>
          <p:cNvCxnSpPr/>
          <p:nvPr/>
        </p:nvCxnSpPr>
        <p:spPr>
          <a:xfrm>
            <a:off x="521280" y="974520"/>
            <a:ext cx="6833160" cy="108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545" name="Grafik 9"/>
          <p:cNvGrpSpPr/>
          <p:nvPr/>
        </p:nvGrpSpPr>
        <p:grpSpPr>
          <a:xfrm>
            <a:off x="7741440" y="394200"/>
            <a:ext cx="1049040" cy="619920"/>
            <a:chOff x="7741440" y="394200"/>
            <a:chExt cx="1049040" cy="619920"/>
          </a:xfrm>
        </p:grpSpPr>
        <p:grpSp>
          <p:nvGrpSpPr>
            <p:cNvPr id="546" name="Grafik 9"/>
            <p:cNvGrpSpPr/>
            <p:nvPr/>
          </p:nvGrpSpPr>
          <p:grpSpPr>
            <a:xfrm>
              <a:off x="7741440" y="394200"/>
              <a:ext cx="883800" cy="431280"/>
              <a:chOff x="7741440" y="394200"/>
              <a:chExt cx="883800" cy="431280"/>
            </a:xfrm>
          </p:grpSpPr>
          <p:sp>
            <p:nvSpPr>
              <p:cNvPr id="547" name="Freihandform: Form 20"/>
              <p:cNvSpPr/>
              <p:nvPr/>
            </p:nvSpPr>
            <p:spPr>
              <a:xfrm>
                <a:off x="8358120" y="480600"/>
                <a:ext cx="267120" cy="26748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267480"/>
                  <a:gd name="textAreaBottom" fmla="*/ 268560 h 267480"/>
                  <a:gd name="GluePoint1X" fmla="*/ 0 w 746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48" name="Freihandform: Form 21"/>
              <p:cNvSpPr/>
              <p:nvPr/>
            </p:nvSpPr>
            <p:spPr>
              <a:xfrm>
                <a:off x="7741440" y="394200"/>
                <a:ext cx="267120" cy="34740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347400"/>
                  <a:gd name="textAreaBottom" fmla="*/ 348480 h 347400"/>
                  <a:gd name="GluePoint1X" fmla="*/ 0 w 968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49" name="Freihandform: Form 22"/>
              <p:cNvSpPr/>
              <p:nvPr/>
            </p:nvSpPr>
            <p:spPr>
              <a:xfrm>
                <a:off x="8050680" y="394200"/>
                <a:ext cx="267120" cy="34740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347400"/>
                  <a:gd name="textAreaBottom" fmla="*/ 348480 h 347400"/>
                  <a:gd name="GluePoint1X" fmla="*/ 0 w 968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50" name="Freihandform: Form 23"/>
              <p:cNvSpPr/>
              <p:nvPr/>
            </p:nvSpPr>
            <p:spPr>
              <a:xfrm>
                <a:off x="784800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51" name="Freihandform: Form 24"/>
              <p:cNvSpPr/>
              <p:nvPr/>
            </p:nvSpPr>
            <p:spPr>
              <a:xfrm>
                <a:off x="795816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52" name="Freihandform: Form 25"/>
              <p:cNvSpPr/>
              <p:nvPr/>
            </p:nvSpPr>
            <p:spPr>
              <a:xfrm>
                <a:off x="821232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553" name="Freihandform: Form 26"/>
            <p:cNvSpPr/>
            <p:nvPr/>
          </p:nvSpPr>
          <p:spPr>
            <a:xfrm>
              <a:off x="7741440" y="817920"/>
              <a:ext cx="42480" cy="56880"/>
            </a:xfrm>
            <a:custGeom>
              <a:avLst/>
              <a:gdLst>
                <a:gd name="textAreaLeft" fmla="*/ 0 w 42480"/>
                <a:gd name="textAreaRight" fmla="*/ 43560 w 42480"/>
                <a:gd name="textAreaTop" fmla="*/ 0 h 56880"/>
                <a:gd name="textAreaBottom" fmla="*/ 57960 h 56880"/>
                <a:gd name="GluePoint1X" fmla="*/ 0 w 161"/>
                <a:gd name="GluePoint1Y" fmla="*/ 0 h 121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54" name="Freihandform: Form 27"/>
            <p:cNvSpPr/>
            <p:nvPr/>
          </p:nvSpPr>
          <p:spPr>
            <a:xfrm>
              <a:off x="7799760" y="834120"/>
              <a:ext cx="35280" cy="42480"/>
            </a:xfrm>
            <a:custGeom>
              <a:avLst/>
              <a:gdLst>
                <a:gd name="textAreaLeft" fmla="*/ 0 w 35280"/>
                <a:gd name="textAreaRight" fmla="*/ 36360 w 35280"/>
                <a:gd name="textAreaTop" fmla="*/ 0 h 42480"/>
                <a:gd name="textAreaBottom" fmla="*/ 43560 h 42480"/>
              </a:gdLst>
              <a:ahLst/>
              <a:cxnLst/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55" name="Freihandform: Form 28"/>
            <p:cNvSpPr/>
            <p:nvPr/>
          </p:nvSpPr>
          <p:spPr>
            <a:xfrm>
              <a:off x="784908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556" name="Grafik 9"/>
            <p:cNvGrpSpPr/>
            <p:nvPr/>
          </p:nvGrpSpPr>
          <p:grpSpPr>
            <a:xfrm>
              <a:off x="7872120" y="834120"/>
              <a:ext cx="74160" cy="40680"/>
              <a:chOff x="7872120" y="834120"/>
              <a:chExt cx="74160" cy="40680"/>
            </a:xfrm>
          </p:grpSpPr>
          <p:sp>
            <p:nvSpPr>
              <p:cNvPr id="557" name="Freihandform: Form 30"/>
              <p:cNvSpPr/>
              <p:nvPr/>
            </p:nvSpPr>
            <p:spPr>
              <a:xfrm>
                <a:off x="7872120" y="834120"/>
                <a:ext cx="33480" cy="406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0680"/>
                  <a:gd name="textAreaBottom" fmla="*/ 41760 h 40680"/>
                </a:gdLst>
                <a:ahLst/>
                <a:cxnLst/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58" name="Freihandform: Form 31"/>
              <p:cNvSpPr/>
              <p:nvPr/>
            </p:nvSpPr>
            <p:spPr>
              <a:xfrm>
                <a:off x="7922160" y="834120"/>
                <a:ext cx="24120" cy="40680"/>
              </a:xfrm>
              <a:custGeom>
                <a:avLst/>
                <a:gdLst>
                  <a:gd name="textAreaLeft" fmla="*/ 0 w 24120"/>
                  <a:gd name="textAreaRight" fmla="*/ 25200 w 24120"/>
                  <a:gd name="textAreaTop" fmla="*/ 0 h 40680"/>
                  <a:gd name="textAreaBottom" fmla="*/ 41760 h 40680"/>
                </a:gdLst>
                <a:ahLst/>
                <a:cxnLst/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2240" tIns="-3240" rIns="1224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559" name="Freihandform: Form 32"/>
            <p:cNvSpPr/>
            <p:nvPr/>
          </p:nvSpPr>
          <p:spPr>
            <a:xfrm>
              <a:off x="795924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560" name="Grafik 9"/>
            <p:cNvGrpSpPr/>
            <p:nvPr/>
          </p:nvGrpSpPr>
          <p:grpSpPr>
            <a:xfrm>
              <a:off x="7979760" y="812160"/>
              <a:ext cx="78120" cy="64440"/>
              <a:chOff x="7979760" y="812160"/>
              <a:chExt cx="78120" cy="64440"/>
            </a:xfrm>
          </p:grpSpPr>
          <p:sp>
            <p:nvSpPr>
              <p:cNvPr id="561" name="Freihandform: Form 34"/>
              <p:cNvSpPr/>
              <p:nvPr/>
            </p:nvSpPr>
            <p:spPr>
              <a:xfrm>
                <a:off x="7979760" y="834120"/>
                <a:ext cx="33480" cy="424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2480"/>
                  <a:gd name="textAreaBottom" fmla="*/ 43560 h 42480"/>
                </a:gdLst>
                <a:ahLst/>
                <a:cxnLst/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1440" rIns="1692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62" name="Freihandform: Form 35"/>
              <p:cNvSpPr/>
              <p:nvPr/>
            </p:nvSpPr>
            <p:spPr>
              <a:xfrm>
                <a:off x="8024400" y="812160"/>
                <a:ext cx="33480" cy="622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62280"/>
                  <a:gd name="textAreaBottom" fmla="*/ 63360 h 62280"/>
                  <a:gd name="GluePoint1X" fmla="*/ 0 w 176"/>
                  <a:gd name="GluePoint1Y" fmla="*/ 0 h 96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18360" rIns="1692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563" name="Freihandform: Form 36"/>
            <p:cNvSpPr/>
            <p:nvPr/>
          </p:nvSpPr>
          <p:spPr>
            <a:xfrm>
              <a:off x="8106480" y="817920"/>
              <a:ext cx="42480" cy="56880"/>
            </a:xfrm>
            <a:custGeom>
              <a:avLst/>
              <a:gdLst>
                <a:gd name="textAreaLeft" fmla="*/ 0 w 42480"/>
                <a:gd name="textAreaRight" fmla="*/ 43560 w 42480"/>
                <a:gd name="textAreaTop" fmla="*/ 0 h 56880"/>
                <a:gd name="textAreaBottom" fmla="*/ 57960 h 56880"/>
                <a:gd name="GluePoint1X" fmla="*/ 0 w 161"/>
                <a:gd name="GluePoint1Y" fmla="*/ 0 h 121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64" name="Freihandform: Form 37"/>
            <p:cNvSpPr/>
            <p:nvPr/>
          </p:nvSpPr>
          <p:spPr>
            <a:xfrm>
              <a:off x="8164800" y="834120"/>
              <a:ext cx="35280" cy="42480"/>
            </a:xfrm>
            <a:custGeom>
              <a:avLst/>
              <a:gdLst>
                <a:gd name="textAreaLeft" fmla="*/ 0 w 35280"/>
                <a:gd name="textAreaRight" fmla="*/ 36360 w 35280"/>
                <a:gd name="textAreaTop" fmla="*/ 0 h 42480"/>
                <a:gd name="textAreaBottom" fmla="*/ 43560 h 42480"/>
              </a:gdLst>
              <a:ahLst/>
              <a:cxnLst/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65" name="Freihandform: Form 38"/>
            <p:cNvSpPr/>
            <p:nvPr/>
          </p:nvSpPr>
          <p:spPr>
            <a:xfrm>
              <a:off x="821340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566" name="Grafik 9"/>
            <p:cNvGrpSpPr/>
            <p:nvPr/>
          </p:nvGrpSpPr>
          <p:grpSpPr>
            <a:xfrm>
              <a:off x="7741440" y="834120"/>
              <a:ext cx="1049040" cy="180000"/>
              <a:chOff x="7741440" y="834120"/>
              <a:chExt cx="1049040" cy="180000"/>
            </a:xfrm>
          </p:grpSpPr>
          <p:sp>
            <p:nvSpPr>
              <p:cNvPr id="567" name="Freihandform: Form 40"/>
              <p:cNvSpPr/>
              <p:nvPr/>
            </p:nvSpPr>
            <p:spPr>
              <a:xfrm>
                <a:off x="8236440" y="834120"/>
                <a:ext cx="33480" cy="406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0680"/>
                  <a:gd name="textAreaBottom" fmla="*/ 41760 h 40680"/>
                </a:gdLst>
                <a:ahLst/>
                <a:cxnLst/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68" name="Freihandform: Form 41"/>
              <p:cNvSpPr/>
              <p:nvPr/>
            </p:nvSpPr>
            <p:spPr>
              <a:xfrm>
                <a:off x="8284680" y="834120"/>
                <a:ext cx="35280" cy="42480"/>
              </a:xfrm>
              <a:custGeom>
                <a:avLst/>
                <a:gdLst>
                  <a:gd name="textAreaLeft" fmla="*/ 0 w 35280"/>
                  <a:gd name="textAreaRight" fmla="*/ 36360 w 35280"/>
                  <a:gd name="textAreaTop" fmla="*/ 0 h 42480"/>
                  <a:gd name="textAreaBottom" fmla="*/ 43560 h 42480"/>
                </a:gdLst>
                <a:ahLst/>
                <a:cxnLst/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640" tIns="-1440" rIns="1764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69" name="Freihandform: Form 42"/>
              <p:cNvSpPr/>
              <p:nvPr/>
            </p:nvSpPr>
            <p:spPr>
              <a:xfrm>
                <a:off x="7741440" y="914040"/>
                <a:ext cx="883440" cy="62280"/>
              </a:xfrm>
              <a:custGeom>
                <a:avLst/>
                <a:gdLst>
                  <a:gd name="textAreaLeft" fmla="*/ 0 w 883440"/>
                  <a:gd name="textAreaRight" fmla="*/ 884520 w 883440"/>
                  <a:gd name="textAreaTop" fmla="*/ 0 h 62280"/>
                  <a:gd name="textAreaBottom" fmla="*/ 63360 h 62280"/>
                </a:gdLst>
                <a:ahLst/>
                <a:cxnLst/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70" name="Freihandform: Form 43"/>
              <p:cNvSpPr/>
              <p:nvPr/>
            </p:nvSpPr>
            <p:spPr>
              <a:xfrm>
                <a:off x="8677440" y="915480"/>
                <a:ext cx="113040" cy="98640"/>
              </a:xfrm>
              <a:custGeom>
                <a:avLst/>
                <a:gdLst>
                  <a:gd name="textAreaLeft" fmla="*/ 0 w 113040"/>
                  <a:gd name="textAreaRight" fmla="*/ 114120 w 113040"/>
                  <a:gd name="textAreaTop" fmla="*/ 0 h 98640"/>
                  <a:gd name="textAreaBottom" fmla="*/ 99720 h 98640"/>
                  <a:gd name="GluePoint1X" fmla="*/ 0 w 277"/>
                  <a:gd name="GluePoint1Y" fmla="*/ 0 h 317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520" tIns="45000" rIns="5652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571" name="Freihandform: Form 44"/>
          <p:cNvSpPr/>
          <p:nvPr/>
        </p:nvSpPr>
        <p:spPr>
          <a:xfrm>
            <a:off x="-5040" y="407880"/>
            <a:ext cx="336240" cy="293760"/>
          </a:xfrm>
          <a:custGeom>
            <a:avLst/>
            <a:gdLst>
              <a:gd name="textAreaLeft" fmla="*/ 0 w 336240"/>
              <a:gd name="textAreaRight" fmla="*/ 337320 w 336240"/>
              <a:gd name="textAreaTop" fmla="*/ 0 h 293760"/>
              <a:gd name="textAreaBottom" fmla="*/ 294840 h 293760"/>
              <a:gd name="GluePoint1X" fmla="*/ 0 w 819"/>
              <a:gd name="GluePoint1Y" fmla="*/ 0 h 937"/>
            </a:gdLst>
            <a:ahLst/>
            <a:cxnLst>
              <a:cxn ang="0">
                <a:pos x="GluePoint1X" y="GluePoint1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572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5600" cy="45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de-DE" sz="27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Inhaltsverzeichnis (Text bearbeiten)</a:t>
            </a:r>
            <a:endParaRPr lang="de-DE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573" name="PlaceHolder 2"/>
          <p:cNvSpPr>
            <a:spLocks noGrp="1"/>
          </p:cNvSpPr>
          <p:nvPr>
            <p:ph type="sldNum" idx="19"/>
          </p:nvPr>
        </p:nvSpPr>
        <p:spPr>
          <a:xfrm>
            <a:off x="35640" y="4975560"/>
            <a:ext cx="336240" cy="147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68616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686160">
              <a:lnSpc>
                <a:spcPct val="100000"/>
              </a:lnSpc>
              <a:buNone/>
              <a:tabLst>
                <a:tab pos="0" algn="l"/>
              </a:tabLst>
            </a:pPr>
            <a:fld id="{AF4C1E25-89F0-4A77-A3E7-72C9A64050FA}" type="slidenum">
              <a: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4" name="PlaceHolder 3"/>
          <p:cNvSpPr>
            <a:spLocks noGrp="1"/>
          </p:cNvSpPr>
          <p:nvPr>
            <p:ph type="ftr" idx="20"/>
          </p:nvPr>
        </p:nvSpPr>
        <p:spPr>
          <a:xfrm>
            <a:off x="628560" y="4975560"/>
            <a:ext cx="7128720" cy="147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5" name="PlaceHolder 4"/>
          <p:cNvSpPr>
            <a:spLocks noGrp="1"/>
          </p:cNvSpPr>
          <p:nvPr>
            <p:ph type="body"/>
          </p:nvPr>
        </p:nvSpPr>
        <p:spPr>
          <a:xfrm>
            <a:off x="5488200" y="1422360"/>
            <a:ext cx="3654720" cy="349128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txBody>
          <a:bodyPr lIns="0" tIns="540000" rIns="0" bIns="0" anchor="t">
            <a:noAutofit/>
          </a:bodyPr>
          <a:lstStyle>
            <a:lvl1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</a:lstStyle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Inhaltsplatzhalter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576" name="PlaceHolder 5"/>
          <p:cNvSpPr>
            <a:spLocks noGrp="1"/>
          </p:cNvSpPr>
          <p:nvPr>
            <p:ph type="body"/>
          </p:nvPr>
        </p:nvSpPr>
        <p:spPr>
          <a:xfrm>
            <a:off x="521640" y="1422360"/>
            <a:ext cx="4585320" cy="34912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199"/>
              </a:spcBef>
              <a:buClr>
                <a:srgbClr val="006AB3"/>
              </a:buClr>
              <a:buFont typeface="Arial"/>
              <a:buAutoNum type="arabicPeriod"/>
              <a:tabLst>
                <a:tab pos="0" algn="l"/>
              </a:tabLst>
              <a:def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  <a:def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marL="295200" indent="-295200" algn="l" defTabSz="914400">
              <a:lnSpc>
                <a:spcPct val="90000"/>
              </a:lnSpc>
              <a:spcBef>
                <a:spcPts val="1199"/>
              </a:spcBef>
              <a:buClr>
                <a:srgbClr val="006AB3"/>
              </a:buClr>
              <a:buFont typeface="Arial"/>
              <a:buAutoNum type="arabicPeriod"/>
              <a:tabLst>
                <a:tab pos="0" algn="l"/>
              </a:tabLst>
            </a:pP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08200" lvl="2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074600" lvl="3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341360" lvl="4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el + 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7" name="Gruppieren 6"/>
          <p:cNvGrpSpPr/>
          <p:nvPr/>
        </p:nvGrpSpPr>
        <p:grpSpPr>
          <a:xfrm>
            <a:off x="-5040" y="4950720"/>
            <a:ext cx="9147960" cy="196920"/>
            <a:chOff x="-5040" y="4950720"/>
            <a:chExt cx="9147960" cy="196920"/>
          </a:xfrm>
        </p:grpSpPr>
        <p:sp>
          <p:nvSpPr>
            <p:cNvPr id="578" name="bk object 18"/>
            <p:cNvSpPr/>
            <p:nvPr/>
          </p:nvSpPr>
          <p:spPr>
            <a:xfrm>
              <a:off x="-5040" y="4950720"/>
              <a:ext cx="483840" cy="196920"/>
            </a:xfrm>
            <a:custGeom>
              <a:avLst/>
              <a:gdLst>
                <a:gd name="textAreaLeft" fmla="*/ 0 w 483840"/>
                <a:gd name="textAreaRight" fmla="*/ 484920 w 483840"/>
                <a:gd name="textAreaTop" fmla="*/ 0 h 196920"/>
                <a:gd name="textAreaBottom" fmla="*/ 198000 h 19692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79" name="bk object 18"/>
            <p:cNvSpPr/>
            <p:nvPr/>
          </p:nvSpPr>
          <p:spPr>
            <a:xfrm>
              <a:off x="522360" y="4950720"/>
              <a:ext cx="8620560" cy="196920"/>
            </a:xfrm>
            <a:custGeom>
              <a:avLst/>
              <a:gdLst>
                <a:gd name="textAreaLeft" fmla="*/ 0 w 8620560"/>
                <a:gd name="textAreaRight" fmla="*/ 8621640 w 8620560"/>
                <a:gd name="textAreaTop" fmla="*/ 0 h 196920"/>
                <a:gd name="textAreaBottom" fmla="*/ 198000 h 19692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80" name="Holder 3"/>
            <p:cNvSpPr/>
            <p:nvPr/>
          </p:nvSpPr>
          <p:spPr>
            <a:xfrm>
              <a:off x="8194680" y="4966200"/>
              <a:ext cx="448560" cy="1666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581" name="Gerader Verbinder 11"/>
          <p:cNvCxnSpPr/>
          <p:nvPr/>
        </p:nvCxnSpPr>
        <p:spPr>
          <a:xfrm>
            <a:off x="521280" y="974520"/>
            <a:ext cx="6833160" cy="108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582" name="Grafik 9"/>
          <p:cNvGrpSpPr/>
          <p:nvPr/>
        </p:nvGrpSpPr>
        <p:grpSpPr>
          <a:xfrm>
            <a:off x="7741440" y="394200"/>
            <a:ext cx="1049040" cy="619920"/>
            <a:chOff x="7741440" y="394200"/>
            <a:chExt cx="1049040" cy="619920"/>
          </a:xfrm>
        </p:grpSpPr>
        <p:grpSp>
          <p:nvGrpSpPr>
            <p:cNvPr id="583" name="Grafik 9"/>
            <p:cNvGrpSpPr/>
            <p:nvPr/>
          </p:nvGrpSpPr>
          <p:grpSpPr>
            <a:xfrm>
              <a:off x="7741440" y="394200"/>
              <a:ext cx="883800" cy="431280"/>
              <a:chOff x="7741440" y="394200"/>
              <a:chExt cx="883800" cy="431280"/>
            </a:xfrm>
          </p:grpSpPr>
          <p:sp>
            <p:nvSpPr>
              <p:cNvPr id="584" name="Freihandform: Form 20"/>
              <p:cNvSpPr/>
              <p:nvPr/>
            </p:nvSpPr>
            <p:spPr>
              <a:xfrm>
                <a:off x="8358120" y="480600"/>
                <a:ext cx="267120" cy="26748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267480"/>
                  <a:gd name="textAreaBottom" fmla="*/ 268560 h 267480"/>
                  <a:gd name="GluePoint1X" fmla="*/ 0 w 746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85" name="Freihandform: Form 21"/>
              <p:cNvSpPr/>
              <p:nvPr/>
            </p:nvSpPr>
            <p:spPr>
              <a:xfrm>
                <a:off x="7741440" y="394200"/>
                <a:ext cx="267120" cy="34740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347400"/>
                  <a:gd name="textAreaBottom" fmla="*/ 348480 h 347400"/>
                  <a:gd name="GluePoint1X" fmla="*/ 0 w 968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86" name="Freihandform: Form 22"/>
              <p:cNvSpPr/>
              <p:nvPr/>
            </p:nvSpPr>
            <p:spPr>
              <a:xfrm>
                <a:off x="8050680" y="394200"/>
                <a:ext cx="267120" cy="34740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347400"/>
                  <a:gd name="textAreaBottom" fmla="*/ 348480 h 347400"/>
                  <a:gd name="GluePoint1X" fmla="*/ 0 w 968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87" name="Freihandform: Form 23"/>
              <p:cNvSpPr/>
              <p:nvPr/>
            </p:nvSpPr>
            <p:spPr>
              <a:xfrm>
                <a:off x="784800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88" name="Freihandform: Form 24"/>
              <p:cNvSpPr/>
              <p:nvPr/>
            </p:nvSpPr>
            <p:spPr>
              <a:xfrm>
                <a:off x="795816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89" name="Freihandform: Form 25"/>
              <p:cNvSpPr/>
              <p:nvPr/>
            </p:nvSpPr>
            <p:spPr>
              <a:xfrm>
                <a:off x="821232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590" name="Freihandform: Form 26"/>
            <p:cNvSpPr/>
            <p:nvPr/>
          </p:nvSpPr>
          <p:spPr>
            <a:xfrm>
              <a:off x="7741440" y="817920"/>
              <a:ext cx="42480" cy="56880"/>
            </a:xfrm>
            <a:custGeom>
              <a:avLst/>
              <a:gdLst>
                <a:gd name="textAreaLeft" fmla="*/ 0 w 42480"/>
                <a:gd name="textAreaRight" fmla="*/ 43560 w 42480"/>
                <a:gd name="textAreaTop" fmla="*/ 0 h 56880"/>
                <a:gd name="textAreaBottom" fmla="*/ 57960 h 56880"/>
                <a:gd name="GluePoint1X" fmla="*/ 0 w 161"/>
                <a:gd name="GluePoint1Y" fmla="*/ 0 h 121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91" name="Freihandform: Form 27"/>
            <p:cNvSpPr/>
            <p:nvPr/>
          </p:nvSpPr>
          <p:spPr>
            <a:xfrm>
              <a:off x="7799760" y="834120"/>
              <a:ext cx="35280" cy="42480"/>
            </a:xfrm>
            <a:custGeom>
              <a:avLst/>
              <a:gdLst>
                <a:gd name="textAreaLeft" fmla="*/ 0 w 35280"/>
                <a:gd name="textAreaRight" fmla="*/ 36360 w 35280"/>
                <a:gd name="textAreaTop" fmla="*/ 0 h 42480"/>
                <a:gd name="textAreaBottom" fmla="*/ 43560 h 42480"/>
              </a:gdLst>
              <a:ahLst/>
              <a:cxnLst/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92" name="Freihandform: Form 28"/>
            <p:cNvSpPr/>
            <p:nvPr/>
          </p:nvSpPr>
          <p:spPr>
            <a:xfrm>
              <a:off x="784908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593" name="Grafik 9"/>
            <p:cNvGrpSpPr/>
            <p:nvPr/>
          </p:nvGrpSpPr>
          <p:grpSpPr>
            <a:xfrm>
              <a:off x="7872120" y="834120"/>
              <a:ext cx="74160" cy="40680"/>
              <a:chOff x="7872120" y="834120"/>
              <a:chExt cx="74160" cy="40680"/>
            </a:xfrm>
          </p:grpSpPr>
          <p:sp>
            <p:nvSpPr>
              <p:cNvPr id="594" name="Freihandform: Form 30"/>
              <p:cNvSpPr/>
              <p:nvPr/>
            </p:nvSpPr>
            <p:spPr>
              <a:xfrm>
                <a:off x="7872120" y="834120"/>
                <a:ext cx="33480" cy="406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0680"/>
                  <a:gd name="textAreaBottom" fmla="*/ 41760 h 40680"/>
                </a:gdLst>
                <a:ahLst/>
                <a:cxnLst/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95" name="Freihandform: Form 31"/>
              <p:cNvSpPr/>
              <p:nvPr/>
            </p:nvSpPr>
            <p:spPr>
              <a:xfrm>
                <a:off x="7922160" y="834120"/>
                <a:ext cx="24120" cy="40680"/>
              </a:xfrm>
              <a:custGeom>
                <a:avLst/>
                <a:gdLst>
                  <a:gd name="textAreaLeft" fmla="*/ 0 w 24120"/>
                  <a:gd name="textAreaRight" fmla="*/ 25200 w 24120"/>
                  <a:gd name="textAreaTop" fmla="*/ 0 h 40680"/>
                  <a:gd name="textAreaBottom" fmla="*/ 41760 h 40680"/>
                </a:gdLst>
                <a:ahLst/>
                <a:cxnLst/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2240" tIns="-3240" rIns="1224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596" name="Freihandform: Form 32"/>
            <p:cNvSpPr/>
            <p:nvPr/>
          </p:nvSpPr>
          <p:spPr>
            <a:xfrm>
              <a:off x="795924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597" name="Grafik 9"/>
            <p:cNvGrpSpPr/>
            <p:nvPr/>
          </p:nvGrpSpPr>
          <p:grpSpPr>
            <a:xfrm>
              <a:off x="7979760" y="812160"/>
              <a:ext cx="78120" cy="64440"/>
              <a:chOff x="7979760" y="812160"/>
              <a:chExt cx="78120" cy="64440"/>
            </a:xfrm>
          </p:grpSpPr>
          <p:sp>
            <p:nvSpPr>
              <p:cNvPr id="598" name="Freihandform: Form 34"/>
              <p:cNvSpPr/>
              <p:nvPr/>
            </p:nvSpPr>
            <p:spPr>
              <a:xfrm>
                <a:off x="7979760" y="834120"/>
                <a:ext cx="33480" cy="424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2480"/>
                  <a:gd name="textAreaBottom" fmla="*/ 43560 h 42480"/>
                </a:gdLst>
                <a:ahLst/>
                <a:cxnLst/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1440" rIns="1692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99" name="Freihandform: Form 35"/>
              <p:cNvSpPr/>
              <p:nvPr/>
            </p:nvSpPr>
            <p:spPr>
              <a:xfrm>
                <a:off x="8024400" y="812160"/>
                <a:ext cx="33480" cy="622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62280"/>
                  <a:gd name="textAreaBottom" fmla="*/ 63360 h 62280"/>
                  <a:gd name="GluePoint1X" fmla="*/ 0 w 176"/>
                  <a:gd name="GluePoint1Y" fmla="*/ 0 h 96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18360" rIns="1692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600" name="Freihandform: Form 36"/>
            <p:cNvSpPr/>
            <p:nvPr/>
          </p:nvSpPr>
          <p:spPr>
            <a:xfrm>
              <a:off x="8106480" y="817920"/>
              <a:ext cx="42480" cy="56880"/>
            </a:xfrm>
            <a:custGeom>
              <a:avLst/>
              <a:gdLst>
                <a:gd name="textAreaLeft" fmla="*/ 0 w 42480"/>
                <a:gd name="textAreaRight" fmla="*/ 43560 w 42480"/>
                <a:gd name="textAreaTop" fmla="*/ 0 h 56880"/>
                <a:gd name="textAreaBottom" fmla="*/ 57960 h 56880"/>
                <a:gd name="GluePoint1X" fmla="*/ 0 w 161"/>
                <a:gd name="GluePoint1Y" fmla="*/ 0 h 121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01" name="Freihandform: Form 37"/>
            <p:cNvSpPr/>
            <p:nvPr/>
          </p:nvSpPr>
          <p:spPr>
            <a:xfrm>
              <a:off x="8164800" y="834120"/>
              <a:ext cx="35280" cy="42480"/>
            </a:xfrm>
            <a:custGeom>
              <a:avLst/>
              <a:gdLst>
                <a:gd name="textAreaLeft" fmla="*/ 0 w 35280"/>
                <a:gd name="textAreaRight" fmla="*/ 36360 w 35280"/>
                <a:gd name="textAreaTop" fmla="*/ 0 h 42480"/>
                <a:gd name="textAreaBottom" fmla="*/ 43560 h 42480"/>
              </a:gdLst>
              <a:ahLst/>
              <a:cxnLst/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02" name="Freihandform: Form 38"/>
            <p:cNvSpPr/>
            <p:nvPr/>
          </p:nvSpPr>
          <p:spPr>
            <a:xfrm>
              <a:off x="821340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603" name="Grafik 9"/>
            <p:cNvGrpSpPr/>
            <p:nvPr/>
          </p:nvGrpSpPr>
          <p:grpSpPr>
            <a:xfrm>
              <a:off x="7741440" y="834120"/>
              <a:ext cx="1049040" cy="180000"/>
              <a:chOff x="7741440" y="834120"/>
              <a:chExt cx="1049040" cy="180000"/>
            </a:xfrm>
          </p:grpSpPr>
          <p:sp>
            <p:nvSpPr>
              <p:cNvPr id="604" name="Freihandform: Form 40"/>
              <p:cNvSpPr/>
              <p:nvPr/>
            </p:nvSpPr>
            <p:spPr>
              <a:xfrm>
                <a:off x="8236440" y="834120"/>
                <a:ext cx="33480" cy="406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0680"/>
                  <a:gd name="textAreaBottom" fmla="*/ 41760 h 40680"/>
                </a:gdLst>
                <a:ahLst/>
                <a:cxnLst/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05" name="Freihandform: Form 41"/>
              <p:cNvSpPr/>
              <p:nvPr/>
            </p:nvSpPr>
            <p:spPr>
              <a:xfrm>
                <a:off x="8284680" y="834120"/>
                <a:ext cx="35280" cy="42480"/>
              </a:xfrm>
              <a:custGeom>
                <a:avLst/>
                <a:gdLst>
                  <a:gd name="textAreaLeft" fmla="*/ 0 w 35280"/>
                  <a:gd name="textAreaRight" fmla="*/ 36360 w 35280"/>
                  <a:gd name="textAreaTop" fmla="*/ 0 h 42480"/>
                  <a:gd name="textAreaBottom" fmla="*/ 43560 h 42480"/>
                </a:gdLst>
                <a:ahLst/>
                <a:cxnLst/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640" tIns="-1440" rIns="1764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06" name="Freihandform: Form 42"/>
              <p:cNvSpPr/>
              <p:nvPr/>
            </p:nvSpPr>
            <p:spPr>
              <a:xfrm>
                <a:off x="7741440" y="914040"/>
                <a:ext cx="883440" cy="62280"/>
              </a:xfrm>
              <a:custGeom>
                <a:avLst/>
                <a:gdLst>
                  <a:gd name="textAreaLeft" fmla="*/ 0 w 883440"/>
                  <a:gd name="textAreaRight" fmla="*/ 884520 w 883440"/>
                  <a:gd name="textAreaTop" fmla="*/ 0 h 62280"/>
                  <a:gd name="textAreaBottom" fmla="*/ 63360 h 62280"/>
                </a:gdLst>
                <a:ahLst/>
                <a:cxnLst/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07" name="Freihandform: Form 43"/>
              <p:cNvSpPr/>
              <p:nvPr/>
            </p:nvSpPr>
            <p:spPr>
              <a:xfrm>
                <a:off x="8677440" y="915480"/>
                <a:ext cx="113040" cy="98640"/>
              </a:xfrm>
              <a:custGeom>
                <a:avLst/>
                <a:gdLst>
                  <a:gd name="textAreaLeft" fmla="*/ 0 w 113040"/>
                  <a:gd name="textAreaRight" fmla="*/ 114120 w 113040"/>
                  <a:gd name="textAreaTop" fmla="*/ 0 h 98640"/>
                  <a:gd name="textAreaBottom" fmla="*/ 99720 h 98640"/>
                  <a:gd name="GluePoint1X" fmla="*/ 0 w 277"/>
                  <a:gd name="GluePoint1Y" fmla="*/ 0 h 317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520" tIns="45000" rIns="5652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608" name="Freihandform: Form 44"/>
          <p:cNvSpPr/>
          <p:nvPr/>
        </p:nvSpPr>
        <p:spPr>
          <a:xfrm>
            <a:off x="-5040" y="407880"/>
            <a:ext cx="336240" cy="293760"/>
          </a:xfrm>
          <a:custGeom>
            <a:avLst/>
            <a:gdLst>
              <a:gd name="textAreaLeft" fmla="*/ 0 w 336240"/>
              <a:gd name="textAreaRight" fmla="*/ 337320 w 336240"/>
              <a:gd name="textAreaTop" fmla="*/ 0 h 293760"/>
              <a:gd name="textAreaBottom" fmla="*/ 294840 h 293760"/>
              <a:gd name="GluePoint1X" fmla="*/ 0 w 819"/>
              <a:gd name="GluePoint1Y" fmla="*/ 0 h 937"/>
            </a:gdLst>
            <a:ahLst/>
            <a:cxnLst>
              <a:cxn ang="0">
                <a:pos x="GluePoint1X" y="GluePoint1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609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5600" cy="45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title style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610" name="PlaceHolder 2"/>
          <p:cNvSpPr>
            <a:spLocks noGrp="1"/>
          </p:cNvSpPr>
          <p:nvPr>
            <p:ph type="ftr" idx="21"/>
          </p:nvPr>
        </p:nvSpPr>
        <p:spPr>
          <a:xfrm>
            <a:off x="628560" y="4975560"/>
            <a:ext cx="7128720" cy="147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1" name="PlaceHolder 3"/>
          <p:cNvSpPr>
            <a:spLocks noGrp="1"/>
          </p:cNvSpPr>
          <p:nvPr>
            <p:ph type="sldNum" idx="22"/>
          </p:nvPr>
        </p:nvSpPr>
        <p:spPr>
          <a:xfrm>
            <a:off x="35640" y="4975560"/>
            <a:ext cx="336240" cy="147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68616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686160">
              <a:lnSpc>
                <a:spcPct val="100000"/>
              </a:lnSpc>
              <a:buNone/>
              <a:tabLst>
                <a:tab pos="0" algn="l"/>
              </a:tabLst>
            </a:pPr>
            <a:fld id="{4C9BECA1-003B-4E54-8B69-0C1957D3DFDD}" type="slidenum">
              <a: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2" name="PlaceHolder 4"/>
          <p:cNvSpPr>
            <a:spLocks noGrp="1"/>
          </p:cNvSpPr>
          <p:nvPr>
            <p:ph type="body"/>
          </p:nvPr>
        </p:nvSpPr>
        <p:spPr>
          <a:xfrm>
            <a:off x="521640" y="1206720"/>
            <a:ext cx="8095320" cy="370692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08200" lvl="2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074600" lvl="3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341360" lvl="4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Inhalt + Untertite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13" name="Gruppieren 6"/>
          <p:cNvGrpSpPr/>
          <p:nvPr/>
        </p:nvGrpSpPr>
        <p:grpSpPr>
          <a:xfrm>
            <a:off x="-5040" y="4950720"/>
            <a:ext cx="9147960" cy="196920"/>
            <a:chOff x="-5040" y="4950720"/>
            <a:chExt cx="9147960" cy="196920"/>
          </a:xfrm>
        </p:grpSpPr>
        <p:sp>
          <p:nvSpPr>
            <p:cNvPr id="614" name="bk object 18"/>
            <p:cNvSpPr/>
            <p:nvPr/>
          </p:nvSpPr>
          <p:spPr>
            <a:xfrm>
              <a:off x="-5040" y="4950720"/>
              <a:ext cx="483840" cy="196920"/>
            </a:xfrm>
            <a:custGeom>
              <a:avLst/>
              <a:gdLst>
                <a:gd name="textAreaLeft" fmla="*/ 0 w 483840"/>
                <a:gd name="textAreaRight" fmla="*/ 484920 w 483840"/>
                <a:gd name="textAreaTop" fmla="*/ 0 h 196920"/>
                <a:gd name="textAreaBottom" fmla="*/ 198000 h 19692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15" name="bk object 18"/>
            <p:cNvSpPr/>
            <p:nvPr/>
          </p:nvSpPr>
          <p:spPr>
            <a:xfrm>
              <a:off x="522360" y="4950720"/>
              <a:ext cx="8620560" cy="196920"/>
            </a:xfrm>
            <a:custGeom>
              <a:avLst/>
              <a:gdLst>
                <a:gd name="textAreaLeft" fmla="*/ 0 w 8620560"/>
                <a:gd name="textAreaRight" fmla="*/ 8621640 w 8620560"/>
                <a:gd name="textAreaTop" fmla="*/ 0 h 196920"/>
                <a:gd name="textAreaBottom" fmla="*/ 198000 h 19692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16" name="Holder 3"/>
            <p:cNvSpPr/>
            <p:nvPr/>
          </p:nvSpPr>
          <p:spPr>
            <a:xfrm>
              <a:off x="8194680" y="4966200"/>
              <a:ext cx="448560" cy="1666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617" name="Gerader Verbinder 11"/>
          <p:cNvCxnSpPr/>
          <p:nvPr/>
        </p:nvCxnSpPr>
        <p:spPr>
          <a:xfrm>
            <a:off x="521280" y="974520"/>
            <a:ext cx="6833160" cy="108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618" name="Grafik 9"/>
          <p:cNvGrpSpPr/>
          <p:nvPr/>
        </p:nvGrpSpPr>
        <p:grpSpPr>
          <a:xfrm>
            <a:off x="7741440" y="394200"/>
            <a:ext cx="1049040" cy="619920"/>
            <a:chOff x="7741440" y="394200"/>
            <a:chExt cx="1049040" cy="619920"/>
          </a:xfrm>
        </p:grpSpPr>
        <p:grpSp>
          <p:nvGrpSpPr>
            <p:cNvPr id="619" name="Grafik 9"/>
            <p:cNvGrpSpPr/>
            <p:nvPr/>
          </p:nvGrpSpPr>
          <p:grpSpPr>
            <a:xfrm>
              <a:off x="7741440" y="394200"/>
              <a:ext cx="883800" cy="431280"/>
              <a:chOff x="7741440" y="394200"/>
              <a:chExt cx="883800" cy="431280"/>
            </a:xfrm>
          </p:grpSpPr>
          <p:sp>
            <p:nvSpPr>
              <p:cNvPr id="620" name="Freihandform: Form 20"/>
              <p:cNvSpPr/>
              <p:nvPr/>
            </p:nvSpPr>
            <p:spPr>
              <a:xfrm>
                <a:off x="8358120" y="480600"/>
                <a:ext cx="267120" cy="26748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267480"/>
                  <a:gd name="textAreaBottom" fmla="*/ 268560 h 267480"/>
                  <a:gd name="GluePoint1X" fmla="*/ 0 w 746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21" name="Freihandform: Form 21"/>
              <p:cNvSpPr/>
              <p:nvPr/>
            </p:nvSpPr>
            <p:spPr>
              <a:xfrm>
                <a:off x="7741440" y="394200"/>
                <a:ext cx="267120" cy="34740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347400"/>
                  <a:gd name="textAreaBottom" fmla="*/ 348480 h 347400"/>
                  <a:gd name="GluePoint1X" fmla="*/ 0 w 968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22" name="Freihandform: Form 22"/>
              <p:cNvSpPr/>
              <p:nvPr/>
            </p:nvSpPr>
            <p:spPr>
              <a:xfrm>
                <a:off x="8050680" y="394200"/>
                <a:ext cx="267120" cy="34740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347400"/>
                  <a:gd name="textAreaBottom" fmla="*/ 348480 h 347400"/>
                  <a:gd name="GluePoint1X" fmla="*/ 0 w 968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23" name="Freihandform: Form 23"/>
              <p:cNvSpPr/>
              <p:nvPr/>
            </p:nvSpPr>
            <p:spPr>
              <a:xfrm>
                <a:off x="784800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24" name="Freihandform: Form 24"/>
              <p:cNvSpPr/>
              <p:nvPr/>
            </p:nvSpPr>
            <p:spPr>
              <a:xfrm>
                <a:off x="795816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25" name="Freihandform: Form 25"/>
              <p:cNvSpPr/>
              <p:nvPr/>
            </p:nvSpPr>
            <p:spPr>
              <a:xfrm>
                <a:off x="821232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626" name="Freihandform: Form 26"/>
            <p:cNvSpPr/>
            <p:nvPr/>
          </p:nvSpPr>
          <p:spPr>
            <a:xfrm>
              <a:off x="7741440" y="817920"/>
              <a:ext cx="42480" cy="56880"/>
            </a:xfrm>
            <a:custGeom>
              <a:avLst/>
              <a:gdLst>
                <a:gd name="textAreaLeft" fmla="*/ 0 w 42480"/>
                <a:gd name="textAreaRight" fmla="*/ 43560 w 42480"/>
                <a:gd name="textAreaTop" fmla="*/ 0 h 56880"/>
                <a:gd name="textAreaBottom" fmla="*/ 57960 h 56880"/>
                <a:gd name="GluePoint1X" fmla="*/ 0 w 161"/>
                <a:gd name="GluePoint1Y" fmla="*/ 0 h 121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27" name="Freihandform: Form 27"/>
            <p:cNvSpPr/>
            <p:nvPr/>
          </p:nvSpPr>
          <p:spPr>
            <a:xfrm>
              <a:off x="7799760" y="834120"/>
              <a:ext cx="35280" cy="42480"/>
            </a:xfrm>
            <a:custGeom>
              <a:avLst/>
              <a:gdLst>
                <a:gd name="textAreaLeft" fmla="*/ 0 w 35280"/>
                <a:gd name="textAreaRight" fmla="*/ 36360 w 35280"/>
                <a:gd name="textAreaTop" fmla="*/ 0 h 42480"/>
                <a:gd name="textAreaBottom" fmla="*/ 43560 h 42480"/>
              </a:gdLst>
              <a:ahLst/>
              <a:cxnLst/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28" name="Freihandform: Form 28"/>
            <p:cNvSpPr/>
            <p:nvPr/>
          </p:nvSpPr>
          <p:spPr>
            <a:xfrm>
              <a:off x="784908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629" name="Grafik 9"/>
            <p:cNvGrpSpPr/>
            <p:nvPr/>
          </p:nvGrpSpPr>
          <p:grpSpPr>
            <a:xfrm>
              <a:off x="7872120" y="834120"/>
              <a:ext cx="74160" cy="40680"/>
              <a:chOff x="7872120" y="834120"/>
              <a:chExt cx="74160" cy="40680"/>
            </a:xfrm>
          </p:grpSpPr>
          <p:sp>
            <p:nvSpPr>
              <p:cNvPr id="630" name="Freihandform: Form 30"/>
              <p:cNvSpPr/>
              <p:nvPr/>
            </p:nvSpPr>
            <p:spPr>
              <a:xfrm>
                <a:off x="7872120" y="834120"/>
                <a:ext cx="33480" cy="406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0680"/>
                  <a:gd name="textAreaBottom" fmla="*/ 41760 h 40680"/>
                </a:gdLst>
                <a:ahLst/>
                <a:cxnLst/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31" name="Freihandform: Form 31"/>
              <p:cNvSpPr/>
              <p:nvPr/>
            </p:nvSpPr>
            <p:spPr>
              <a:xfrm>
                <a:off x="7922160" y="834120"/>
                <a:ext cx="24120" cy="40680"/>
              </a:xfrm>
              <a:custGeom>
                <a:avLst/>
                <a:gdLst>
                  <a:gd name="textAreaLeft" fmla="*/ 0 w 24120"/>
                  <a:gd name="textAreaRight" fmla="*/ 25200 w 24120"/>
                  <a:gd name="textAreaTop" fmla="*/ 0 h 40680"/>
                  <a:gd name="textAreaBottom" fmla="*/ 41760 h 40680"/>
                </a:gdLst>
                <a:ahLst/>
                <a:cxnLst/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2240" tIns="-3240" rIns="1224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632" name="Freihandform: Form 32"/>
            <p:cNvSpPr/>
            <p:nvPr/>
          </p:nvSpPr>
          <p:spPr>
            <a:xfrm>
              <a:off x="795924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633" name="Grafik 9"/>
            <p:cNvGrpSpPr/>
            <p:nvPr/>
          </p:nvGrpSpPr>
          <p:grpSpPr>
            <a:xfrm>
              <a:off x="7979760" y="812160"/>
              <a:ext cx="78120" cy="64440"/>
              <a:chOff x="7979760" y="812160"/>
              <a:chExt cx="78120" cy="64440"/>
            </a:xfrm>
          </p:grpSpPr>
          <p:sp>
            <p:nvSpPr>
              <p:cNvPr id="634" name="Freihandform: Form 34"/>
              <p:cNvSpPr/>
              <p:nvPr/>
            </p:nvSpPr>
            <p:spPr>
              <a:xfrm>
                <a:off x="7979760" y="834120"/>
                <a:ext cx="33480" cy="424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2480"/>
                  <a:gd name="textAreaBottom" fmla="*/ 43560 h 42480"/>
                </a:gdLst>
                <a:ahLst/>
                <a:cxnLst/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1440" rIns="1692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35" name="Freihandform: Form 35"/>
              <p:cNvSpPr/>
              <p:nvPr/>
            </p:nvSpPr>
            <p:spPr>
              <a:xfrm>
                <a:off x="8024400" y="812160"/>
                <a:ext cx="33480" cy="622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62280"/>
                  <a:gd name="textAreaBottom" fmla="*/ 63360 h 62280"/>
                  <a:gd name="GluePoint1X" fmla="*/ 0 w 176"/>
                  <a:gd name="GluePoint1Y" fmla="*/ 0 h 96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18360" rIns="1692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636" name="Freihandform: Form 36"/>
            <p:cNvSpPr/>
            <p:nvPr/>
          </p:nvSpPr>
          <p:spPr>
            <a:xfrm>
              <a:off x="8106480" y="817920"/>
              <a:ext cx="42480" cy="56880"/>
            </a:xfrm>
            <a:custGeom>
              <a:avLst/>
              <a:gdLst>
                <a:gd name="textAreaLeft" fmla="*/ 0 w 42480"/>
                <a:gd name="textAreaRight" fmla="*/ 43560 w 42480"/>
                <a:gd name="textAreaTop" fmla="*/ 0 h 56880"/>
                <a:gd name="textAreaBottom" fmla="*/ 57960 h 56880"/>
                <a:gd name="GluePoint1X" fmla="*/ 0 w 161"/>
                <a:gd name="GluePoint1Y" fmla="*/ 0 h 121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37" name="Freihandform: Form 37"/>
            <p:cNvSpPr/>
            <p:nvPr/>
          </p:nvSpPr>
          <p:spPr>
            <a:xfrm>
              <a:off x="8164800" y="834120"/>
              <a:ext cx="35280" cy="42480"/>
            </a:xfrm>
            <a:custGeom>
              <a:avLst/>
              <a:gdLst>
                <a:gd name="textAreaLeft" fmla="*/ 0 w 35280"/>
                <a:gd name="textAreaRight" fmla="*/ 36360 w 35280"/>
                <a:gd name="textAreaTop" fmla="*/ 0 h 42480"/>
                <a:gd name="textAreaBottom" fmla="*/ 43560 h 42480"/>
              </a:gdLst>
              <a:ahLst/>
              <a:cxnLst/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38" name="Freihandform: Form 38"/>
            <p:cNvSpPr/>
            <p:nvPr/>
          </p:nvSpPr>
          <p:spPr>
            <a:xfrm>
              <a:off x="821340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639" name="Grafik 9"/>
            <p:cNvGrpSpPr/>
            <p:nvPr/>
          </p:nvGrpSpPr>
          <p:grpSpPr>
            <a:xfrm>
              <a:off x="7741440" y="834120"/>
              <a:ext cx="1049040" cy="180000"/>
              <a:chOff x="7741440" y="834120"/>
              <a:chExt cx="1049040" cy="180000"/>
            </a:xfrm>
          </p:grpSpPr>
          <p:sp>
            <p:nvSpPr>
              <p:cNvPr id="640" name="Freihandform: Form 40"/>
              <p:cNvSpPr/>
              <p:nvPr/>
            </p:nvSpPr>
            <p:spPr>
              <a:xfrm>
                <a:off x="8236440" y="834120"/>
                <a:ext cx="33480" cy="406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0680"/>
                  <a:gd name="textAreaBottom" fmla="*/ 41760 h 40680"/>
                </a:gdLst>
                <a:ahLst/>
                <a:cxnLst/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41" name="Freihandform: Form 41"/>
              <p:cNvSpPr/>
              <p:nvPr/>
            </p:nvSpPr>
            <p:spPr>
              <a:xfrm>
                <a:off x="8284680" y="834120"/>
                <a:ext cx="35280" cy="42480"/>
              </a:xfrm>
              <a:custGeom>
                <a:avLst/>
                <a:gdLst>
                  <a:gd name="textAreaLeft" fmla="*/ 0 w 35280"/>
                  <a:gd name="textAreaRight" fmla="*/ 36360 w 35280"/>
                  <a:gd name="textAreaTop" fmla="*/ 0 h 42480"/>
                  <a:gd name="textAreaBottom" fmla="*/ 43560 h 42480"/>
                </a:gdLst>
                <a:ahLst/>
                <a:cxnLst/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640" tIns="-1440" rIns="1764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42" name="Freihandform: Form 42"/>
              <p:cNvSpPr/>
              <p:nvPr/>
            </p:nvSpPr>
            <p:spPr>
              <a:xfrm>
                <a:off x="7741440" y="914040"/>
                <a:ext cx="883440" cy="62280"/>
              </a:xfrm>
              <a:custGeom>
                <a:avLst/>
                <a:gdLst>
                  <a:gd name="textAreaLeft" fmla="*/ 0 w 883440"/>
                  <a:gd name="textAreaRight" fmla="*/ 884520 w 883440"/>
                  <a:gd name="textAreaTop" fmla="*/ 0 h 62280"/>
                  <a:gd name="textAreaBottom" fmla="*/ 63360 h 62280"/>
                </a:gdLst>
                <a:ahLst/>
                <a:cxnLst/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43" name="Freihandform: Form 43"/>
              <p:cNvSpPr/>
              <p:nvPr/>
            </p:nvSpPr>
            <p:spPr>
              <a:xfrm>
                <a:off x="8677440" y="915480"/>
                <a:ext cx="113040" cy="98640"/>
              </a:xfrm>
              <a:custGeom>
                <a:avLst/>
                <a:gdLst>
                  <a:gd name="textAreaLeft" fmla="*/ 0 w 113040"/>
                  <a:gd name="textAreaRight" fmla="*/ 114120 w 113040"/>
                  <a:gd name="textAreaTop" fmla="*/ 0 h 98640"/>
                  <a:gd name="textAreaBottom" fmla="*/ 99720 h 98640"/>
                  <a:gd name="GluePoint1X" fmla="*/ 0 w 277"/>
                  <a:gd name="GluePoint1Y" fmla="*/ 0 h 317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520" tIns="45000" rIns="5652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644" name="Freihandform: Form 44"/>
          <p:cNvSpPr/>
          <p:nvPr/>
        </p:nvSpPr>
        <p:spPr>
          <a:xfrm>
            <a:off x="-5040" y="407880"/>
            <a:ext cx="336240" cy="293760"/>
          </a:xfrm>
          <a:custGeom>
            <a:avLst/>
            <a:gdLst>
              <a:gd name="textAreaLeft" fmla="*/ 0 w 336240"/>
              <a:gd name="textAreaRight" fmla="*/ 337320 w 336240"/>
              <a:gd name="textAreaTop" fmla="*/ 0 h 293760"/>
              <a:gd name="textAreaBottom" fmla="*/ 294840 h 293760"/>
              <a:gd name="GluePoint1X" fmla="*/ 0 w 819"/>
              <a:gd name="GluePoint1Y" fmla="*/ 0 h 937"/>
            </a:gdLst>
            <a:ahLst/>
            <a:cxnLst>
              <a:cxn ang="0">
                <a:pos x="GluePoint1X" y="GluePoint1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645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5600" cy="45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title style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646" name="PlaceHolder 2"/>
          <p:cNvSpPr>
            <a:spLocks noGrp="1"/>
          </p:cNvSpPr>
          <p:nvPr>
            <p:ph type="ftr" idx="23"/>
          </p:nvPr>
        </p:nvSpPr>
        <p:spPr>
          <a:xfrm>
            <a:off x="628560" y="4975560"/>
            <a:ext cx="7128720" cy="147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7" name="PlaceHolder 3"/>
          <p:cNvSpPr>
            <a:spLocks noGrp="1"/>
          </p:cNvSpPr>
          <p:nvPr>
            <p:ph type="sldNum" idx="24"/>
          </p:nvPr>
        </p:nvSpPr>
        <p:spPr>
          <a:xfrm>
            <a:off x="35640" y="4975560"/>
            <a:ext cx="336240" cy="147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68616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686160">
              <a:lnSpc>
                <a:spcPct val="100000"/>
              </a:lnSpc>
              <a:buNone/>
              <a:tabLst>
                <a:tab pos="0" algn="l"/>
              </a:tabLst>
            </a:pPr>
            <a:fld id="{69C707A3-FCB1-4E14-B3AF-61A532A4274B}" type="slidenum">
              <a: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8" name="PlaceHolder 4"/>
          <p:cNvSpPr>
            <a:spLocks noGrp="1"/>
          </p:cNvSpPr>
          <p:nvPr>
            <p:ph type="body"/>
          </p:nvPr>
        </p:nvSpPr>
        <p:spPr>
          <a:xfrm>
            <a:off x="521640" y="1422360"/>
            <a:ext cx="8100000" cy="34912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08200" lvl="2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074600" lvl="3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341360" lvl="4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649" name="PlaceHolder 5"/>
          <p:cNvSpPr>
            <a:spLocks noGrp="1"/>
          </p:cNvSpPr>
          <p:nvPr>
            <p:ph type="body"/>
          </p:nvPr>
        </p:nvSpPr>
        <p:spPr>
          <a:xfrm>
            <a:off x="521640" y="1088280"/>
            <a:ext cx="8100000" cy="323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8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Zwei Inhalt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50" name="Gruppieren 6"/>
          <p:cNvGrpSpPr/>
          <p:nvPr/>
        </p:nvGrpSpPr>
        <p:grpSpPr>
          <a:xfrm>
            <a:off x="-5040" y="4950720"/>
            <a:ext cx="9147960" cy="196920"/>
            <a:chOff x="-5040" y="4950720"/>
            <a:chExt cx="9147960" cy="196920"/>
          </a:xfrm>
        </p:grpSpPr>
        <p:sp>
          <p:nvSpPr>
            <p:cNvPr id="651" name="bk object 18"/>
            <p:cNvSpPr/>
            <p:nvPr/>
          </p:nvSpPr>
          <p:spPr>
            <a:xfrm>
              <a:off x="-5040" y="4950720"/>
              <a:ext cx="483840" cy="196920"/>
            </a:xfrm>
            <a:custGeom>
              <a:avLst/>
              <a:gdLst>
                <a:gd name="textAreaLeft" fmla="*/ 0 w 483840"/>
                <a:gd name="textAreaRight" fmla="*/ 484920 w 483840"/>
                <a:gd name="textAreaTop" fmla="*/ 0 h 196920"/>
                <a:gd name="textAreaBottom" fmla="*/ 198000 h 19692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52" name="bk object 18"/>
            <p:cNvSpPr/>
            <p:nvPr/>
          </p:nvSpPr>
          <p:spPr>
            <a:xfrm>
              <a:off x="522360" y="4950720"/>
              <a:ext cx="8620560" cy="196920"/>
            </a:xfrm>
            <a:custGeom>
              <a:avLst/>
              <a:gdLst>
                <a:gd name="textAreaLeft" fmla="*/ 0 w 8620560"/>
                <a:gd name="textAreaRight" fmla="*/ 8621640 w 8620560"/>
                <a:gd name="textAreaTop" fmla="*/ 0 h 196920"/>
                <a:gd name="textAreaBottom" fmla="*/ 198000 h 19692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53" name="Holder 3"/>
            <p:cNvSpPr/>
            <p:nvPr/>
          </p:nvSpPr>
          <p:spPr>
            <a:xfrm>
              <a:off x="8194680" y="4966200"/>
              <a:ext cx="448560" cy="1666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654" name="Gerader Verbinder 11"/>
          <p:cNvCxnSpPr/>
          <p:nvPr/>
        </p:nvCxnSpPr>
        <p:spPr>
          <a:xfrm>
            <a:off x="521280" y="974520"/>
            <a:ext cx="6833160" cy="108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655" name="Grafik 9"/>
          <p:cNvGrpSpPr/>
          <p:nvPr/>
        </p:nvGrpSpPr>
        <p:grpSpPr>
          <a:xfrm>
            <a:off x="7741440" y="394200"/>
            <a:ext cx="1049040" cy="619920"/>
            <a:chOff x="7741440" y="394200"/>
            <a:chExt cx="1049040" cy="619920"/>
          </a:xfrm>
        </p:grpSpPr>
        <p:grpSp>
          <p:nvGrpSpPr>
            <p:cNvPr id="656" name="Grafik 9"/>
            <p:cNvGrpSpPr/>
            <p:nvPr/>
          </p:nvGrpSpPr>
          <p:grpSpPr>
            <a:xfrm>
              <a:off x="7741440" y="394200"/>
              <a:ext cx="883800" cy="431280"/>
              <a:chOff x="7741440" y="394200"/>
              <a:chExt cx="883800" cy="431280"/>
            </a:xfrm>
          </p:grpSpPr>
          <p:sp>
            <p:nvSpPr>
              <p:cNvPr id="657" name="Freihandform: Form 20"/>
              <p:cNvSpPr/>
              <p:nvPr/>
            </p:nvSpPr>
            <p:spPr>
              <a:xfrm>
                <a:off x="8358120" y="480600"/>
                <a:ext cx="267120" cy="26748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267480"/>
                  <a:gd name="textAreaBottom" fmla="*/ 268560 h 267480"/>
                  <a:gd name="GluePoint1X" fmla="*/ 0 w 746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58" name="Freihandform: Form 21"/>
              <p:cNvSpPr/>
              <p:nvPr/>
            </p:nvSpPr>
            <p:spPr>
              <a:xfrm>
                <a:off x="7741440" y="394200"/>
                <a:ext cx="267120" cy="34740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347400"/>
                  <a:gd name="textAreaBottom" fmla="*/ 348480 h 347400"/>
                  <a:gd name="GluePoint1X" fmla="*/ 0 w 968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59" name="Freihandform: Form 22"/>
              <p:cNvSpPr/>
              <p:nvPr/>
            </p:nvSpPr>
            <p:spPr>
              <a:xfrm>
                <a:off x="8050680" y="394200"/>
                <a:ext cx="267120" cy="34740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347400"/>
                  <a:gd name="textAreaBottom" fmla="*/ 348480 h 347400"/>
                  <a:gd name="GluePoint1X" fmla="*/ 0 w 968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60" name="Freihandform: Form 23"/>
              <p:cNvSpPr/>
              <p:nvPr/>
            </p:nvSpPr>
            <p:spPr>
              <a:xfrm>
                <a:off x="784800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61" name="Freihandform: Form 24"/>
              <p:cNvSpPr/>
              <p:nvPr/>
            </p:nvSpPr>
            <p:spPr>
              <a:xfrm>
                <a:off x="795816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62" name="Freihandform: Form 25"/>
              <p:cNvSpPr/>
              <p:nvPr/>
            </p:nvSpPr>
            <p:spPr>
              <a:xfrm>
                <a:off x="821232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663" name="Freihandform: Form 26"/>
            <p:cNvSpPr/>
            <p:nvPr/>
          </p:nvSpPr>
          <p:spPr>
            <a:xfrm>
              <a:off x="7741440" y="817920"/>
              <a:ext cx="42480" cy="56880"/>
            </a:xfrm>
            <a:custGeom>
              <a:avLst/>
              <a:gdLst>
                <a:gd name="textAreaLeft" fmla="*/ 0 w 42480"/>
                <a:gd name="textAreaRight" fmla="*/ 43560 w 42480"/>
                <a:gd name="textAreaTop" fmla="*/ 0 h 56880"/>
                <a:gd name="textAreaBottom" fmla="*/ 57960 h 56880"/>
                <a:gd name="GluePoint1X" fmla="*/ 0 w 161"/>
                <a:gd name="GluePoint1Y" fmla="*/ 0 h 121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64" name="Freihandform: Form 27"/>
            <p:cNvSpPr/>
            <p:nvPr/>
          </p:nvSpPr>
          <p:spPr>
            <a:xfrm>
              <a:off x="7799760" y="834120"/>
              <a:ext cx="35280" cy="42480"/>
            </a:xfrm>
            <a:custGeom>
              <a:avLst/>
              <a:gdLst>
                <a:gd name="textAreaLeft" fmla="*/ 0 w 35280"/>
                <a:gd name="textAreaRight" fmla="*/ 36360 w 35280"/>
                <a:gd name="textAreaTop" fmla="*/ 0 h 42480"/>
                <a:gd name="textAreaBottom" fmla="*/ 43560 h 42480"/>
              </a:gdLst>
              <a:ahLst/>
              <a:cxnLst/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65" name="Freihandform: Form 28"/>
            <p:cNvSpPr/>
            <p:nvPr/>
          </p:nvSpPr>
          <p:spPr>
            <a:xfrm>
              <a:off x="784908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666" name="Grafik 9"/>
            <p:cNvGrpSpPr/>
            <p:nvPr/>
          </p:nvGrpSpPr>
          <p:grpSpPr>
            <a:xfrm>
              <a:off x="7872120" y="834120"/>
              <a:ext cx="74160" cy="40680"/>
              <a:chOff x="7872120" y="834120"/>
              <a:chExt cx="74160" cy="40680"/>
            </a:xfrm>
          </p:grpSpPr>
          <p:sp>
            <p:nvSpPr>
              <p:cNvPr id="667" name="Freihandform: Form 30"/>
              <p:cNvSpPr/>
              <p:nvPr/>
            </p:nvSpPr>
            <p:spPr>
              <a:xfrm>
                <a:off x="7872120" y="834120"/>
                <a:ext cx="33480" cy="406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0680"/>
                  <a:gd name="textAreaBottom" fmla="*/ 41760 h 40680"/>
                </a:gdLst>
                <a:ahLst/>
                <a:cxnLst/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68" name="Freihandform: Form 31"/>
              <p:cNvSpPr/>
              <p:nvPr/>
            </p:nvSpPr>
            <p:spPr>
              <a:xfrm>
                <a:off x="7922160" y="834120"/>
                <a:ext cx="24120" cy="40680"/>
              </a:xfrm>
              <a:custGeom>
                <a:avLst/>
                <a:gdLst>
                  <a:gd name="textAreaLeft" fmla="*/ 0 w 24120"/>
                  <a:gd name="textAreaRight" fmla="*/ 25200 w 24120"/>
                  <a:gd name="textAreaTop" fmla="*/ 0 h 40680"/>
                  <a:gd name="textAreaBottom" fmla="*/ 41760 h 40680"/>
                </a:gdLst>
                <a:ahLst/>
                <a:cxnLst/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2240" tIns="-3240" rIns="1224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669" name="Freihandform: Form 32"/>
            <p:cNvSpPr/>
            <p:nvPr/>
          </p:nvSpPr>
          <p:spPr>
            <a:xfrm>
              <a:off x="795924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670" name="Grafik 9"/>
            <p:cNvGrpSpPr/>
            <p:nvPr/>
          </p:nvGrpSpPr>
          <p:grpSpPr>
            <a:xfrm>
              <a:off x="7979760" y="812160"/>
              <a:ext cx="78120" cy="64440"/>
              <a:chOff x="7979760" y="812160"/>
              <a:chExt cx="78120" cy="64440"/>
            </a:xfrm>
          </p:grpSpPr>
          <p:sp>
            <p:nvSpPr>
              <p:cNvPr id="671" name="Freihandform: Form 34"/>
              <p:cNvSpPr/>
              <p:nvPr/>
            </p:nvSpPr>
            <p:spPr>
              <a:xfrm>
                <a:off x="7979760" y="834120"/>
                <a:ext cx="33480" cy="424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2480"/>
                  <a:gd name="textAreaBottom" fmla="*/ 43560 h 42480"/>
                </a:gdLst>
                <a:ahLst/>
                <a:cxnLst/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1440" rIns="1692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72" name="Freihandform: Form 35"/>
              <p:cNvSpPr/>
              <p:nvPr/>
            </p:nvSpPr>
            <p:spPr>
              <a:xfrm>
                <a:off x="8024400" y="812160"/>
                <a:ext cx="33480" cy="622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62280"/>
                  <a:gd name="textAreaBottom" fmla="*/ 63360 h 62280"/>
                  <a:gd name="GluePoint1X" fmla="*/ 0 w 176"/>
                  <a:gd name="GluePoint1Y" fmla="*/ 0 h 96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18360" rIns="1692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673" name="Freihandform: Form 36"/>
            <p:cNvSpPr/>
            <p:nvPr/>
          </p:nvSpPr>
          <p:spPr>
            <a:xfrm>
              <a:off x="8106480" y="817920"/>
              <a:ext cx="42480" cy="56880"/>
            </a:xfrm>
            <a:custGeom>
              <a:avLst/>
              <a:gdLst>
                <a:gd name="textAreaLeft" fmla="*/ 0 w 42480"/>
                <a:gd name="textAreaRight" fmla="*/ 43560 w 42480"/>
                <a:gd name="textAreaTop" fmla="*/ 0 h 56880"/>
                <a:gd name="textAreaBottom" fmla="*/ 57960 h 56880"/>
                <a:gd name="GluePoint1X" fmla="*/ 0 w 161"/>
                <a:gd name="GluePoint1Y" fmla="*/ 0 h 121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74" name="Freihandform: Form 37"/>
            <p:cNvSpPr/>
            <p:nvPr/>
          </p:nvSpPr>
          <p:spPr>
            <a:xfrm>
              <a:off x="8164800" y="834120"/>
              <a:ext cx="35280" cy="42480"/>
            </a:xfrm>
            <a:custGeom>
              <a:avLst/>
              <a:gdLst>
                <a:gd name="textAreaLeft" fmla="*/ 0 w 35280"/>
                <a:gd name="textAreaRight" fmla="*/ 36360 w 35280"/>
                <a:gd name="textAreaTop" fmla="*/ 0 h 42480"/>
                <a:gd name="textAreaBottom" fmla="*/ 43560 h 42480"/>
              </a:gdLst>
              <a:ahLst/>
              <a:cxnLst/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75" name="Freihandform: Form 38"/>
            <p:cNvSpPr/>
            <p:nvPr/>
          </p:nvSpPr>
          <p:spPr>
            <a:xfrm>
              <a:off x="821340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676" name="Grafik 9"/>
            <p:cNvGrpSpPr/>
            <p:nvPr/>
          </p:nvGrpSpPr>
          <p:grpSpPr>
            <a:xfrm>
              <a:off x="7741440" y="834120"/>
              <a:ext cx="1049040" cy="180000"/>
              <a:chOff x="7741440" y="834120"/>
              <a:chExt cx="1049040" cy="180000"/>
            </a:xfrm>
          </p:grpSpPr>
          <p:sp>
            <p:nvSpPr>
              <p:cNvPr id="677" name="Freihandform: Form 40"/>
              <p:cNvSpPr/>
              <p:nvPr/>
            </p:nvSpPr>
            <p:spPr>
              <a:xfrm>
                <a:off x="8236440" y="834120"/>
                <a:ext cx="33480" cy="406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0680"/>
                  <a:gd name="textAreaBottom" fmla="*/ 41760 h 40680"/>
                </a:gdLst>
                <a:ahLst/>
                <a:cxnLst/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78" name="Freihandform: Form 41"/>
              <p:cNvSpPr/>
              <p:nvPr/>
            </p:nvSpPr>
            <p:spPr>
              <a:xfrm>
                <a:off x="8284680" y="834120"/>
                <a:ext cx="35280" cy="42480"/>
              </a:xfrm>
              <a:custGeom>
                <a:avLst/>
                <a:gdLst>
                  <a:gd name="textAreaLeft" fmla="*/ 0 w 35280"/>
                  <a:gd name="textAreaRight" fmla="*/ 36360 w 35280"/>
                  <a:gd name="textAreaTop" fmla="*/ 0 h 42480"/>
                  <a:gd name="textAreaBottom" fmla="*/ 43560 h 42480"/>
                </a:gdLst>
                <a:ahLst/>
                <a:cxnLst/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640" tIns="-1440" rIns="1764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79" name="Freihandform: Form 42"/>
              <p:cNvSpPr/>
              <p:nvPr/>
            </p:nvSpPr>
            <p:spPr>
              <a:xfrm>
                <a:off x="7741440" y="914040"/>
                <a:ext cx="883440" cy="62280"/>
              </a:xfrm>
              <a:custGeom>
                <a:avLst/>
                <a:gdLst>
                  <a:gd name="textAreaLeft" fmla="*/ 0 w 883440"/>
                  <a:gd name="textAreaRight" fmla="*/ 884520 w 883440"/>
                  <a:gd name="textAreaTop" fmla="*/ 0 h 62280"/>
                  <a:gd name="textAreaBottom" fmla="*/ 63360 h 62280"/>
                </a:gdLst>
                <a:ahLst/>
                <a:cxnLst/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80" name="Freihandform: Form 43"/>
              <p:cNvSpPr/>
              <p:nvPr/>
            </p:nvSpPr>
            <p:spPr>
              <a:xfrm>
                <a:off x="8677440" y="915480"/>
                <a:ext cx="113040" cy="98640"/>
              </a:xfrm>
              <a:custGeom>
                <a:avLst/>
                <a:gdLst>
                  <a:gd name="textAreaLeft" fmla="*/ 0 w 113040"/>
                  <a:gd name="textAreaRight" fmla="*/ 114120 w 113040"/>
                  <a:gd name="textAreaTop" fmla="*/ 0 h 98640"/>
                  <a:gd name="textAreaBottom" fmla="*/ 99720 h 98640"/>
                  <a:gd name="GluePoint1X" fmla="*/ 0 w 277"/>
                  <a:gd name="GluePoint1Y" fmla="*/ 0 h 317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520" tIns="45000" rIns="5652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681" name="Freihandform: Form 44"/>
          <p:cNvSpPr/>
          <p:nvPr/>
        </p:nvSpPr>
        <p:spPr>
          <a:xfrm>
            <a:off x="-5040" y="407880"/>
            <a:ext cx="336240" cy="293760"/>
          </a:xfrm>
          <a:custGeom>
            <a:avLst/>
            <a:gdLst>
              <a:gd name="textAreaLeft" fmla="*/ 0 w 336240"/>
              <a:gd name="textAreaRight" fmla="*/ 337320 w 336240"/>
              <a:gd name="textAreaTop" fmla="*/ 0 h 293760"/>
              <a:gd name="textAreaBottom" fmla="*/ 294840 h 293760"/>
              <a:gd name="GluePoint1X" fmla="*/ 0 w 819"/>
              <a:gd name="GluePoint1Y" fmla="*/ 0 h 937"/>
            </a:gdLst>
            <a:ahLst/>
            <a:cxnLst>
              <a:cxn ang="0">
                <a:pos x="GluePoint1X" y="GluePoint1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682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5600" cy="45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title style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683" name="PlaceHolder 2"/>
          <p:cNvSpPr>
            <a:spLocks noGrp="1"/>
          </p:cNvSpPr>
          <p:nvPr>
            <p:ph type="ftr" idx="25"/>
          </p:nvPr>
        </p:nvSpPr>
        <p:spPr>
          <a:xfrm>
            <a:off x="628560" y="4975560"/>
            <a:ext cx="7128720" cy="147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4" name="PlaceHolder 3"/>
          <p:cNvSpPr>
            <a:spLocks noGrp="1"/>
          </p:cNvSpPr>
          <p:nvPr>
            <p:ph type="sldNum" idx="26"/>
          </p:nvPr>
        </p:nvSpPr>
        <p:spPr>
          <a:xfrm>
            <a:off x="35640" y="4975560"/>
            <a:ext cx="336240" cy="147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68616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686160">
              <a:lnSpc>
                <a:spcPct val="100000"/>
              </a:lnSpc>
              <a:buNone/>
              <a:tabLst>
                <a:tab pos="0" algn="l"/>
              </a:tabLst>
            </a:pPr>
            <a:fld id="{7AC4BA4B-7D28-449F-8FAD-FFA011C3EF32}" type="slidenum">
              <a: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5" name="PlaceHolder 4"/>
          <p:cNvSpPr>
            <a:spLocks noGrp="1"/>
          </p:cNvSpPr>
          <p:nvPr>
            <p:ph type="body"/>
          </p:nvPr>
        </p:nvSpPr>
        <p:spPr>
          <a:xfrm>
            <a:off x="521640" y="1422360"/>
            <a:ext cx="3940560" cy="342324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08200" lvl="2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074600" lvl="3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341360" lvl="4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686" name="PlaceHolder 5"/>
          <p:cNvSpPr>
            <a:spLocks noGrp="1"/>
          </p:cNvSpPr>
          <p:nvPr>
            <p:ph type="body"/>
          </p:nvPr>
        </p:nvSpPr>
        <p:spPr>
          <a:xfrm>
            <a:off x="4680000" y="1422360"/>
            <a:ext cx="3942360" cy="342324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08200" lvl="2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074600" lvl="3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341360" lvl="4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Inhalt + Kopf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87" name="Gruppieren 6"/>
          <p:cNvGrpSpPr/>
          <p:nvPr/>
        </p:nvGrpSpPr>
        <p:grpSpPr>
          <a:xfrm>
            <a:off x="-5040" y="4950720"/>
            <a:ext cx="9147960" cy="196920"/>
            <a:chOff x="-5040" y="4950720"/>
            <a:chExt cx="9147960" cy="196920"/>
          </a:xfrm>
        </p:grpSpPr>
        <p:sp>
          <p:nvSpPr>
            <p:cNvPr id="688" name="bk object 18"/>
            <p:cNvSpPr/>
            <p:nvPr/>
          </p:nvSpPr>
          <p:spPr>
            <a:xfrm>
              <a:off x="-5040" y="4950720"/>
              <a:ext cx="483840" cy="196920"/>
            </a:xfrm>
            <a:custGeom>
              <a:avLst/>
              <a:gdLst>
                <a:gd name="textAreaLeft" fmla="*/ 0 w 483840"/>
                <a:gd name="textAreaRight" fmla="*/ 484920 w 483840"/>
                <a:gd name="textAreaTop" fmla="*/ 0 h 196920"/>
                <a:gd name="textAreaBottom" fmla="*/ 198000 h 19692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89" name="bk object 18"/>
            <p:cNvSpPr/>
            <p:nvPr/>
          </p:nvSpPr>
          <p:spPr>
            <a:xfrm>
              <a:off x="522360" y="4950720"/>
              <a:ext cx="8620560" cy="196920"/>
            </a:xfrm>
            <a:custGeom>
              <a:avLst/>
              <a:gdLst>
                <a:gd name="textAreaLeft" fmla="*/ 0 w 8620560"/>
                <a:gd name="textAreaRight" fmla="*/ 8621640 w 8620560"/>
                <a:gd name="textAreaTop" fmla="*/ 0 h 196920"/>
                <a:gd name="textAreaBottom" fmla="*/ 198000 h 19692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90" name="Holder 3"/>
            <p:cNvSpPr/>
            <p:nvPr/>
          </p:nvSpPr>
          <p:spPr>
            <a:xfrm>
              <a:off x="8194680" y="4966200"/>
              <a:ext cx="448560" cy="1666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691" name="Gerader Verbinder 11"/>
          <p:cNvCxnSpPr/>
          <p:nvPr/>
        </p:nvCxnSpPr>
        <p:spPr>
          <a:xfrm>
            <a:off x="521280" y="974520"/>
            <a:ext cx="6833160" cy="108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692" name="Grafik 9"/>
          <p:cNvGrpSpPr/>
          <p:nvPr/>
        </p:nvGrpSpPr>
        <p:grpSpPr>
          <a:xfrm>
            <a:off x="7741440" y="394200"/>
            <a:ext cx="1049040" cy="619920"/>
            <a:chOff x="7741440" y="394200"/>
            <a:chExt cx="1049040" cy="619920"/>
          </a:xfrm>
        </p:grpSpPr>
        <p:grpSp>
          <p:nvGrpSpPr>
            <p:cNvPr id="693" name="Grafik 9"/>
            <p:cNvGrpSpPr/>
            <p:nvPr/>
          </p:nvGrpSpPr>
          <p:grpSpPr>
            <a:xfrm>
              <a:off x="7741440" y="394200"/>
              <a:ext cx="883800" cy="431280"/>
              <a:chOff x="7741440" y="394200"/>
              <a:chExt cx="883800" cy="431280"/>
            </a:xfrm>
          </p:grpSpPr>
          <p:sp>
            <p:nvSpPr>
              <p:cNvPr id="694" name="Freihandform: Form 20"/>
              <p:cNvSpPr/>
              <p:nvPr/>
            </p:nvSpPr>
            <p:spPr>
              <a:xfrm>
                <a:off x="8358120" y="480600"/>
                <a:ext cx="267120" cy="26748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267480"/>
                  <a:gd name="textAreaBottom" fmla="*/ 268560 h 267480"/>
                  <a:gd name="GluePoint1X" fmla="*/ 0 w 746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95" name="Freihandform: Form 21"/>
              <p:cNvSpPr/>
              <p:nvPr/>
            </p:nvSpPr>
            <p:spPr>
              <a:xfrm>
                <a:off x="7741440" y="394200"/>
                <a:ext cx="267120" cy="34740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347400"/>
                  <a:gd name="textAreaBottom" fmla="*/ 348480 h 347400"/>
                  <a:gd name="GluePoint1X" fmla="*/ 0 w 968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96" name="Freihandform: Form 22"/>
              <p:cNvSpPr/>
              <p:nvPr/>
            </p:nvSpPr>
            <p:spPr>
              <a:xfrm>
                <a:off x="8050680" y="394200"/>
                <a:ext cx="267120" cy="34740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347400"/>
                  <a:gd name="textAreaBottom" fmla="*/ 348480 h 347400"/>
                  <a:gd name="GluePoint1X" fmla="*/ 0 w 968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97" name="Freihandform: Form 23"/>
              <p:cNvSpPr/>
              <p:nvPr/>
            </p:nvSpPr>
            <p:spPr>
              <a:xfrm>
                <a:off x="784800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98" name="Freihandform: Form 24"/>
              <p:cNvSpPr/>
              <p:nvPr/>
            </p:nvSpPr>
            <p:spPr>
              <a:xfrm>
                <a:off x="795816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99" name="Freihandform: Form 25"/>
              <p:cNvSpPr/>
              <p:nvPr/>
            </p:nvSpPr>
            <p:spPr>
              <a:xfrm>
                <a:off x="821232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700" name="Freihandform: Form 26"/>
            <p:cNvSpPr/>
            <p:nvPr/>
          </p:nvSpPr>
          <p:spPr>
            <a:xfrm>
              <a:off x="7741440" y="817920"/>
              <a:ext cx="42480" cy="56880"/>
            </a:xfrm>
            <a:custGeom>
              <a:avLst/>
              <a:gdLst>
                <a:gd name="textAreaLeft" fmla="*/ 0 w 42480"/>
                <a:gd name="textAreaRight" fmla="*/ 43560 w 42480"/>
                <a:gd name="textAreaTop" fmla="*/ 0 h 56880"/>
                <a:gd name="textAreaBottom" fmla="*/ 57960 h 56880"/>
                <a:gd name="GluePoint1X" fmla="*/ 0 w 161"/>
                <a:gd name="GluePoint1Y" fmla="*/ 0 h 121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01" name="Freihandform: Form 27"/>
            <p:cNvSpPr/>
            <p:nvPr/>
          </p:nvSpPr>
          <p:spPr>
            <a:xfrm>
              <a:off x="7799760" y="834120"/>
              <a:ext cx="35280" cy="42480"/>
            </a:xfrm>
            <a:custGeom>
              <a:avLst/>
              <a:gdLst>
                <a:gd name="textAreaLeft" fmla="*/ 0 w 35280"/>
                <a:gd name="textAreaRight" fmla="*/ 36360 w 35280"/>
                <a:gd name="textAreaTop" fmla="*/ 0 h 42480"/>
                <a:gd name="textAreaBottom" fmla="*/ 43560 h 42480"/>
              </a:gdLst>
              <a:ahLst/>
              <a:cxnLst/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02" name="Freihandform: Form 28"/>
            <p:cNvSpPr/>
            <p:nvPr/>
          </p:nvSpPr>
          <p:spPr>
            <a:xfrm>
              <a:off x="784908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703" name="Grafik 9"/>
            <p:cNvGrpSpPr/>
            <p:nvPr/>
          </p:nvGrpSpPr>
          <p:grpSpPr>
            <a:xfrm>
              <a:off x="7872120" y="834120"/>
              <a:ext cx="74160" cy="40680"/>
              <a:chOff x="7872120" y="834120"/>
              <a:chExt cx="74160" cy="40680"/>
            </a:xfrm>
          </p:grpSpPr>
          <p:sp>
            <p:nvSpPr>
              <p:cNvPr id="704" name="Freihandform: Form 30"/>
              <p:cNvSpPr/>
              <p:nvPr/>
            </p:nvSpPr>
            <p:spPr>
              <a:xfrm>
                <a:off x="7872120" y="834120"/>
                <a:ext cx="33480" cy="406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0680"/>
                  <a:gd name="textAreaBottom" fmla="*/ 41760 h 40680"/>
                </a:gdLst>
                <a:ahLst/>
                <a:cxnLst/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05" name="Freihandform: Form 31"/>
              <p:cNvSpPr/>
              <p:nvPr/>
            </p:nvSpPr>
            <p:spPr>
              <a:xfrm>
                <a:off x="7922160" y="834120"/>
                <a:ext cx="24120" cy="40680"/>
              </a:xfrm>
              <a:custGeom>
                <a:avLst/>
                <a:gdLst>
                  <a:gd name="textAreaLeft" fmla="*/ 0 w 24120"/>
                  <a:gd name="textAreaRight" fmla="*/ 25200 w 24120"/>
                  <a:gd name="textAreaTop" fmla="*/ 0 h 40680"/>
                  <a:gd name="textAreaBottom" fmla="*/ 41760 h 40680"/>
                </a:gdLst>
                <a:ahLst/>
                <a:cxnLst/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2240" tIns="-3240" rIns="1224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706" name="Freihandform: Form 32"/>
            <p:cNvSpPr/>
            <p:nvPr/>
          </p:nvSpPr>
          <p:spPr>
            <a:xfrm>
              <a:off x="795924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707" name="Grafik 9"/>
            <p:cNvGrpSpPr/>
            <p:nvPr/>
          </p:nvGrpSpPr>
          <p:grpSpPr>
            <a:xfrm>
              <a:off x="7979760" y="812160"/>
              <a:ext cx="78120" cy="64440"/>
              <a:chOff x="7979760" y="812160"/>
              <a:chExt cx="78120" cy="64440"/>
            </a:xfrm>
          </p:grpSpPr>
          <p:sp>
            <p:nvSpPr>
              <p:cNvPr id="708" name="Freihandform: Form 34"/>
              <p:cNvSpPr/>
              <p:nvPr/>
            </p:nvSpPr>
            <p:spPr>
              <a:xfrm>
                <a:off x="7979760" y="834120"/>
                <a:ext cx="33480" cy="424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2480"/>
                  <a:gd name="textAreaBottom" fmla="*/ 43560 h 42480"/>
                </a:gdLst>
                <a:ahLst/>
                <a:cxnLst/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1440" rIns="1692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09" name="Freihandform: Form 35"/>
              <p:cNvSpPr/>
              <p:nvPr/>
            </p:nvSpPr>
            <p:spPr>
              <a:xfrm>
                <a:off x="8024400" y="812160"/>
                <a:ext cx="33480" cy="622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62280"/>
                  <a:gd name="textAreaBottom" fmla="*/ 63360 h 62280"/>
                  <a:gd name="GluePoint1X" fmla="*/ 0 w 176"/>
                  <a:gd name="GluePoint1Y" fmla="*/ 0 h 96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18360" rIns="1692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710" name="Freihandform: Form 36"/>
            <p:cNvSpPr/>
            <p:nvPr/>
          </p:nvSpPr>
          <p:spPr>
            <a:xfrm>
              <a:off x="8106480" y="817920"/>
              <a:ext cx="42480" cy="56880"/>
            </a:xfrm>
            <a:custGeom>
              <a:avLst/>
              <a:gdLst>
                <a:gd name="textAreaLeft" fmla="*/ 0 w 42480"/>
                <a:gd name="textAreaRight" fmla="*/ 43560 w 42480"/>
                <a:gd name="textAreaTop" fmla="*/ 0 h 56880"/>
                <a:gd name="textAreaBottom" fmla="*/ 57960 h 56880"/>
                <a:gd name="GluePoint1X" fmla="*/ 0 w 161"/>
                <a:gd name="GluePoint1Y" fmla="*/ 0 h 121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11" name="Freihandform: Form 37"/>
            <p:cNvSpPr/>
            <p:nvPr/>
          </p:nvSpPr>
          <p:spPr>
            <a:xfrm>
              <a:off x="8164800" y="834120"/>
              <a:ext cx="35280" cy="42480"/>
            </a:xfrm>
            <a:custGeom>
              <a:avLst/>
              <a:gdLst>
                <a:gd name="textAreaLeft" fmla="*/ 0 w 35280"/>
                <a:gd name="textAreaRight" fmla="*/ 36360 w 35280"/>
                <a:gd name="textAreaTop" fmla="*/ 0 h 42480"/>
                <a:gd name="textAreaBottom" fmla="*/ 43560 h 42480"/>
              </a:gdLst>
              <a:ahLst/>
              <a:cxnLst/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12" name="Freihandform: Form 38"/>
            <p:cNvSpPr/>
            <p:nvPr/>
          </p:nvSpPr>
          <p:spPr>
            <a:xfrm>
              <a:off x="821340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713" name="Grafik 9"/>
            <p:cNvGrpSpPr/>
            <p:nvPr/>
          </p:nvGrpSpPr>
          <p:grpSpPr>
            <a:xfrm>
              <a:off x="7741440" y="834120"/>
              <a:ext cx="1049040" cy="180000"/>
              <a:chOff x="7741440" y="834120"/>
              <a:chExt cx="1049040" cy="180000"/>
            </a:xfrm>
          </p:grpSpPr>
          <p:sp>
            <p:nvSpPr>
              <p:cNvPr id="714" name="Freihandform: Form 40"/>
              <p:cNvSpPr/>
              <p:nvPr/>
            </p:nvSpPr>
            <p:spPr>
              <a:xfrm>
                <a:off x="8236440" y="834120"/>
                <a:ext cx="33480" cy="406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0680"/>
                  <a:gd name="textAreaBottom" fmla="*/ 41760 h 40680"/>
                </a:gdLst>
                <a:ahLst/>
                <a:cxnLst/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15" name="Freihandform: Form 41"/>
              <p:cNvSpPr/>
              <p:nvPr/>
            </p:nvSpPr>
            <p:spPr>
              <a:xfrm>
                <a:off x="8284680" y="834120"/>
                <a:ext cx="35280" cy="42480"/>
              </a:xfrm>
              <a:custGeom>
                <a:avLst/>
                <a:gdLst>
                  <a:gd name="textAreaLeft" fmla="*/ 0 w 35280"/>
                  <a:gd name="textAreaRight" fmla="*/ 36360 w 35280"/>
                  <a:gd name="textAreaTop" fmla="*/ 0 h 42480"/>
                  <a:gd name="textAreaBottom" fmla="*/ 43560 h 42480"/>
                </a:gdLst>
                <a:ahLst/>
                <a:cxnLst/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640" tIns="-1440" rIns="1764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16" name="Freihandform: Form 42"/>
              <p:cNvSpPr/>
              <p:nvPr/>
            </p:nvSpPr>
            <p:spPr>
              <a:xfrm>
                <a:off x="7741440" y="914040"/>
                <a:ext cx="883440" cy="62280"/>
              </a:xfrm>
              <a:custGeom>
                <a:avLst/>
                <a:gdLst>
                  <a:gd name="textAreaLeft" fmla="*/ 0 w 883440"/>
                  <a:gd name="textAreaRight" fmla="*/ 884520 w 883440"/>
                  <a:gd name="textAreaTop" fmla="*/ 0 h 62280"/>
                  <a:gd name="textAreaBottom" fmla="*/ 63360 h 62280"/>
                </a:gdLst>
                <a:ahLst/>
                <a:cxnLst/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17" name="Freihandform: Form 43"/>
              <p:cNvSpPr/>
              <p:nvPr/>
            </p:nvSpPr>
            <p:spPr>
              <a:xfrm>
                <a:off x="8677440" y="915480"/>
                <a:ext cx="113040" cy="98640"/>
              </a:xfrm>
              <a:custGeom>
                <a:avLst/>
                <a:gdLst>
                  <a:gd name="textAreaLeft" fmla="*/ 0 w 113040"/>
                  <a:gd name="textAreaRight" fmla="*/ 114120 w 113040"/>
                  <a:gd name="textAreaTop" fmla="*/ 0 h 98640"/>
                  <a:gd name="textAreaBottom" fmla="*/ 99720 h 98640"/>
                  <a:gd name="GluePoint1X" fmla="*/ 0 w 277"/>
                  <a:gd name="GluePoint1Y" fmla="*/ 0 h 317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520" tIns="45000" rIns="5652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718" name="Freihandform: Form 44" hidden="1"/>
          <p:cNvSpPr/>
          <p:nvPr/>
        </p:nvSpPr>
        <p:spPr>
          <a:xfrm>
            <a:off x="-5040" y="407880"/>
            <a:ext cx="336240" cy="293760"/>
          </a:xfrm>
          <a:custGeom>
            <a:avLst/>
            <a:gdLst>
              <a:gd name="textAreaLeft" fmla="*/ 0 w 336240"/>
              <a:gd name="textAreaRight" fmla="*/ 337320 w 336240"/>
              <a:gd name="textAreaTop" fmla="*/ 0 h 293760"/>
              <a:gd name="textAreaBottom" fmla="*/ 294840 h 293760"/>
              <a:gd name="GluePoint1X" fmla="*/ 0 w 819"/>
              <a:gd name="GluePoint1Y" fmla="*/ 0 h 937"/>
            </a:gdLst>
            <a:ahLst/>
            <a:cxnLst>
              <a:cxn ang="0">
                <a:pos x="GluePoint1X" y="GluePoint1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grpSp>
        <p:nvGrpSpPr>
          <p:cNvPr id="719" name="Gruppieren 52"/>
          <p:cNvGrpSpPr/>
          <p:nvPr/>
        </p:nvGrpSpPr>
        <p:grpSpPr>
          <a:xfrm>
            <a:off x="-5040" y="4950720"/>
            <a:ext cx="9147960" cy="196920"/>
            <a:chOff x="-5040" y="4950720"/>
            <a:chExt cx="9147960" cy="196920"/>
          </a:xfrm>
        </p:grpSpPr>
        <p:sp>
          <p:nvSpPr>
            <p:cNvPr id="720" name="bk object 18"/>
            <p:cNvSpPr/>
            <p:nvPr/>
          </p:nvSpPr>
          <p:spPr>
            <a:xfrm>
              <a:off x="-5040" y="4950720"/>
              <a:ext cx="483840" cy="196920"/>
            </a:xfrm>
            <a:custGeom>
              <a:avLst/>
              <a:gdLst>
                <a:gd name="textAreaLeft" fmla="*/ 0 w 483840"/>
                <a:gd name="textAreaRight" fmla="*/ 484920 w 483840"/>
                <a:gd name="textAreaTop" fmla="*/ 0 h 196920"/>
                <a:gd name="textAreaBottom" fmla="*/ 198000 h 19692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21" name="bk object 18"/>
            <p:cNvSpPr/>
            <p:nvPr/>
          </p:nvSpPr>
          <p:spPr>
            <a:xfrm>
              <a:off x="522360" y="4950720"/>
              <a:ext cx="8620560" cy="196920"/>
            </a:xfrm>
            <a:custGeom>
              <a:avLst/>
              <a:gdLst>
                <a:gd name="textAreaLeft" fmla="*/ 0 w 8620560"/>
                <a:gd name="textAreaRight" fmla="*/ 8621640 w 8620560"/>
                <a:gd name="textAreaTop" fmla="*/ 0 h 196920"/>
                <a:gd name="textAreaBottom" fmla="*/ 198000 h 19692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22" name="Holder 3"/>
            <p:cNvSpPr/>
            <p:nvPr/>
          </p:nvSpPr>
          <p:spPr>
            <a:xfrm>
              <a:off x="8194680" y="4966200"/>
              <a:ext cx="448560" cy="1666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723" name="Grafik 9"/>
          <p:cNvGrpSpPr/>
          <p:nvPr/>
        </p:nvGrpSpPr>
        <p:grpSpPr>
          <a:xfrm>
            <a:off x="7741440" y="394200"/>
            <a:ext cx="1049040" cy="619920"/>
            <a:chOff x="7741440" y="394200"/>
            <a:chExt cx="1049040" cy="619920"/>
          </a:xfrm>
        </p:grpSpPr>
        <p:grpSp>
          <p:nvGrpSpPr>
            <p:cNvPr id="724" name="Grafik 9"/>
            <p:cNvGrpSpPr/>
            <p:nvPr/>
          </p:nvGrpSpPr>
          <p:grpSpPr>
            <a:xfrm>
              <a:off x="7741440" y="394200"/>
              <a:ext cx="883800" cy="431280"/>
              <a:chOff x="7741440" y="394200"/>
              <a:chExt cx="883800" cy="431280"/>
            </a:xfrm>
          </p:grpSpPr>
          <p:sp>
            <p:nvSpPr>
              <p:cNvPr id="725" name="Freihandform: Form 35"/>
              <p:cNvSpPr/>
              <p:nvPr/>
            </p:nvSpPr>
            <p:spPr>
              <a:xfrm>
                <a:off x="8358120" y="480600"/>
                <a:ext cx="267120" cy="26748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267480"/>
                  <a:gd name="textAreaBottom" fmla="*/ 268560 h 267480"/>
                  <a:gd name="GluePoint1X" fmla="*/ 0 w 746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26" name="Freihandform: Form 36"/>
              <p:cNvSpPr/>
              <p:nvPr/>
            </p:nvSpPr>
            <p:spPr>
              <a:xfrm>
                <a:off x="7741440" y="394200"/>
                <a:ext cx="267120" cy="34740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347400"/>
                  <a:gd name="textAreaBottom" fmla="*/ 348480 h 347400"/>
                  <a:gd name="GluePoint1X" fmla="*/ 0 w 968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27" name="Freihandform: Form 37"/>
              <p:cNvSpPr/>
              <p:nvPr/>
            </p:nvSpPr>
            <p:spPr>
              <a:xfrm>
                <a:off x="8050680" y="394200"/>
                <a:ext cx="267120" cy="34740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347400"/>
                  <a:gd name="textAreaBottom" fmla="*/ 348480 h 347400"/>
                  <a:gd name="GluePoint1X" fmla="*/ 0 w 968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28" name="Freihandform: Form 38"/>
              <p:cNvSpPr/>
              <p:nvPr/>
            </p:nvSpPr>
            <p:spPr>
              <a:xfrm>
                <a:off x="784800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29" name="Freihandform: Form 39"/>
              <p:cNvSpPr/>
              <p:nvPr/>
            </p:nvSpPr>
            <p:spPr>
              <a:xfrm>
                <a:off x="795816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30" name="Freihandform: Form 40"/>
              <p:cNvSpPr/>
              <p:nvPr/>
            </p:nvSpPr>
            <p:spPr>
              <a:xfrm>
                <a:off x="821232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731" name="Freihandform: Form 17"/>
            <p:cNvSpPr/>
            <p:nvPr/>
          </p:nvSpPr>
          <p:spPr>
            <a:xfrm>
              <a:off x="7741440" y="817920"/>
              <a:ext cx="42480" cy="56880"/>
            </a:xfrm>
            <a:custGeom>
              <a:avLst/>
              <a:gdLst>
                <a:gd name="textAreaLeft" fmla="*/ 0 w 42480"/>
                <a:gd name="textAreaRight" fmla="*/ 43560 w 42480"/>
                <a:gd name="textAreaTop" fmla="*/ 0 h 56880"/>
                <a:gd name="textAreaBottom" fmla="*/ 57960 h 56880"/>
                <a:gd name="GluePoint1X" fmla="*/ 0 w 161"/>
                <a:gd name="GluePoint1Y" fmla="*/ 0 h 121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32" name="Freihandform: Form 18"/>
            <p:cNvSpPr/>
            <p:nvPr/>
          </p:nvSpPr>
          <p:spPr>
            <a:xfrm>
              <a:off x="7799760" y="834120"/>
              <a:ext cx="35280" cy="42480"/>
            </a:xfrm>
            <a:custGeom>
              <a:avLst/>
              <a:gdLst>
                <a:gd name="textAreaLeft" fmla="*/ 0 w 35280"/>
                <a:gd name="textAreaRight" fmla="*/ 36360 w 35280"/>
                <a:gd name="textAreaTop" fmla="*/ 0 h 42480"/>
                <a:gd name="textAreaBottom" fmla="*/ 43560 h 42480"/>
              </a:gdLst>
              <a:ahLst/>
              <a:cxnLst/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33" name="Freihandform: Form 19"/>
            <p:cNvSpPr/>
            <p:nvPr/>
          </p:nvSpPr>
          <p:spPr>
            <a:xfrm>
              <a:off x="784908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734" name="Grafik 9"/>
            <p:cNvGrpSpPr/>
            <p:nvPr/>
          </p:nvGrpSpPr>
          <p:grpSpPr>
            <a:xfrm>
              <a:off x="7872120" y="834120"/>
              <a:ext cx="74160" cy="40680"/>
              <a:chOff x="7872120" y="834120"/>
              <a:chExt cx="74160" cy="40680"/>
            </a:xfrm>
          </p:grpSpPr>
          <p:sp>
            <p:nvSpPr>
              <p:cNvPr id="735" name="Freihandform: Form 33"/>
              <p:cNvSpPr/>
              <p:nvPr/>
            </p:nvSpPr>
            <p:spPr>
              <a:xfrm>
                <a:off x="7872120" y="834120"/>
                <a:ext cx="33480" cy="406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0680"/>
                  <a:gd name="textAreaBottom" fmla="*/ 41760 h 40680"/>
                </a:gdLst>
                <a:ahLst/>
                <a:cxnLst/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36" name="Freihandform: Form 34"/>
              <p:cNvSpPr/>
              <p:nvPr/>
            </p:nvSpPr>
            <p:spPr>
              <a:xfrm>
                <a:off x="7922160" y="834120"/>
                <a:ext cx="24120" cy="40680"/>
              </a:xfrm>
              <a:custGeom>
                <a:avLst/>
                <a:gdLst>
                  <a:gd name="textAreaLeft" fmla="*/ 0 w 24120"/>
                  <a:gd name="textAreaRight" fmla="*/ 25200 w 24120"/>
                  <a:gd name="textAreaTop" fmla="*/ 0 h 40680"/>
                  <a:gd name="textAreaBottom" fmla="*/ 41760 h 40680"/>
                </a:gdLst>
                <a:ahLst/>
                <a:cxnLst/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2240" tIns="-3240" rIns="1224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737" name="Freihandform: Form 21"/>
            <p:cNvSpPr/>
            <p:nvPr/>
          </p:nvSpPr>
          <p:spPr>
            <a:xfrm>
              <a:off x="795924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738" name="Grafik 9"/>
            <p:cNvGrpSpPr/>
            <p:nvPr/>
          </p:nvGrpSpPr>
          <p:grpSpPr>
            <a:xfrm>
              <a:off x="7979760" y="812160"/>
              <a:ext cx="78120" cy="64440"/>
              <a:chOff x="7979760" y="812160"/>
              <a:chExt cx="78120" cy="64440"/>
            </a:xfrm>
          </p:grpSpPr>
          <p:sp>
            <p:nvSpPr>
              <p:cNvPr id="739" name="Freihandform: Form 31"/>
              <p:cNvSpPr/>
              <p:nvPr/>
            </p:nvSpPr>
            <p:spPr>
              <a:xfrm>
                <a:off x="7979760" y="834120"/>
                <a:ext cx="33480" cy="424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2480"/>
                  <a:gd name="textAreaBottom" fmla="*/ 43560 h 42480"/>
                </a:gdLst>
                <a:ahLst/>
                <a:cxnLst/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1440" rIns="1692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40" name="Freihandform: Form 32"/>
              <p:cNvSpPr/>
              <p:nvPr/>
            </p:nvSpPr>
            <p:spPr>
              <a:xfrm>
                <a:off x="8024400" y="812160"/>
                <a:ext cx="33480" cy="622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62280"/>
                  <a:gd name="textAreaBottom" fmla="*/ 63360 h 62280"/>
                  <a:gd name="GluePoint1X" fmla="*/ 0 w 176"/>
                  <a:gd name="GluePoint1Y" fmla="*/ 0 h 96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18360" rIns="1692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741" name="Freihandform: Form 23"/>
            <p:cNvSpPr/>
            <p:nvPr/>
          </p:nvSpPr>
          <p:spPr>
            <a:xfrm>
              <a:off x="8106480" y="817920"/>
              <a:ext cx="42480" cy="56880"/>
            </a:xfrm>
            <a:custGeom>
              <a:avLst/>
              <a:gdLst>
                <a:gd name="textAreaLeft" fmla="*/ 0 w 42480"/>
                <a:gd name="textAreaRight" fmla="*/ 43560 w 42480"/>
                <a:gd name="textAreaTop" fmla="*/ 0 h 56880"/>
                <a:gd name="textAreaBottom" fmla="*/ 57960 h 56880"/>
                <a:gd name="GluePoint1X" fmla="*/ 0 w 161"/>
                <a:gd name="GluePoint1Y" fmla="*/ 0 h 121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42" name="Freihandform: Form 24"/>
            <p:cNvSpPr/>
            <p:nvPr/>
          </p:nvSpPr>
          <p:spPr>
            <a:xfrm>
              <a:off x="8164800" y="834120"/>
              <a:ext cx="35280" cy="42480"/>
            </a:xfrm>
            <a:custGeom>
              <a:avLst/>
              <a:gdLst>
                <a:gd name="textAreaLeft" fmla="*/ 0 w 35280"/>
                <a:gd name="textAreaRight" fmla="*/ 36360 w 35280"/>
                <a:gd name="textAreaTop" fmla="*/ 0 h 42480"/>
                <a:gd name="textAreaBottom" fmla="*/ 43560 h 42480"/>
              </a:gdLst>
              <a:ahLst/>
              <a:cxnLst/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43" name="Freihandform: Form 25"/>
            <p:cNvSpPr/>
            <p:nvPr/>
          </p:nvSpPr>
          <p:spPr>
            <a:xfrm>
              <a:off x="821340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744" name="Grafik 9"/>
            <p:cNvGrpSpPr/>
            <p:nvPr/>
          </p:nvGrpSpPr>
          <p:grpSpPr>
            <a:xfrm>
              <a:off x="7741440" y="834120"/>
              <a:ext cx="1049040" cy="180000"/>
              <a:chOff x="7741440" y="834120"/>
              <a:chExt cx="1049040" cy="180000"/>
            </a:xfrm>
          </p:grpSpPr>
          <p:sp>
            <p:nvSpPr>
              <p:cNvPr id="745" name="Freihandform: Form 27"/>
              <p:cNvSpPr/>
              <p:nvPr/>
            </p:nvSpPr>
            <p:spPr>
              <a:xfrm>
                <a:off x="8236440" y="834120"/>
                <a:ext cx="33480" cy="406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0680"/>
                  <a:gd name="textAreaBottom" fmla="*/ 41760 h 40680"/>
                </a:gdLst>
                <a:ahLst/>
                <a:cxnLst/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46" name="Freihandform: Form 28"/>
              <p:cNvSpPr/>
              <p:nvPr/>
            </p:nvSpPr>
            <p:spPr>
              <a:xfrm>
                <a:off x="8284680" y="834120"/>
                <a:ext cx="35280" cy="42480"/>
              </a:xfrm>
              <a:custGeom>
                <a:avLst/>
                <a:gdLst>
                  <a:gd name="textAreaLeft" fmla="*/ 0 w 35280"/>
                  <a:gd name="textAreaRight" fmla="*/ 36360 w 35280"/>
                  <a:gd name="textAreaTop" fmla="*/ 0 h 42480"/>
                  <a:gd name="textAreaBottom" fmla="*/ 43560 h 42480"/>
                </a:gdLst>
                <a:ahLst/>
                <a:cxnLst/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640" tIns="-1440" rIns="1764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47" name="Freihandform: Form 29"/>
              <p:cNvSpPr/>
              <p:nvPr/>
            </p:nvSpPr>
            <p:spPr>
              <a:xfrm>
                <a:off x="7741440" y="914040"/>
                <a:ext cx="883440" cy="62280"/>
              </a:xfrm>
              <a:custGeom>
                <a:avLst/>
                <a:gdLst>
                  <a:gd name="textAreaLeft" fmla="*/ 0 w 883440"/>
                  <a:gd name="textAreaRight" fmla="*/ 884520 w 883440"/>
                  <a:gd name="textAreaTop" fmla="*/ 0 h 62280"/>
                  <a:gd name="textAreaBottom" fmla="*/ 63360 h 62280"/>
                </a:gdLst>
                <a:ahLst/>
                <a:cxnLst/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48" name="Freihandform: Form 30"/>
              <p:cNvSpPr/>
              <p:nvPr/>
            </p:nvSpPr>
            <p:spPr>
              <a:xfrm>
                <a:off x="8677440" y="915480"/>
                <a:ext cx="113040" cy="98640"/>
              </a:xfrm>
              <a:custGeom>
                <a:avLst/>
                <a:gdLst>
                  <a:gd name="textAreaLeft" fmla="*/ 0 w 113040"/>
                  <a:gd name="textAreaRight" fmla="*/ 114120 w 113040"/>
                  <a:gd name="textAreaTop" fmla="*/ 0 h 98640"/>
                  <a:gd name="textAreaBottom" fmla="*/ 99720 h 98640"/>
                  <a:gd name="GluePoint1X" fmla="*/ 0 w 277"/>
                  <a:gd name="GluePoint1Y" fmla="*/ 0 h 317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520" tIns="45000" rIns="5652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749" name="Grafik 11"/>
          <p:cNvSpPr/>
          <p:nvPr/>
        </p:nvSpPr>
        <p:spPr>
          <a:xfrm>
            <a:off x="0" y="0"/>
            <a:ext cx="3731040" cy="4914000"/>
          </a:xfrm>
          <a:custGeom>
            <a:avLst/>
            <a:gdLst>
              <a:gd name="textAreaLeft" fmla="*/ 0 w 3731040"/>
              <a:gd name="textAreaRight" fmla="*/ 3732120 w 3731040"/>
              <a:gd name="textAreaTop" fmla="*/ 0 h 4914000"/>
              <a:gd name="textAreaBottom" fmla="*/ 4915080 h 4914000"/>
              <a:gd name="GluePoint1X" fmla="*/ 0 w 13653"/>
              <a:gd name="GluePoint1Y" fmla="*/ 0 h 10367"/>
              <a:gd name="GluePoint2X" fmla="*/ 10367 w 13653"/>
              <a:gd name="GluePoint2Y" fmla="*/ 0 h 10367"/>
              <a:gd name="GluePoint3X" fmla="*/ 10367 w 13653"/>
              <a:gd name="GluePoint3Y" fmla="*/ 13653 h 10367"/>
              <a:gd name="GluePoint4X" fmla="*/ 0 w 13653"/>
              <a:gd name="GluePoint4Y" fmla="*/ 13653 h 10367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</a:cxnLst>
            <a:rect l="textAreaLeft" t="textAreaTop" r="textAreaRight" b="textAreaBottom"/>
            <a:pathLst>
              <a:path w="5015880" h="6597650">
                <a:moveTo>
                  <a:pt x="0" y="0"/>
                </a:moveTo>
                <a:lnTo>
                  <a:pt x="5015880" y="0"/>
                </a:lnTo>
                <a:lnTo>
                  <a:pt x="5015880" y="6597650"/>
                </a:lnTo>
                <a:lnTo>
                  <a:pt x="0" y="6597650"/>
                </a:lnTo>
                <a:close/>
              </a:path>
            </a:pathLst>
          </a:cu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0" name="PlaceHolder 1"/>
          <p:cNvSpPr>
            <a:spLocks noGrp="1"/>
          </p:cNvSpPr>
          <p:nvPr>
            <p:ph type="ftr" idx="27"/>
          </p:nvPr>
        </p:nvSpPr>
        <p:spPr>
          <a:xfrm>
            <a:off x="628560" y="4975560"/>
            <a:ext cx="7128720" cy="147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1" name="PlaceHolder 2"/>
          <p:cNvSpPr>
            <a:spLocks noGrp="1"/>
          </p:cNvSpPr>
          <p:nvPr>
            <p:ph type="sldNum" idx="28"/>
          </p:nvPr>
        </p:nvSpPr>
        <p:spPr>
          <a:xfrm>
            <a:off x="35640" y="4975560"/>
            <a:ext cx="336240" cy="147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68616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686160">
              <a:lnSpc>
                <a:spcPct val="100000"/>
              </a:lnSpc>
              <a:buNone/>
              <a:tabLst>
                <a:tab pos="0" algn="l"/>
              </a:tabLst>
            </a:pPr>
            <a:fld id="{10F99CC3-B08E-4159-98CD-882B99347292}" type="slidenum">
              <a: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2" name="PlaceHolder 3"/>
          <p:cNvSpPr>
            <a:spLocks noGrp="1"/>
          </p:cNvSpPr>
          <p:nvPr>
            <p:ph type="title"/>
          </p:nvPr>
        </p:nvSpPr>
        <p:spPr>
          <a:xfrm>
            <a:off x="4464000" y="330840"/>
            <a:ext cx="2888280" cy="45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de-DE" sz="27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Titel</a:t>
            </a:r>
            <a:endParaRPr lang="de-DE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cxnSp>
        <p:nvCxnSpPr>
          <p:cNvPr id="753" name="Gerader Verbinder 45"/>
          <p:cNvCxnSpPr/>
          <p:nvPr/>
        </p:nvCxnSpPr>
        <p:spPr>
          <a:xfrm>
            <a:off x="4464000" y="974520"/>
            <a:ext cx="2890440" cy="108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sp>
        <p:nvSpPr>
          <p:cNvPr id="754" name="PlaceHolder 4"/>
          <p:cNvSpPr>
            <a:spLocks noGrp="1"/>
          </p:cNvSpPr>
          <p:nvPr>
            <p:ph type="body"/>
          </p:nvPr>
        </p:nvSpPr>
        <p:spPr>
          <a:xfrm>
            <a:off x="4464000" y="1422360"/>
            <a:ext cx="4367880" cy="34912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08200" lvl="2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074600" lvl="3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341360" lvl="4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755" name="PlaceHolder 5"/>
          <p:cNvSpPr>
            <a:spLocks noGrp="1"/>
          </p:cNvSpPr>
          <p:nvPr>
            <p:ph type="body"/>
          </p:nvPr>
        </p:nvSpPr>
        <p:spPr>
          <a:xfrm>
            <a:off x="4464000" y="1088280"/>
            <a:ext cx="4157280" cy="323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8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Zwei Inhalte + Untertite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56" name="Gruppieren 6"/>
          <p:cNvGrpSpPr/>
          <p:nvPr/>
        </p:nvGrpSpPr>
        <p:grpSpPr>
          <a:xfrm>
            <a:off x="-5040" y="4950720"/>
            <a:ext cx="9147960" cy="196920"/>
            <a:chOff x="-5040" y="4950720"/>
            <a:chExt cx="9147960" cy="196920"/>
          </a:xfrm>
        </p:grpSpPr>
        <p:sp>
          <p:nvSpPr>
            <p:cNvPr id="757" name="bk object 18"/>
            <p:cNvSpPr/>
            <p:nvPr/>
          </p:nvSpPr>
          <p:spPr>
            <a:xfrm>
              <a:off x="-5040" y="4950720"/>
              <a:ext cx="483840" cy="196920"/>
            </a:xfrm>
            <a:custGeom>
              <a:avLst/>
              <a:gdLst>
                <a:gd name="textAreaLeft" fmla="*/ 0 w 483840"/>
                <a:gd name="textAreaRight" fmla="*/ 484920 w 483840"/>
                <a:gd name="textAreaTop" fmla="*/ 0 h 196920"/>
                <a:gd name="textAreaBottom" fmla="*/ 198000 h 19692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58" name="bk object 18"/>
            <p:cNvSpPr/>
            <p:nvPr/>
          </p:nvSpPr>
          <p:spPr>
            <a:xfrm>
              <a:off x="522360" y="4950720"/>
              <a:ext cx="8620560" cy="196920"/>
            </a:xfrm>
            <a:custGeom>
              <a:avLst/>
              <a:gdLst>
                <a:gd name="textAreaLeft" fmla="*/ 0 w 8620560"/>
                <a:gd name="textAreaRight" fmla="*/ 8621640 w 8620560"/>
                <a:gd name="textAreaTop" fmla="*/ 0 h 196920"/>
                <a:gd name="textAreaBottom" fmla="*/ 198000 h 19692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59" name="Holder 3"/>
            <p:cNvSpPr/>
            <p:nvPr/>
          </p:nvSpPr>
          <p:spPr>
            <a:xfrm>
              <a:off x="8194680" y="4966200"/>
              <a:ext cx="448560" cy="1666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760" name="Gerader Verbinder 11"/>
          <p:cNvCxnSpPr/>
          <p:nvPr/>
        </p:nvCxnSpPr>
        <p:spPr>
          <a:xfrm>
            <a:off x="521280" y="974520"/>
            <a:ext cx="6833160" cy="108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761" name="Grafik 9"/>
          <p:cNvGrpSpPr/>
          <p:nvPr/>
        </p:nvGrpSpPr>
        <p:grpSpPr>
          <a:xfrm>
            <a:off x="7741440" y="394200"/>
            <a:ext cx="1049040" cy="619920"/>
            <a:chOff x="7741440" y="394200"/>
            <a:chExt cx="1049040" cy="619920"/>
          </a:xfrm>
        </p:grpSpPr>
        <p:grpSp>
          <p:nvGrpSpPr>
            <p:cNvPr id="762" name="Grafik 9"/>
            <p:cNvGrpSpPr/>
            <p:nvPr/>
          </p:nvGrpSpPr>
          <p:grpSpPr>
            <a:xfrm>
              <a:off x="7741440" y="394200"/>
              <a:ext cx="883800" cy="431280"/>
              <a:chOff x="7741440" y="394200"/>
              <a:chExt cx="883800" cy="431280"/>
            </a:xfrm>
          </p:grpSpPr>
          <p:sp>
            <p:nvSpPr>
              <p:cNvPr id="763" name="Freihandform: Form 20"/>
              <p:cNvSpPr/>
              <p:nvPr/>
            </p:nvSpPr>
            <p:spPr>
              <a:xfrm>
                <a:off x="8358120" y="480600"/>
                <a:ext cx="267120" cy="26748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267480"/>
                  <a:gd name="textAreaBottom" fmla="*/ 268560 h 267480"/>
                  <a:gd name="GluePoint1X" fmla="*/ 0 w 746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64" name="Freihandform: Form 21"/>
              <p:cNvSpPr/>
              <p:nvPr/>
            </p:nvSpPr>
            <p:spPr>
              <a:xfrm>
                <a:off x="7741440" y="394200"/>
                <a:ext cx="267120" cy="34740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347400"/>
                  <a:gd name="textAreaBottom" fmla="*/ 348480 h 347400"/>
                  <a:gd name="GluePoint1X" fmla="*/ 0 w 968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65" name="Freihandform: Form 22"/>
              <p:cNvSpPr/>
              <p:nvPr/>
            </p:nvSpPr>
            <p:spPr>
              <a:xfrm>
                <a:off x="8050680" y="394200"/>
                <a:ext cx="267120" cy="34740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347400"/>
                  <a:gd name="textAreaBottom" fmla="*/ 348480 h 347400"/>
                  <a:gd name="GluePoint1X" fmla="*/ 0 w 968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66" name="Freihandform: Form 23"/>
              <p:cNvSpPr/>
              <p:nvPr/>
            </p:nvSpPr>
            <p:spPr>
              <a:xfrm>
                <a:off x="784800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67" name="Freihandform: Form 24"/>
              <p:cNvSpPr/>
              <p:nvPr/>
            </p:nvSpPr>
            <p:spPr>
              <a:xfrm>
                <a:off x="795816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68" name="Freihandform: Form 25"/>
              <p:cNvSpPr/>
              <p:nvPr/>
            </p:nvSpPr>
            <p:spPr>
              <a:xfrm>
                <a:off x="821232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769" name="Freihandform: Form 26"/>
            <p:cNvSpPr/>
            <p:nvPr/>
          </p:nvSpPr>
          <p:spPr>
            <a:xfrm>
              <a:off x="7741440" y="817920"/>
              <a:ext cx="42480" cy="56880"/>
            </a:xfrm>
            <a:custGeom>
              <a:avLst/>
              <a:gdLst>
                <a:gd name="textAreaLeft" fmla="*/ 0 w 42480"/>
                <a:gd name="textAreaRight" fmla="*/ 43560 w 42480"/>
                <a:gd name="textAreaTop" fmla="*/ 0 h 56880"/>
                <a:gd name="textAreaBottom" fmla="*/ 57960 h 56880"/>
                <a:gd name="GluePoint1X" fmla="*/ 0 w 161"/>
                <a:gd name="GluePoint1Y" fmla="*/ 0 h 121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70" name="Freihandform: Form 27"/>
            <p:cNvSpPr/>
            <p:nvPr/>
          </p:nvSpPr>
          <p:spPr>
            <a:xfrm>
              <a:off x="7799760" y="834120"/>
              <a:ext cx="35280" cy="42480"/>
            </a:xfrm>
            <a:custGeom>
              <a:avLst/>
              <a:gdLst>
                <a:gd name="textAreaLeft" fmla="*/ 0 w 35280"/>
                <a:gd name="textAreaRight" fmla="*/ 36360 w 35280"/>
                <a:gd name="textAreaTop" fmla="*/ 0 h 42480"/>
                <a:gd name="textAreaBottom" fmla="*/ 43560 h 42480"/>
              </a:gdLst>
              <a:ahLst/>
              <a:cxnLst/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71" name="Freihandform: Form 28"/>
            <p:cNvSpPr/>
            <p:nvPr/>
          </p:nvSpPr>
          <p:spPr>
            <a:xfrm>
              <a:off x="784908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772" name="Grafik 9"/>
            <p:cNvGrpSpPr/>
            <p:nvPr/>
          </p:nvGrpSpPr>
          <p:grpSpPr>
            <a:xfrm>
              <a:off x="7872120" y="834120"/>
              <a:ext cx="74160" cy="40680"/>
              <a:chOff x="7872120" y="834120"/>
              <a:chExt cx="74160" cy="40680"/>
            </a:xfrm>
          </p:grpSpPr>
          <p:sp>
            <p:nvSpPr>
              <p:cNvPr id="773" name="Freihandform: Form 30"/>
              <p:cNvSpPr/>
              <p:nvPr/>
            </p:nvSpPr>
            <p:spPr>
              <a:xfrm>
                <a:off x="7872120" y="834120"/>
                <a:ext cx="33480" cy="406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0680"/>
                  <a:gd name="textAreaBottom" fmla="*/ 41760 h 40680"/>
                </a:gdLst>
                <a:ahLst/>
                <a:cxnLst/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74" name="Freihandform: Form 31"/>
              <p:cNvSpPr/>
              <p:nvPr/>
            </p:nvSpPr>
            <p:spPr>
              <a:xfrm>
                <a:off x="7922160" y="834120"/>
                <a:ext cx="24120" cy="40680"/>
              </a:xfrm>
              <a:custGeom>
                <a:avLst/>
                <a:gdLst>
                  <a:gd name="textAreaLeft" fmla="*/ 0 w 24120"/>
                  <a:gd name="textAreaRight" fmla="*/ 25200 w 24120"/>
                  <a:gd name="textAreaTop" fmla="*/ 0 h 40680"/>
                  <a:gd name="textAreaBottom" fmla="*/ 41760 h 40680"/>
                </a:gdLst>
                <a:ahLst/>
                <a:cxnLst/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2240" tIns="-3240" rIns="1224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775" name="Freihandform: Form 32"/>
            <p:cNvSpPr/>
            <p:nvPr/>
          </p:nvSpPr>
          <p:spPr>
            <a:xfrm>
              <a:off x="795924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776" name="Grafik 9"/>
            <p:cNvGrpSpPr/>
            <p:nvPr/>
          </p:nvGrpSpPr>
          <p:grpSpPr>
            <a:xfrm>
              <a:off x="7979760" y="812160"/>
              <a:ext cx="78120" cy="64440"/>
              <a:chOff x="7979760" y="812160"/>
              <a:chExt cx="78120" cy="64440"/>
            </a:xfrm>
          </p:grpSpPr>
          <p:sp>
            <p:nvSpPr>
              <p:cNvPr id="777" name="Freihandform: Form 34"/>
              <p:cNvSpPr/>
              <p:nvPr/>
            </p:nvSpPr>
            <p:spPr>
              <a:xfrm>
                <a:off x="7979760" y="834120"/>
                <a:ext cx="33480" cy="424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2480"/>
                  <a:gd name="textAreaBottom" fmla="*/ 43560 h 42480"/>
                </a:gdLst>
                <a:ahLst/>
                <a:cxnLst/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1440" rIns="1692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78" name="Freihandform: Form 35"/>
              <p:cNvSpPr/>
              <p:nvPr/>
            </p:nvSpPr>
            <p:spPr>
              <a:xfrm>
                <a:off x="8024400" y="812160"/>
                <a:ext cx="33480" cy="622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62280"/>
                  <a:gd name="textAreaBottom" fmla="*/ 63360 h 62280"/>
                  <a:gd name="GluePoint1X" fmla="*/ 0 w 176"/>
                  <a:gd name="GluePoint1Y" fmla="*/ 0 h 96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18360" rIns="1692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779" name="Freihandform: Form 36"/>
            <p:cNvSpPr/>
            <p:nvPr/>
          </p:nvSpPr>
          <p:spPr>
            <a:xfrm>
              <a:off x="8106480" y="817920"/>
              <a:ext cx="42480" cy="56880"/>
            </a:xfrm>
            <a:custGeom>
              <a:avLst/>
              <a:gdLst>
                <a:gd name="textAreaLeft" fmla="*/ 0 w 42480"/>
                <a:gd name="textAreaRight" fmla="*/ 43560 w 42480"/>
                <a:gd name="textAreaTop" fmla="*/ 0 h 56880"/>
                <a:gd name="textAreaBottom" fmla="*/ 57960 h 56880"/>
                <a:gd name="GluePoint1X" fmla="*/ 0 w 161"/>
                <a:gd name="GluePoint1Y" fmla="*/ 0 h 121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80" name="Freihandform: Form 37"/>
            <p:cNvSpPr/>
            <p:nvPr/>
          </p:nvSpPr>
          <p:spPr>
            <a:xfrm>
              <a:off x="8164800" y="834120"/>
              <a:ext cx="35280" cy="42480"/>
            </a:xfrm>
            <a:custGeom>
              <a:avLst/>
              <a:gdLst>
                <a:gd name="textAreaLeft" fmla="*/ 0 w 35280"/>
                <a:gd name="textAreaRight" fmla="*/ 36360 w 35280"/>
                <a:gd name="textAreaTop" fmla="*/ 0 h 42480"/>
                <a:gd name="textAreaBottom" fmla="*/ 43560 h 42480"/>
              </a:gdLst>
              <a:ahLst/>
              <a:cxnLst/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81" name="Freihandform: Form 38"/>
            <p:cNvSpPr/>
            <p:nvPr/>
          </p:nvSpPr>
          <p:spPr>
            <a:xfrm>
              <a:off x="821340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782" name="Grafik 9"/>
            <p:cNvGrpSpPr/>
            <p:nvPr/>
          </p:nvGrpSpPr>
          <p:grpSpPr>
            <a:xfrm>
              <a:off x="7741440" y="834120"/>
              <a:ext cx="1049040" cy="180000"/>
              <a:chOff x="7741440" y="834120"/>
              <a:chExt cx="1049040" cy="180000"/>
            </a:xfrm>
          </p:grpSpPr>
          <p:sp>
            <p:nvSpPr>
              <p:cNvPr id="783" name="Freihandform: Form 40"/>
              <p:cNvSpPr/>
              <p:nvPr/>
            </p:nvSpPr>
            <p:spPr>
              <a:xfrm>
                <a:off x="8236440" y="834120"/>
                <a:ext cx="33480" cy="406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0680"/>
                  <a:gd name="textAreaBottom" fmla="*/ 41760 h 40680"/>
                </a:gdLst>
                <a:ahLst/>
                <a:cxnLst/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84" name="Freihandform: Form 41"/>
              <p:cNvSpPr/>
              <p:nvPr/>
            </p:nvSpPr>
            <p:spPr>
              <a:xfrm>
                <a:off x="8284680" y="834120"/>
                <a:ext cx="35280" cy="42480"/>
              </a:xfrm>
              <a:custGeom>
                <a:avLst/>
                <a:gdLst>
                  <a:gd name="textAreaLeft" fmla="*/ 0 w 35280"/>
                  <a:gd name="textAreaRight" fmla="*/ 36360 w 35280"/>
                  <a:gd name="textAreaTop" fmla="*/ 0 h 42480"/>
                  <a:gd name="textAreaBottom" fmla="*/ 43560 h 42480"/>
                </a:gdLst>
                <a:ahLst/>
                <a:cxnLst/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640" tIns="-1440" rIns="1764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85" name="Freihandform: Form 42"/>
              <p:cNvSpPr/>
              <p:nvPr/>
            </p:nvSpPr>
            <p:spPr>
              <a:xfrm>
                <a:off x="7741440" y="914040"/>
                <a:ext cx="883440" cy="62280"/>
              </a:xfrm>
              <a:custGeom>
                <a:avLst/>
                <a:gdLst>
                  <a:gd name="textAreaLeft" fmla="*/ 0 w 883440"/>
                  <a:gd name="textAreaRight" fmla="*/ 884520 w 883440"/>
                  <a:gd name="textAreaTop" fmla="*/ 0 h 62280"/>
                  <a:gd name="textAreaBottom" fmla="*/ 63360 h 62280"/>
                </a:gdLst>
                <a:ahLst/>
                <a:cxnLst/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86" name="Freihandform: Form 43"/>
              <p:cNvSpPr/>
              <p:nvPr/>
            </p:nvSpPr>
            <p:spPr>
              <a:xfrm>
                <a:off x="8677440" y="915480"/>
                <a:ext cx="113040" cy="98640"/>
              </a:xfrm>
              <a:custGeom>
                <a:avLst/>
                <a:gdLst>
                  <a:gd name="textAreaLeft" fmla="*/ 0 w 113040"/>
                  <a:gd name="textAreaRight" fmla="*/ 114120 w 113040"/>
                  <a:gd name="textAreaTop" fmla="*/ 0 h 98640"/>
                  <a:gd name="textAreaBottom" fmla="*/ 99720 h 98640"/>
                  <a:gd name="GluePoint1X" fmla="*/ 0 w 277"/>
                  <a:gd name="GluePoint1Y" fmla="*/ 0 h 317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520" tIns="45000" rIns="5652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787" name="Freihandform: Form 44"/>
          <p:cNvSpPr/>
          <p:nvPr/>
        </p:nvSpPr>
        <p:spPr>
          <a:xfrm>
            <a:off x="-5040" y="407880"/>
            <a:ext cx="336240" cy="293760"/>
          </a:xfrm>
          <a:custGeom>
            <a:avLst/>
            <a:gdLst>
              <a:gd name="textAreaLeft" fmla="*/ 0 w 336240"/>
              <a:gd name="textAreaRight" fmla="*/ 337320 w 336240"/>
              <a:gd name="textAreaTop" fmla="*/ 0 h 293760"/>
              <a:gd name="textAreaBottom" fmla="*/ 294840 h 293760"/>
              <a:gd name="GluePoint1X" fmla="*/ 0 w 819"/>
              <a:gd name="GluePoint1Y" fmla="*/ 0 h 937"/>
            </a:gdLst>
            <a:ahLst/>
            <a:cxnLst>
              <a:cxn ang="0">
                <a:pos x="GluePoint1X" y="GluePoint1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788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5600" cy="45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title style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789" name="PlaceHolder 2"/>
          <p:cNvSpPr>
            <a:spLocks noGrp="1"/>
          </p:cNvSpPr>
          <p:nvPr>
            <p:ph type="ftr" idx="29"/>
          </p:nvPr>
        </p:nvSpPr>
        <p:spPr>
          <a:xfrm>
            <a:off x="628560" y="4975560"/>
            <a:ext cx="7128720" cy="147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90" name="PlaceHolder 3"/>
          <p:cNvSpPr>
            <a:spLocks noGrp="1"/>
          </p:cNvSpPr>
          <p:nvPr>
            <p:ph type="sldNum" idx="30"/>
          </p:nvPr>
        </p:nvSpPr>
        <p:spPr>
          <a:xfrm>
            <a:off x="35640" y="4975560"/>
            <a:ext cx="336240" cy="147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68616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686160">
              <a:lnSpc>
                <a:spcPct val="100000"/>
              </a:lnSpc>
              <a:buNone/>
              <a:tabLst>
                <a:tab pos="0" algn="l"/>
              </a:tabLst>
            </a:pPr>
            <a:fld id="{2B76DF8E-DEC1-46B4-B983-D93297EFAEDB}" type="slidenum">
              <a: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91" name="PlaceHolder 4"/>
          <p:cNvSpPr>
            <a:spLocks noGrp="1"/>
          </p:cNvSpPr>
          <p:nvPr>
            <p:ph type="body"/>
          </p:nvPr>
        </p:nvSpPr>
        <p:spPr>
          <a:xfrm>
            <a:off x="521640" y="1422360"/>
            <a:ext cx="3940560" cy="34912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08200" lvl="2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074600" lvl="3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341360" lvl="4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792" name="PlaceHolder 5"/>
          <p:cNvSpPr>
            <a:spLocks noGrp="1"/>
          </p:cNvSpPr>
          <p:nvPr>
            <p:ph type="body"/>
          </p:nvPr>
        </p:nvSpPr>
        <p:spPr>
          <a:xfrm>
            <a:off x="4680000" y="1422360"/>
            <a:ext cx="3935880" cy="34912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08200" lvl="2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074600" lvl="3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341360" lvl="4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793" name="PlaceHolder 6"/>
          <p:cNvSpPr>
            <a:spLocks noGrp="1"/>
          </p:cNvSpPr>
          <p:nvPr>
            <p:ph type="body"/>
          </p:nvPr>
        </p:nvSpPr>
        <p:spPr>
          <a:xfrm>
            <a:off x="521640" y="1088280"/>
            <a:ext cx="3941640" cy="323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8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794" name="PlaceHolder 7"/>
          <p:cNvSpPr>
            <a:spLocks noGrp="1"/>
          </p:cNvSpPr>
          <p:nvPr>
            <p:ph type="body"/>
          </p:nvPr>
        </p:nvSpPr>
        <p:spPr>
          <a:xfrm>
            <a:off x="4680720" y="1088280"/>
            <a:ext cx="3941640" cy="323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8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iagramnm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95" name="Gruppieren 6"/>
          <p:cNvGrpSpPr/>
          <p:nvPr/>
        </p:nvGrpSpPr>
        <p:grpSpPr>
          <a:xfrm>
            <a:off x="-5040" y="4950720"/>
            <a:ext cx="9147960" cy="196920"/>
            <a:chOff x="-5040" y="4950720"/>
            <a:chExt cx="9147960" cy="196920"/>
          </a:xfrm>
        </p:grpSpPr>
        <p:sp>
          <p:nvSpPr>
            <p:cNvPr id="796" name="bk object 18"/>
            <p:cNvSpPr/>
            <p:nvPr/>
          </p:nvSpPr>
          <p:spPr>
            <a:xfrm>
              <a:off x="-5040" y="4950720"/>
              <a:ext cx="483840" cy="196920"/>
            </a:xfrm>
            <a:custGeom>
              <a:avLst/>
              <a:gdLst>
                <a:gd name="textAreaLeft" fmla="*/ 0 w 483840"/>
                <a:gd name="textAreaRight" fmla="*/ 484920 w 483840"/>
                <a:gd name="textAreaTop" fmla="*/ 0 h 196920"/>
                <a:gd name="textAreaBottom" fmla="*/ 198000 h 19692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97" name="bk object 18"/>
            <p:cNvSpPr/>
            <p:nvPr/>
          </p:nvSpPr>
          <p:spPr>
            <a:xfrm>
              <a:off x="522360" y="4950720"/>
              <a:ext cx="8620560" cy="196920"/>
            </a:xfrm>
            <a:custGeom>
              <a:avLst/>
              <a:gdLst>
                <a:gd name="textAreaLeft" fmla="*/ 0 w 8620560"/>
                <a:gd name="textAreaRight" fmla="*/ 8621640 w 8620560"/>
                <a:gd name="textAreaTop" fmla="*/ 0 h 196920"/>
                <a:gd name="textAreaBottom" fmla="*/ 198000 h 19692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98" name="Holder 3"/>
            <p:cNvSpPr/>
            <p:nvPr/>
          </p:nvSpPr>
          <p:spPr>
            <a:xfrm>
              <a:off x="8194680" y="4966200"/>
              <a:ext cx="448560" cy="1666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799" name="Gerader Verbinder 11"/>
          <p:cNvCxnSpPr/>
          <p:nvPr/>
        </p:nvCxnSpPr>
        <p:spPr>
          <a:xfrm>
            <a:off x="521280" y="974520"/>
            <a:ext cx="6833160" cy="108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800" name="Grafik 9"/>
          <p:cNvGrpSpPr/>
          <p:nvPr/>
        </p:nvGrpSpPr>
        <p:grpSpPr>
          <a:xfrm>
            <a:off x="7741440" y="394200"/>
            <a:ext cx="1049040" cy="619920"/>
            <a:chOff x="7741440" y="394200"/>
            <a:chExt cx="1049040" cy="619920"/>
          </a:xfrm>
        </p:grpSpPr>
        <p:grpSp>
          <p:nvGrpSpPr>
            <p:cNvPr id="801" name="Grafik 9"/>
            <p:cNvGrpSpPr/>
            <p:nvPr/>
          </p:nvGrpSpPr>
          <p:grpSpPr>
            <a:xfrm>
              <a:off x="7741440" y="394200"/>
              <a:ext cx="883800" cy="431280"/>
              <a:chOff x="7741440" y="394200"/>
              <a:chExt cx="883800" cy="431280"/>
            </a:xfrm>
          </p:grpSpPr>
          <p:sp>
            <p:nvSpPr>
              <p:cNvPr id="802" name="Freihandform: Form 20"/>
              <p:cNvSpPr/>
              <p:nvPr/>
            </p:nvSpPr>
            <p:spPr>
              <a:xfrm>
                <a:off x="8358120" y="480600"/>
                <a:ext cx="267120" cy="26748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267480"/>
                  <a:gd name="textAreaBottom" fmla="*/ 268560 h 267480"/>
                  <a:gd name="GluePoint1X" fmla="*/ 0 w 746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03" name="Freihandform: Form 21"/>
              <p:cNvSpPr/>
              <p:nvPr/>
            </p:nvSpPr>
            <p:spPr>
              <a:xfrm>
                <a:off x="7741440" y="394200"/>
                <a:ext cx="267120" cy="34740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347400"/>
                  <a:gd name="textAreaBottom" fmla="*/ 348480 h 347400"/>
                  <a:gd name="GluePoint1X" fmla="*/ 0 w 968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04" name="Freihandform: Form 22"/>
              <p:cNvSpPr/>
              <p:nvPr/>
            </p:nvSpPr>
            <p:spPr>
              <a:xfrm>
                <a:off x="8050680" y="394200"/>
                <a:ext cx="267120" cy="34740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347400"/>
                  <a:gd name="textAreaBottom" fmla="*/ 348480 h 347400"/>
                  <a:gd name="GluePoint1X" fmla="*/ 0 w 968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05" name="Freihandform: Form 23"/>
              <p:cNvSpPr/>
              <p:nvPr/>
            </p:nvSpPr>
            <p:spPr>
              <a:xfrm>
                <a:off x="784800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06" name="Freihandform: Form 24"/>
              <p:cNvSpPr/>
              <p:nvPr/>
            </p:nvSpPr>
            <p:spPr>
              <a:xfrm>
                <a:off x="795816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07" name="Freihandform: Form 25"/>
              <p:cNvSpPr/>
              <p:nvPr/>
            </p:nvSpPr>
            <p:spPr>
              <a:xfrm>
                <a:off x="821232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808" name="Freihandform: Form 26"/>
            <p:cNvSpPr/>
            <p:nvPr/>
          </p:nvSpPr>
          <p:spPr>
            <a:xfrm>
              <a:off x="7741440" y="817920"/>
              <a:ext cx="42480" cy="56880"/>
            </a:xfrm>
            <a:custGeom>
              <a:avLst/>
              <a:gdLst>
                <a:gd name="textAreaLeft" fmla="*/ 0 w 42480"/>
                <a:gd name="textAreaRight" fmla="*/ 43560 w 42480"/>
                <a:gd name="textAreaTop" fmla="*/ 0 h 56880"/>
                <a:gd name="textAreaBottom" fmla="*/ 57960 h 56880"/>
                <a:gd name="GluePoint1X" fmla="*/ 0 w 161"/>
                <a:gd name="GluePoint1Y" fmla="*/ 0 h 121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09" name="Freihandform: Form 27"/>
            <p:cNvSpPr/>
            <p:nvPr/>
          </p:nvSpPr>
          <p:spPr>
            <a:xfrm>
              <a:off x="7799760" y="834120"/>
              <a:ext cx="35280" cy="42480"/>
            </a:xfrm>
            <a:custGeom>
              <a:avLst/>
              <a:gdLst>
                <a:gd name="textAreaLeft" fmla="*/ 0 w 35280"/>
                <a:gd name="textAreaRight" fmla="*/ 36360 w 35280"/>
                <a:gd name="textAreaTop" fmla="*/ 0 h 42480"/>
                <a:gd name="textAreaBottom" fmla="*/ 43560 h 42480"/>
              </a:gdLst>
              <a:ahLst/>
              <a:cxnLst/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10" name="Freihandform: Form 28"/>
            <p:cNvSpPr/>
            <p:nvPr/>
          </p:nvSpPr>
          <p:spPr>
            <a:xfrm>
              <a:off x="784908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811" name="Grafik 9"/>
            <p:cNvGrpSpPr/>
            <p:nvPr/>
          </p:nvGrpSpPr>
          <p:grpSpPr>
            <a:xfrm>
              <a:off x="7872120" y="834120"/>
              <a:ext cx="74160" cy="40680"/>
              <a:chOff x="7872120" y="834120"/>
              <a:chExt cx="74160" cy="40680"/>
            </a:xfrm>
          </p:grpSpPr>
          <p:sp>
            <p:nvSpPr>
              <p:cNvPr id="812" name="Freihandform: Form 30"/>
              <p:cNvSpPr/>
              <p:nvPr/>
            </p:nvSpPr>
            <p:spPr>
              <a:xfrm>
                <a:off x="7872120" y="834120"/>
                <a:ext cx="33480" cy="406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0680"/>
                  <a:gd name="textAreaBottom" fmla="*/ 41760 h 40680"/>
                </a:gdLst>
                <a:ahLst/>
                <a:cxnLst/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13" name="Freihandform: Form 31"/>
              <p:cNvSpPr/>
              <p:nvPr/>
            </p:nvSpPr>
            <p:spPr>
              <a:xfrm>
                <a:off x="7922160" y="834120"/>
                <a:ext cx="24120" cy="40680"/>
              </a:xfrm>
              <a:custGeom>
                <a:avLst/>
                <a:gdLst>
                  <a:gd name="textAreaLeft" fmla="*/ 0 w 24120"/>
                  <a:gd name="textAreaRight" fmla="*/ 25200 w 24120"/>
                  <a:gd name="textAreaTop" fmla="*/ 0 h 40680"/>
                  <a:gd name="textAreaBottom" fmla="*/ 41760 h 40680"/>
                </a:gdLst>
                <a:ahLst/>
                <a:cxnLst/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2240" tIns="-3240" rIns="1224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814" name="Freihandform: Form 32"/>
            <p:cNvSpPr/>
            <p:nvPr/>
          </p:nvSpPr>
          <p:spPr>
            <a:xfrm>
              <a:off x="795924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815" name="Grafik 9"/>
            <p:cNvGrpSpPr/>
            <p:nvPr/>
          </p:nvGrpSpPr>
          <p:grpSpPr>
            <a:xfrm>
              <a:off x="7979760" y="812160"/>
              <a:ext cx="78120" cy="64440"/>
              <a:chOff x="7979760" y="812160"/>
              <a:chExt cx="78120" cy="64440"/>
            </a:xfrm>
          </p:grpSpPr>
          <p:sp>
            <p:nvSpPr>
              <p:cNvPr id="816" name="Freihandform: Form 34"/>
              <p:cNvSpPr/>
              <p:nvPr/>
            </p:nvSpPr>
            <p:spPr>
              <a:xfrm>
                <a:off x="7979760" y="834120"/>
                <a:ext cx="33480" cy="424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2480"/>
                  <a:gd name="textAreaBottom" fmla="*/ 43560 h 42480"/>
                </a:gdLst>
                <a:ahLst/>
                <a:cxnLst/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1440" rIns="1692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17" name="Freihandform: Form 35"/>
              <p:cNvSpPr/>
              <p:nvPr/>
            </p:nvSpPr>
            <p:spPr>
              <a:xfrm>
                <a:off x="8024400" y="812160"/>
                <a:ext cx="33480" cy="622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62280"/>
                  <a:gd name="textAreaBottom" fmla="*/ 63360 h 62280"/>
                  <a:gd name="GluePoint1X" fmla="*/ 0 w 176"/>
                  <a:gd name="GluePoint1Y" fmla="*/ 0 h 96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18360" rIns="1692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818" name="Freihandform: Form 36"/>
            <p:cNvSpPr/>
            <p:nvPr/>
          </p:nvSpPr>
          <p:spPr>
            <a:xfrm>
              <a:off x="8106480" y="817920"/>
              <a:ext cx="42480" cy="56880"/>
            </a:xfrm>
            <a:custGeom>
              <a:avLst/>
              <a:gdLst>
                <a:gd name="textAreaLeft" fmla="*/ 0 w 42480"/>
                <a:gd name="textAreaRight" fmla="*/ 43560 w 42480"/>
                <a:gd name="textAreaTop" fmla="*/ 0 h 56880"/>
                <a:gd name="textAreaBottom" fmla="*/ 57960 h 56880"/>
                <a:gd name="GluePoint1X" fmla="*/ 0 w 161"/>
                <a:gd name="GluePoint1Y" fmla="*/ 0 h 121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19" name="Freihandform: Form 37"/>
            <p:cNvSpPr/>
            <p:nvPr/>
          </p:nvSpPr>
          <p:spPr>
            <a:xfrm>
              <a:off x="8164800" y="834120"/>
              <a:ext cx="35280" cy="42480"/>
            </a:xfrm>
            <a:custGeom>
              <a:avLst/>
              <a:gdLst>
                <a:gd name="textAreaLeft" fmla="*/ 0 w 35280"/>
                <a:gd name="textAreaRight" fmla="*/ 36360 w 35280"/>
                <a:gd name="textAreaTop" fmla="*/ 0 h 42480"/>
                <a:gd name="textAreaBottom" fmla="*/ 43560 h 42480"/>
              </a:gdLst>
              <a:ahLst/>
              <a:cxnLst/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20" name="Freihandform: Form 38"/>
            <p:cNvSpPr/>
            <p:nvPr/>
          </p:nvSpPr>
          <p:spPr>
            <a:xfrm>
              <a:off x="821340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821" name="Grafik 9"/>
            <p:cNvGrpSpPr/>
            <p:nvPr/>
          </p:nvGrpSpPr>
          <p:grpSpPr>
            <a:xfrm>
              <a:off x="7741440" y="834120"/>
              <a:ext cx="1049040" cy="180000"/>
              <a:chOff x="7741440" y="834120"/>
              <a:chExt cx="1049040" cy="180000"/>
            </a:xfrm>
          </p:grpSpPr>
          <p:sp>
            <p:nvSpPr>
              <p:cNvPr id="822" name="Freihandform: Form 40"/>
              <p:cNvSpPr/>
              <p:nvPr/>
            </p:nvSpPr>
            <p:spPr>
              <a:xfrm>
                <a:off x="8236440" y="834120"/>
                <a:ext cx="33480" cy="406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0680"/>
                  <a:gd name="textAreaBottom" fmla="*/ 41760 h 40680"/>
                </a:gdLst>
                <a:ahLst/>
                <a:cxnLst/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23" name="Freihandform: Form 41"/>
              <p:cNvSpPr/>
              <p:nvPr/>
            </p:nvSpPr>
            <p:spPr>
              <a:xfrm>
                <a:off x="8284680" y="834120"/>
                <a:ext cx="35280" cy="42480"/>
              </a:xfrm>
              <a:custGeom>
                <a:avLst/>
                <a:gdLst>
                  <a:gd name="textAreaLeft" fmla="*/ 0 w 35280"/>
                  <a:gd name="textAreaRight" fmla="*/ 36360 w 35280"/>
                  <a:gd name="textAreaTop" fmla="*/ 0 h 42480"/>
                  <a:gd name="textAreaBottom" fmla="*/ 43560 h 42480"/>
                </a:gdLst>
                <a:ahLst/>
                <a:cxnLst/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640" tIns="-1440" rIns="1764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24" name="Freihandform: Form 42"/>
              <p:cNvSpPr/>
              <p:nvPr/>
            </p:nvSpPr>
            <p:spPr>
              <a:xfrm>
                <a:off x="7741440" y="914040"/>
                <a:ext cx="883440" cy="62280"/>
              </a:xfrm>
              <a:custGeom>
                <a:avLst/>
                <a:gdLst>
                  <a:gd name="textAreaLeft" fmla="*/ 0 w 883440"/>
                  <a:gd name="textAreaRight" fmla="*/ 884520 w 883440"/>
                  <a:gd name="textAreaTop" fmla="*/ 0 h 62280"/>
                  <a:gd name="textAreaBottom" fmla="*/ 63360 h 62280"/>
                </a:gdLst>
                <a:ahLst/>
                <a:cxnLst/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25" name="Freihandform: Form 43"/>
              <p:cNvSpPr/>
              <p:nvPr/>
            </p:nvSpPr>
            <p:spPr>
              <a:xfrm>
                <a:off x="8677440" y="915480"/>
                <a:ext cx="113040" cy="98640"/>
              </a:xfrm>
              <a:custGeom>
                <a:avLst/>
                <a:gdLst>
                  <a:gd name="textAreaLeft" fmla="*/ 0 w 113040"/>
                  <a:gd name="textAreaRight" fmla="*/ 114120 w 113040"/>
                  <a:gd name="textAreaTop" fmla="*/ 0 h 98640"/>
                  <a:gd name="textAreaBottom" fmla="*/ 99720 h 98640"/>
                  <a:gd name="GluePoint1X" fmla="*/ 0 w 277"/>
                  <a:gd name="GluePoint1Y" fmla="*/ 0 h 317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520" tIns="45000" rIns="5652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826" name="Freihandform: Form 44"/>
          <p:cNvSpPr/>
          <p:nvPr/>
        </p:nvSpPr>
        <p:spPr>
          <a:xfrm>
            <a:off x="-5040" y="407880"/>
            <a:ext cx="336240" cy="293760"/>
          </a:xfrm>
          <a:custGeom>
            <a:avLst/>
            <a:gdLst>
              <a:gd name="textAreaLeft" fmla="*/ 0 w 336240"/>
              <a:gd name="textAreaRight" fmla="*/ 337320 w 336240"/>
              <a:gd name="textAreaTop" fmla="*/ 0 h 293760"/>
              <a:gd name="textAreaBottom" fmla="*/ 294840 h 293760"/>
              <a:gd name="GluePoint1X" fmla="*/ 0 w 819"/>
              <a:gd name="GluePoint1Y" fmla="*/ 0 h 937"/>
            </a:gdLst>
            <a:ahLst/>
            <a:cxnLst>
              <a:cxn ang="0">
                <a:pos x="GluePoint1X" y="GluePoint1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827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5600" cy="45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title style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828" name="PlaceHolder 2"/>
          <p:cNvSpPr>
            <a:spLocks noGrp="1"/>
          </p:cNvSpPr>
          <p:nvPr>
            <p:ph type="sldNum" idx="31"/>
          </p:nvPr>
        </p:nvSpPr>
        <p:spPr>
          <a:xfrm>
            <a:off x="35640" y="4975560"/>
            <a:ext cx="336240" cy="147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68616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686160">
              <a:lnSpc>
                <a:spcPct val="100000"/>
              </a:lnSpc>
              <a:buNone/>
              <a:tabLst>
                <a:tab pos="0" algn="l"/>
              </a:tabLst>
            </a:pPr>
            <a:fld id="{D2DEDCE7-7821-4C69-86EE-D5994235E4CC}" type="slidenum">
              <a: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9" name="PlaceHolder 3"/>
          <p:cNvSpPr>
            <a:spLocks noGrp="1"/>
          </p:cNvSpPr>
          <p:nvPr>
            <p:ph type="ftr" idx="32"/>
          </p:nvPr>
        </p:nvSpPr>
        <p:spPr>
          <a:xfrm>
            <a:off x="628560" y="4975560"/>
            <a:ext cx="7128720" cy="147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0" name="PlaceHolder 4"/>
          <p:cNvSpPr>
            <a:spLocks noGrp="1"/>
          </p:cNvSpPr>
          <p:nvPr>
            <p:ph type="body"/>
          </p:nvPr>
        </p:nvSpPr>
        <p:spPr>
          <a:xfrm>
            <a:off x="522360" y="1422360"/>
            <a:ext cx="8099280" cy="349128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txBody>
          <a:bodyPr lIns="0" tIns="540000" rIns="0" bIns="0" anchor="t">
            <a:noAutofit/>
          </a:bodyPr>
          <a:lstStyle>
            <a:lvl1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</a:lstStyle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Inhaltsplatzhalter</a:t>
            </a: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831" name="PlaceHolder 5"/>
          <p:cNvSpPr>
            <a:spLocks noGrp="1"/>
          </p:cNvSpPr>
          <p:nvPr>
            <p:ph type="body"/>
          </p:nvPr>
        </p:nvSpPr>
        <p:spPr>
          <a:xfrm>
            <a:off x="521640" y="1088280"/>
            <a:ext cx="8100000" cy="323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8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abellen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32" name="Gruppieren 6"/>
          <p:cNvGrpSpPr/>
          <p:nvPr/>
        </p:nvGrpSpPr>
        <p:grpSpPr>
          <a:xfrm>
            <a:off x="-5040" y="4950720"/>
            <a:ext cx="9147960" cy="196920"/>
            <a:chOff x="-5040" y="4950720"/>
            <a:chExt cx="9147960" cy="196920"/>
          </a:xfrm>
        </p:grpSpPr>
        <p:sp>
          <p:nvSpPr>
            <p:cNvPr id="833" name="bk object 18"/>
            <p:cNvSpPr/>
            <p:nvPr/>
          </p:nvSpPr>
          <p:spPr>
            <a:xfrm>
              <a:off x="-5040" y="4950720"/>
              <a:ext cx="483840" cy="196920"/>
            </a:xfrm>
            <a:custGeom>
              <a:avLst/>
              <a:gdLst>
                <a:gd name="textAreaLeft" fmla="*/ 0 w 483840"/>
                <a:gd name="textAreaRight" fmla="*/ 484920 w 483840"/>
                <a:gd name="textAreaTop" fmla="*/ 0 h 196920"/>
                <a:gd name="textAreaBottom" fmla="*/ 198000 h 19692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34" name="bk object 18"/>
            <p:cNvSpPr/>
            <p:nvPr/>
          </p:nvSpPr>
          <p:spPr>
            <a:xfrm>
              <a:off x="522360" y="4950720"/>
              <a:ext cx="8620560" cy="196920"/>
            </a:xfrm>
            <a:custGeom>
              <a:avLst/>
              <a:gdLst>
                <a:gd name="textAreaLeft" fmla="*/ 0 w 8620560"/>
                <a:gd name="textAreaRight" fmla="*/ 8621640 w 8620560"/>
                <a:gd name="textAreaTop" fmla="*/ 0 h 196920"/>
                <a:gd name="textAreaBottom" fmla="*/ 198000 h 19692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35" name="Holder 3"/>
            <p:cNvSpPr/>
            <p:nvPr/>
          </p:nvSpPr>
          <p:spPr>
            <a:xfrm>
              <a:off x="8194680" y="4966200"/>
              <a:ext cx="448560" cy="1666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836" name="Gerader Verbinder 11"/>
          <p:cNvCxnSpPr/>
          <p:nvPr/>
        </p:nvCxnSpPr>
        <p:spPr>
          <a:xfrm>
            <a:off x="521280" y="974520"/>
            <a:ext cx="6833160" cy="108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837" name="Grafik 9"/>
          <p:cNvGrpSpPr/>
          <p:nvPr/>
        </p:nvGrpSpPr>
        <p:grpSpPr>
          <a:xfrm>
            <a:off x="7741440" y="394200"/>
            <a:ext cx="1049040" cy="619920"/>
            <a:chOff x="7741440" y="394200"/>
            <a:chExt cx="1049040" cy="619920"/>
          </a:xfrm>
        </p:grpSpPr>
        <p:grpSp>
          <p:nvGrpSpPr>
            <p:cNvPr id="838" name="Grafik 9"/>
            <p:cNvGrpSpPr/>
            <p:nvPr/>
          </p:nvGrpSpPr>
          <p:grpSpPr>
            <a:xfrm>
              <a:off x="7741440" y="394200"/>
              <a:ext cx="883800" cy="431280"/>
              <a:chOff x="7741440" y="394200"/>
              <a:chExt cx="883800" cy="431280"/>
            </a:xfrm>
          </p:grpSpPr>
          <p:sp>
            <p:nvSpPr>
              <p:cNvPr id="839" name="Freihandform: Form 20"/>
              <p:cNvSpPr/>
              <p:nvPr/>
            </p:nvSpPr>
            <p:spPr>
              <a:xfrm>
                <a:off x="8358120" y="480600"/>
                <a:ext cx="267120" cy="26748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267480"/>
                  <a:gd name="textAreaBottom" fmla="*/ 268560 h 267480"/>
                  <a:gd name="GluePoint1X" fmla="*/ 0 w 746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40" name="Freihandform: Form 21"/>
              <p:cNvSpPr/>
              <p:nvPr/>
            </p:nvSpPr>
            <p:spPr>
              <a:xfrm>
                <a:off x="7741440" y="394200"/>
                <a:ext cx="267120" cy="34740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347400"/>
                  <a:gd name="textAreaBottom" fmla="*/ 348480 h 347400"/>
                  <a:gd name="GluePoint1X" fmla="*/ 0 w 968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41" name="Freihandform: Form 22"/>
              <p:cNvSpPr/>
              <p:nvPr/>
            </p:nvSpPr>
            <p:spPr>
              <a:xfrm>
                <a:off x="8050680" y="394200"/>
                <a:ext cx="267120" cy="34740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347400"/>
                  <a:gd name="textAreaBottom" fmla="*/ 348480 h 347400"/>
                  <a:gd name="GluePoint1X" fmla="*/ 0 w 968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42" name="Freihandform: Form 23"/>
              <p:cNvSpPr/>
              <p:nvPr/>
            </p:nvSpPr>
            <p:spPr>
              <a:xfrm>
                <a:off x="784800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43" name="Freihandform: Form 24"/>
              <p:cNvSpPr/>
              <p:nvPr/>
            </p:nvSpPr>
            <p:spPr>
              <a:xfrm>
                <a:off x="795816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44" name="Freihandform: Form 25"/>
              <p:cNvSpPr/>
              <p:nvPr/>
            </p:nvSpPr>
            <p:spPr>
              <a:xfrm>
                <a:off x="821232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845" name="Freihandform: Form 26"/>
            <p:cNvSpPr/>
            <p:nvPr/>
          </p:nvSpPr>
          <p:spPr>
            <a:xfrm>
              <a:off x="7741440" y="817920"/>
              <a:ext cx="42480" cy="56880"/>
            </a:xfrm>
            <a:custGeom>
              <a:avLst/>
              <a:gdLst>
                <a:gd name="textAreaLeft" fmla="*/ 0 w 42480"/>
                <a:gd name="textAreaRight" fmla="*/ 43560 w 42480"/>
                <a:gd name="textAreaTop" fmla="*/ 0 h 56880"/>
                <a:gd name="textAreaBottom" fmla="*/ 57960 h 56880"/>
                <a:gd name="GluePoint1X" fmla="*/ 0 w 161"/>
                <a:gd name="GluePoint1Y" fmla="*/ 0 h 121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46" name="Freihandform: Form 27"/>
            <p:cNvSpPr/>
            <p:nvPr/>
          </p:nvSpPr>
          <p:spPr>
            <a:xfrm>
              <a:off x="7799760" y="834120"/>
              <a:ext cx="35280" cy="42480"/>
            </a:xfrm>
            <a:custGeom>
              <a:avLst/>
              <a:gdLst>
                <a:gd name="textAreaLeft" fmla="*/ 0 w 35280"/>
                <a:gd name="textAreaRight" fmla="*/ 36360 w 35280"/>
                <a:gd name="textAreaTop" fmla="*/ 0 h 42480"/>
                <a:gd name="textAreaBottom" fmla="*/ 43560 h 42480"/>
              </a:gdLst>
              <a:ahLst/>
              <a:cxnLst/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47" name="Freihandform: Form 28"/>
            <p:cNvSpPr/>
            <p:nvPr/>
          </p:nvSpPr>
          <p:spPr>
            <a:xfrm>
              <a:off x="784908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848" name="Grafik 9"/>
            <p:cNvGrpSpPr/>
            <p:nvPr/>
          </p:nvGrpSpPr>
          <p:grpSpPr>
            <a:xfrm>
              <a:off x="7872120" y="834120"/>
              <a:ext cx="74160" cy="40680"/>
              <a:chOff x="7872120" y="834120"/>
              <a:chExt cx="74160" cy="40680"/>
            </a:xfrm>
          </p:grpSpPr>
          <p:sp>
            <p:nvSpPr>
              <p:cNvPr id="849" name="Freihandform: Form 30"/>
              <p:cNvSpPr/>
              <p:nvPr/>
            </p:nvSpPr>
            <p:spPr>
              <a:xfrm>
                <a:off x="7872120" y="834120"/>
                <a:ext cx="33480" cy="406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0680"/>
                  <a:gd name="textAreaBottom" fmla="*/ 41760 h 40680"/>
                </a:gdLst>
                <a:ahLst/>
                <a:cxnLst/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50" name="Freihandform: Form 31"/>
              <p:cNvSpPr/>
              <p:nvPr/>
            </p:nvSpPr>
            <p:spPr>
              <a:xfrm>
                <a:off x="7922160" y="834120"/>
                <a:ext cx="24120" cy="40680"/>
              </a:xfrm>
              <a:custGeom>
                <a:avLst/>
                <a:gdLst>
                  <a:gd name="textAreaLeft" fmla="*/ 0 w 24120"/>
                  <a:gd name="textAreaRight" fmla="*/ 25200 w 24120"/>
                  <a:gd name="textAreaTop" fmla="*/ 0 h 40680"/>
                  <a:gd name="textAreaBottom" fmla="*/ 41760 h 40680"/>
                </a:gdLst>
                <a:ahLst/>
                <a:cxnLst/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2240" tIns="-3240" rIns="1224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851" name="Freihandform: Form 32"/>
            <p:cNvSpPr/>
            <p:nvPr/>
          </p:nvSpPr>
          <p:spPr>
            <a:xfrm>
              <a:off x="795924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852" name="Grafik 9"/>
            <p:cNvGrpSpPr/>
            <p:nvPr/>
          </p:nvGrpSpPr>
          <p:grpSpPr>
            <a:xfrm>
              <a:off x="7979760" y="812160"/>
              <a:ext cx="78120" cy="64440"/>
              <a:chOff x="7979760" y="812160"/>
              <a:chExt cx="78120" cy="64440"/>
            </a:xfrm>
          </p:grpSpPr>
          <p:sp>
            <p:nvSpPr>
              <p:cNvPr id="853" name="Freihandform: Form 34"/>
              <p:cNvSpPr/>
              <p:nvPr/>
            </p:nvSpPr>
            <p:spPr>
              <a:xfrm>
                <a:off x="7979760" y="834120"/>
                <a:ext cx="33480" cy="424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2480"/>
                  <a:gd name="textAreaBottom" fmla="*/ 43560 h 42480"/>
                </a:gdLst>
                <a:ahLst/>
                <a:cxnLst/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1440" rIns="1692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54" name="Freihandform: Form 35"/>
              <p:cNvSpPr/>
              <p:nvPr/>
            </p:nvSpPr>
            <p:spPr>
              <a:xfrm>
                <a:off x="8024400" y="812160"/>
                <a:ext cx="33480" cy="622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62280"/>
                  <a:gd name="textAreaBottom" fmla="*/ 63360 h 62280"/>
                  <a:gd name="GluePoint1X" fmla="*/ 0 w 176"/>
                  <a:gd name="GluePoint1Y" fmla="*/ 0 h 96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18360" rIns="1692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855" name="Freihandform: Form 36"/>
            <p:cNvSpPr/>
            <p:nvPr/>
          </p:nvSpPr>
          <p:spPr>
            <a:xfrm>
              <a:off x="8106480" y="817920"/>
              <a:ext cx="42480" cy="56880"/>
            </a:xfrm>
            <a:custGeom>
              <a:avLst/>
              <a:gdLst>
                <a:gd name="textAreaLeft" fmla="*/ 0 w 42480"/>
                <a:gd name="textAreaRight" fmla="*/ 43560 w 42480"/>
                <a:gd name="textAreaTop" fmla="*/ 0 h 56880"/>
                <a:gd name="textAreaBottom" fmla="*/ 57960 h 56880"/>
                <a:gd name="GluePoint1X" fmla="*/ 0 w 161"/>
                <a:gd name="GluePoint1Y" fmla="*/ 0 h 121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56" name="Freihandform: Form 37"/>
            <p:cNvSpPr/>
            <p:nvPr/>
          </p:nvSpPr>
          <p:spPr>
            <a:xfrm>
              <a:off x="8164800" y="834120"/>
              <a:ext cx="35280" cy="42480"/>
            </a:xfrm>
            <a:custGeom>
              <a:avLst/>
              <a:gdLst>
                <a:gd name="textAreaLeft" fmla="*/ 0 w 35280"/>
                <a:gd name="textAreaRight" fmla="*/ 36360 w 35280"/>
                <a:gd name="textAreaTop" fmla="*/ 0 h 42480"/>
                <a:gd name="textAreaBottom" fmla="*/ 43560 h 42480"/>
              </a:gdLst>
              <a:ahLst/>
              <a:cxnLst/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57" name="Freihandform: Form 38"/>
            <p:cNvSpPr/>
            <p:nvPr/>
          </p:nvSpPr>
          <p:spPr>
            <a:xfrm>
              <a:off x="821340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858" name="Grafik 9"/>
            <p:cNvGrpSpPr/>
            <p:nvPr/>
          </p:nvGrpSpPr>
          <p:grpSpPr>
            <a:xfrm>
              <a:off x="7741440" y="834120"/>
              <a:ext cx="1049040" cy="180000"/>
              <a:chOff x="7741440" y="834120"/>
              <a:chExt cx="1049040" cy="180000"/>
            </a:xfrm>
          </p:grpSpPr>
          <p:sp>
            <p:nvSpPr>
              <p:cNvPr id="859" name="Freihandform: Form 40"/>
              <p:cNvSpPr/>
              <p:nvPr/>
            </p:nvSpPr>
            <p:spPr>
              <a:xfrm>
                <a:off x="8236440" y="834120"/>
                <a:ext cx="33480" cy="406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0680"/>
                  <a:gd name="textAreaBottom" fmla="*/ 41760 h 40680"/>
                </a:gdLst>
                <a:ahLst/>
                <a:cxnLst/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60" name="Freihandform: Form 41"/>
              <p:cNvSpPr/>
              <p:nvPr/>
            </p:nvSpPr>
            <p:spPr>
              <a:xfrm>
                <a:off x="8284680" y="834120"/>
                <a:ext cx="35280" cy="42480"/>
              </a:xfrm>
              <a:custGeom>
                <a:avLst/>
                <a:gdLst>
                  <a:gd name="textAreaLeft" fmla="*/ 0 w 35280"/>
                  <a:gd name="textAreaRight" fmla="*/ 36360 w 35280"/>
                  <a:gd name="textAreaTop" fmla="*/ 0 h 42480"/>
                  <a:gd name="textAreaBottom" fmla="*/ 43560 h 42480"/>
                </a:gdLst>
                <a:ahLst/>
                <a:cxnLst/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640" tIns="-1440" rIns="1764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61" name="Freihandform: Form 42"/>
              <p:cNvSpPr/>
              <p:nvPr/>
            </p:nvSpPr>
            <p:spPr>
              <a:xfrm>
                <a:off x="7741440" y="914040"/>
                <a:ext cx="883440" cy="62280"/>
              </a:xfrm>
              <a:custGeom>
                <a:avLst/>
                <a:gdLst>
                  <a:gd name="textAreaLeft" fmla="*/ 0 w 883440"/>
                  <a:gd name="textAreaRight" fmla="*/ 884520 w 883440"/>
                  <a:gd name="textAreaTop" fmla="*/ 0 h 62280"/>
                  <a:gd name="textAreaBottom" fmla="*/ 63360 h 62280"/>
                </a:gdLst>
                <a:ahLst/>
                <a:cxnLst/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62" name="Freihandform: Form 43"/>
              <p:cNvSpPr/>
              <p:nvPr/>
            </p:nvSpPr>
            <p:spPr>
              <a:xfrm>
                <a:off x="8677440" y="915480"/>
                <a:ext cx="113040" cy="98640"/>
              </a:xfrm>
              <a:custGeom>
                <a:avLst/>
                <a:gdLst>
                  <a:gd name="textAreaLeft" fmla="*/ 0 w 113040"/>
                  <a:gd name="textAreaRight" fmla="*/ 114120 w 113040"/>
                  <a:gd name="textAreaTop" fmla="*/ 0 h 98640"/>
                  <a:gd name="textAreaBottom" fmla="*/ 99720 h 98640"/>
                  <a:gd name="GluePoint1X" fmla="*/ 0 w 277"/>
                  <a:gd name="GluePoint1Y" fmla="*/ 0 h 317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520" tIns="45000" rIns="5652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863" name="Freihandform: Form 44"/>
          <p:cNvSpPr/>
          <p:nvPr/>
        </p:nvSpPr>
        <p:spPr>
          <a:xfrm>
            <a:off x="-5040" y="407880"/>
            <a:ext cx="336240" cy="293760"/>
          </a:xfrm>
          <a:custGeom>
            <a:avLst/>
            <a:gdLst>
              <a:gd name="textAreaLeft" fmla="*/ 0 w 336240"/>
              <a:gd name="textAreaRight" fmla="*/ 337320 w 336240"/>
              <a:gd name="textAreaTop" fmla="*/ 0 h 293760"/>
              <a:gd name="textAreaBottom" fmla="*/ 294840 h 293760"/>
              <a:gd name="GluePoint1X" fmla="*/ 0 w 819"/>
              <a:gd name="GluePoint1Y" fmla="*/ 0 h 937"/>
            </a:gdLst>
            <a:ahLst/>
            <a:cxnLst>
              <a:cxn ang="0">
                <a:pos x="GluePoint1X" y="GluePoint1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864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5600" cy="45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title style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865" name="PlaceHolder 2"/>
          <p:cNvSpPr>
            <a:spLocks noGrp="1"/>
          </p:cNvSpPr>
          <p:nvPr>
            <p:ph type="sldNum" idx="33"/>
          </p:nvPr>
        </p:nvSpPr>
        <p:spPr>
          <a:xfrm>
            <a:off x="35640" y="4975560"/>
            <a:ext cx="336240" cy="147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68616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686160">
              <a:lnSpc>
                <a:spcPct val="100000"/>
              </a:lnSpc>
              <a:buNone/>
              <a:tabLst>
                <a:tab pos="0" algn="l"/>
              </a:tabLst>
            </a:pPr>
            <a:fld id="{533DD6A0-C6F2-49AA-8ABC-7B21A4946F71}" type="slidenum">
              <a: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6" name="PlaceHolder 3"/>
          <p:cNvSpPr>
            <a:spLocks noGrp="1"/>
          </p:cNvSpPr>
          <p:nvPr>
            <p:ph type="ftr" idx="34"/>
          </p:nvPr>
        </p:nvSpPr>
        <p:spPr>
          <a:xfrm>
            <a:off x="628560" y="4975560"/>
            <a:ext cx="7128720" cy="147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7" name="PlaceHolder 4"/>
          <p:cNvSpPr>
            <a:spLocks noGrp="1"/>
          </p:cNvSpPr>
          <p:nvPr>
            <p:ph type="body"/>
          </p:nvPr>
        </p:nvSpPr>
        <p:spPr>
          <a:xfrm>
            <a:off x="6031080" y="1422360"/>
            <a:ext cx="2589840" cy="34912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de-DE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08200" lvl="2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074600" lvl="3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341360" lvl="4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868" name="PlaceHolder 5"/>
          <p:cNvSpPr>
            <a:spLocks noGrp="1"/>
          </p:cNvSpPr>
          <p:nvPr>
            <p:ph type="body"/>
          </p:nvPr>
        </p:nvSpPr>
        <p:spPr>
          <a:xfrm>
            <a:off x="522360" y="1422360"/>
            <a:ext cx="5309280" cy="349128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txBody>
          <a:bodyPr lIns="0" tIns="540000" rIns="0" bIns="0" anchor="t">
            <a:noAutofit/>
          </a:bodyPr>
          <a:lstStyle>
            <a:lvl1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</a:lstStyle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Inhaltsplatzhalter</a:t>
            </a: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869" name="PlaceHolder 6"/>
          <p:cNvSpPr>
            <a:spLocks noGrp="1"/>
          </p:cNvSpPr>
          <p:nvPr>
            <p:ph type="body"/>
          </p:nvPr>
        </p:nvSpPr>
        <p:spPr>
          <a:xfrm>
            <a:off x="521640" y="1088280"/>
            <a:ext cx="8100000" cy="323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8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abellen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70" name="Gruppieren 6"/>
          <p:cNvGrpSpPr/>
          <p:nvPr/>
        </p:nvGrpSpPr>
        <p:grpSpPr>
          <a:xfrm>
            <a:off x="-5040" y="4950720"/>
            <a:ext cx="9147960" cy="196920"/>
            <a:chOff x="-5040" y="4950720"/>
            <a:chExt cx="9147960" cy="196920"/>
          </a:xfrm>
        </p:grpSpPr>
        <p:sp>
          <p:nvSpPr>
            <p:cNvPr id="871" name="bk object 18"/>
            <p:cNvSpPr/>
            <p:nvPr/>
          </p:nvSpPr>
          <p:spPr>
            <a:xfrm>
              <a:off x="-5040" y="4950720"/>
              <a:ext cx="483840" cy="196920"/>
            </a:xfrm>
            <a:custGeom>
              <a:avLst/>
              <a:gdLst>
                <a:gd name="textAreaLeft" fmla="*/ 0 w 483840"/>
                <a:gd name="textAreaRight" fmla="*/ 484920 w 483840"/>
                <a:gd name="textAreaTop" fmla="*/ 0 h 196920"/>
                <a:gd name="textAreaBottom" fmla="*/ 198000 h 19692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72" name="bk object 18"/>
            <p:cNvSpPr/>
            <p:nvPr/>
          </p:nvSpPr>
          <p:spPr>
            <a:xfrm>
              <a:off x="522360" y="4950720"/>
              <a:ext cx="8620560" cy="196920"/>
            </a:xfrm>
            <a:custGeom>
              <a:avLst/>
              <a:gdLst>
                <a:gd name="textAreaLeft" fmla="*/ 0 w 8620560"/>
                <a:gd name="textAreaRight" fmla="*/ 8621640 w 8620560"/>
                <a:gd name="textAreaTop" fmla="*/ 0 h 196920"/>
                <a:gd name="textAreaBottom" fmla="*/ 198000 h 19692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73" name="Holder 3"/>
            <p:cNvSpPr/>
            <p:nvPr/>
          </p:nvSpPr>
          <p:spPr>
            <a:xfrm>
              <a:off x="8194680" y="4966200"/>
              <a:ext cx="448560" cy="1666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874" name="Gerader Verbinder 11"/>
          <p:cNvCxnSpPr/>
          <p:nvPr/>
        </p:nvCxnSpPr>
        <p:spPr>
          <a:xfrm>
            <a:off x="521280" y="974520"/>
            <a:ext cx="6833160" cy="108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875" name="Grafik 9"/>
          <p:cNvGrpSpPr/>
          <p:nvPr/>
        </p:nvGrpSpPr>
        <p:grpSpPr>
          <a:xfrm>
            <a:off x="7741440" y="394200"/>
            <a:ext cx="1049040" cy="619920"/>
            <a:chOff x="7741440" y="394200"/>
            <a:chExt cx="1049040" cy="619920"/>
          </a:xfrm>
        </p:grpSpPr>
        <p:grpSp>
          <p:nvGrpSpPr>
            <p:cNvPr id="876" name="Grafik 9"/>
            <p:cNvGrpSpPr/>
            <p:nvPr/>
          </p:nvGrpSpPr>
          <p:grpSpPr>
            <a:xfrm>
              <a:off x="7741440" y="394200"/>
              <a:ext cx="883800" cy="431280"/>
              <a:chOff x="7741440" y="394200"/>
              <a:chExt cx="883800" cy="431280"/>
            </a:xfrm>
          </p:grpSpPr>
          <p:sp>
            <p:nvSpPr>
              <p:cNvPr id="877" name="Freihandform: Form 20"/>
              <p:cNvSpPr/>
              <p:nvPr/>
            </p:nvSpPr>
            <p:spPr>
              <a:xfrm>
                <a:off x="8358120" y="480600"/>
                <a:ext cx="267120" cy="26748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267480"/>
                  <a:gd name="textAreaBottom" fmla="*/ 268560 h 267480"/>
                  <a:gd name="GluePoint1X" fmla="*/ 0 w 746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78" name="Freihandform: Form 21"/>
              <p:cNvSpPr/>
              <p:nvPr/>
            </p:nvSpPr>
            <p:spPr>
              <a:xfrm>
                <a:off x="7741440" y="394200"/>
                <a:ext cx="267120" cy="34740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347400"/>
                  <a:gd name="textAreaBottom" fmla="*/ 348480 h 347400"/>
                  <a:gd name="GluePoint1X" fmla="*/ 0 w 968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79" name="Freihandform: Form 22"/>
              <p:cNvSpPr/>
              <p:nvPr/>
            </p:nvSpPr>
            <p:spPr>
              <a:xfrm>
                <a:off x="8050680" y="394200"/>
                <a:ext cx="267120" cy="34740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347400"/>
                  <a:gd name="textAreaBottom" fmla="*/ 348480 h 347400"/>
                  <a:gd name="GluePoint1X" fmla="*/ 0 w 968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80" name="Freihandform: Form 23"/>
              <p:cNvSpPr/>
              <p:nvPr/>
            </p:nvSpPr>
            <p:spPr>
              <a:xfrm>
                <a:off x="784800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81" name="Freihandform: Form 24"/>
              <p:cNvSpPr/>
              <p:nvPr/>
            </p:nvSpPr>
            <p:spPr>
              <a:xfrm>
                <a:off x="795816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82" name="Freihandform: Form 25"/>
              <p:cNvSpPr/>
              <p:nvPr/>
            </p:nvSpPr>
            <p:spPr>
              <a:xfrm>
                <a:off x="821232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883" name="Freihandform: Form 26"/>
            <p:cNvSpPr/>
            <p:nvPr/>
          </p:nvSpPr>
          <p:spPr>
            <a:xfrm>
              <a:off x="7741440" y="817920"/>
              <a:ext cx="42480" cy="56880"/>
            </a:xfrm>
            <a:custGeom>
              <a:avLst/>
              <a:gdLst>
                <a:gd name="textAreaLeft" fmla="*/ 0 w 42480"/>
                <a:gd name="textAreaRight" fmla="*/ 43560 w 42480"/>
                <a:gd name="textAreaTop" fmla="*/ 0 h 56880"/>
                <a:gd name="textAreaBottom" fmla="*/ 57960 h 56880"/>
                <a:gd name="GluePoint1X" fmla="*/ 0 w 161"/>
                <a:gd name="GluePoint1Y" fmla="*/ 0 h 121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84" name="Freihandform: Form 27"/>
            <p:cNvSpPr/>
            <p:nvPr/>
          </p:nvSpPr>
          <p:spPr>
            <a:xfrm>
              <a:off x="7799760" y="834120"/>
              <a:ext cx="35280" cy="42480"/>
            </a:xfrm>
            <a:custGeom>
              <a:avLst/>
              <a:gdLst>
                <a:gd name="textAreaLeft" fmla="*/ 0 w 35280"/>
                <a:gd name="textAreaRight" fmla="*/ 36360 w 35280"/>
                <a:gd name="textAreaTop" fmla="*/ 0 h 42480"/>
                <a:gd name="textAreaBottom" fmla="*/ 43560 h 42480"/>
              </a:gdLst>
              <a:ahLst/>
              <a:cxnLst/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85" name="Freihandform: Form 28"/>
            <p:cNvSpPr/>
            <p:nvPr/>
          </p:nvSpPr>
          <p:spPr>
            <a:xfrm>
              <a:off x="784908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886" name="Grafik 9"/>
            <p:cNvGrpSpPr/>
            <p:nvPr/>
          </p:nvGrpSpPr>
          <p:grpSpPr>
            <a:xfrm>
              <a:off x="7872120" y="834120"/>
              <a:ext cx="74160" cy="40680"/>
              <a:chOff x="7872120" y="834120"/>
              <a:chExt cx="74160" cy="40680"/>
            </a:xfrm>
          </p:grpSpPr>
          <p:sp>
            <p:nvSpPr>
              <p:cNvPr id="887" name="Freihandform: Form 30"/>
              <p:cNvSpPr/>
              <p:nvPr/>
            </p:nvSpPr>
            <p:spPr>
              <a:xfrm>
                <a:off x="7872120" y="834120"/>
                <a:ext cx="33480" cy="406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0680"/>
                  <a:gd name="textAreaBottom" fmla="*/ 41760 h 40680"/>
                </a:gdLst>
                <a:ahLst/>
                <a:cxnLst/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88" name="Freihandform: Form 31"/>
              <p:cNvSpPr/>
              <p:nvPr/>
            </p:nvSpPr>
            <p:spPr>
              <a:xfrm>
                <a:off x="7922160" y="834120"/>
                <a:ext cx="24120" cy="40680"/>
              </a:xfrm>
              <a:custGeom>
                <a:avLst/>
                <a:gdLst>
                  <a:gd name="textAreaLeft" fmla="*/ 0 w 24120"/>
                  <a:gd name="textAreaRight" fmla="*/ 25200 w 24120"/>
                  <a:gd name="textAreaTop" fmla="*/ 0 h 40680"/>
                  <a:gd name="textAreaBottom" fmla="*/ 41760 h 40680"/>
                </a:gdLst>
                <a:ahLst/>
                <a:cxnLst/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2240" tIns="-3240" rIns="1224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889" name="Freihandform: Form 32"/>
            <p:cNvSpPr/>
            <p:nvPr/>
          </p:nvSpPr>
          <p:spPr>
            <a:xfrm>
              <a:off x="795924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890" name="Grafik 9"/>
            <p:cNvGrpSpPr/>
            <p:nvPr/>
          </p:nvGrpSpPr>
          <p:grpSpPr>
            <a:xfrm>
              <a:off x="7979760" y="812160"/>
              <a:ext cx="78120" cy="64440"/>
              <a:chOff x="7979760" y="812160"/>
              <a:chExt cx="78120" cy="64440"/>
            </a:xfrm>
          </p:grpSpPr>
          <p:sp>
            <p:nvSpPr>
              <p:cNvPr id="891" name="Freihandform: Form 34"/>
              <p:cNvSpPr/>
              <p:nvPr/>
            </p:nvSpPr>
            <p:spPr>
              <a:xfrm>
                <a:off x="7979760" y="834120"/>
                <a:ext cx="33480" cy="424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2480"/>
                  <a:gd name="textAreaBottom" fmla="*/ 43560 h 42480"/>
                </a:gdLst>
                <a:ahLst/>
                <a:cxnLst/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1440" rIns="1692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92" name="Freihandform: Form 35"/>
              <p:cNvSpPr/>
              <p:nvPr/>
            </p:nvSpPr>
            <p:spPr>
              <a:xfrm>
                <a:off x="8024400" y="812160"/>
                <a:ext cx="33480" cy="622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62280"/>
                  <a:gd name="textAreaBottom" fmla="*/ 63360 h 62280"/>
                  <a:gd name="GluePoint1X" fmla="*/ 0 w 176"/>
                  <a:gd name="GluePoint1Y" fmla="*/ 0 h 96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18360" rIns="1692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893" name="Freihandform: Form 36"/>
            <p:cNvSpPr/>
            <p:nvPr/>
          </p:nvSpPr>
          <p:spPr>
            <a:xfrm>
              <a:off x="8106480" y="817920"/>
              <a:ext cx="42480" cy="56880"/>
            </a:xfrm>
            <a:custGeom>
              <a:avLst/>
              <a:gdLst>
                <a:gd name="textAreaLeft" fmla="*/ 0 w 42480"/>
                <a:gd name="textAreaRight" fmla="*/ 43560 w 42480"/>
                <a:gd name="textAreaTop" fmla="*/ 0 h 56880"/>
                <a:gd name="textAreaBottom" fmla="*/ 57960 h 56880"/>
                <a:gd name="GluePoint1X" fmla="*/ 0 w 161"/>
                <a:gd name="GluePoint1Y" fmla="*/ 0 h 121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94" name="Freihandform: Form 37"/>
            <p:cNvSpPr/>
            <p:nvPr/>
          </p:nvSpPr>
          <p:spPr>
            <a:xfrm>
              <a:off x="8164800" y="834120"/>
              <a:ext cx="35280" cy="42480"/>
            </a:xfrm>
            <a:custGeom>
              <a:avLst/>
              <a:gdLst>
                <a:gd name="textAreaLeft" fmla="*/ 0 w 35280"/>
                <a:gd name="textAreaRight" fmla="*/ 36360 w 35280"/>
                <a:gd name="textAreaTop" fmla="*/ 0 h 42480"/>
                <a:gd name="textAreaBottom" fmla="*/ 43560 h 42480"/>
              </a:gdLst>
              <a:ahLst/>
              <a:cxnLst/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95" name="Freihandform: Form 38"/>
            <p:cNvSpPr/>
            <p:nvPr/>
          </p:nvSpPr>
          <p:spPr>
            <a:xfrm>
              <a:off x="821340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896" name="Grafik 9"/>
            <p:cNvGrpSpPr/>
            <p:nvPr/>
          </p:nvGrpSpPr>
          <p:grpSpPr>
            <a:xfrm>
              <a:off x="7741440" y="834120"/>
              <a:ext cx="1049040" cy="180000"/>
              <a:chOff x="7741440" y="834120"/>
              <a:chExt cx="1049040" cy="180000"/>
            </a:xfrm>
          </p:grpSpPr>
          <p:sp>
            <p:nvSpPr>
              <p:cNvPr id="897" name="Freihandform: Form 40"/>
              <p:cNvSpPr/>
              <p:nvPr/>
            </p:nvSpPr>
            <p:spPr>
              <a:xfrm>
                <a:off x="8236440" y="834120"/>
                <a:ext cx="33480" cy="406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0680"/>
                  <a:gd name="textAreaBottom" fmla="*/ 41760 h 40680"/>
                </a:gdLst>
                <a:ahLst/>
                <a:cxnLst/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98" name="Freihandform: Form 41"/>
              <p:cNvSpPr/>
              <p:nvPr/>
            </p:nvSpPr>
            <p:spPr>
              <a:xfrm>
                <a:off x="8284680" y="834120"/>
                <a:ext cx="35280" cy="42480"/>
              </a:xfrm>
              <a:custGeom>
                <a:avLst/>
                <a:gdLst>
                  <a:gd name="textAreaLeft" fmla="*/ 0 w 35280"/>
                  <a:gd name="textAreaRight" fmla="*/ 36360 w 35280"/>
                  <a:gd name="textAreaTop" fmla="*/ 0 h 42480"/>
                  <a:gd name="textAreaBottom" fmla="*/ 43560 h 42480"/>
                </a:gdLst>
                <a:ahLst/>
                <a:cxnLst/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640" tIns="-1440" rIns="1764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99" name="Freihandform: Form 42"/>
              <p:cNvSpPr/>
              <p:nvPr/>
            </p:nvSpPr>
            <p:spPr>
              <a:xfrm>
                <a:off x="7741440" y="914040"/>
                <a:ext cx="883440" cy="62280"/>
              </a:xfrm>
              <a:custGeom>
                <a:avLst/>
                <a:gdLst>
                  <a:gd name="textAreaLeft" fmla="*/ 0 w 883440"/>
                  <a:gd name="textAreaRight" fmla="*/ 884520 w 883440"/>
                  <a:gd name="textAreaTop" fmla="*/ 0 h 62280"/>
                  <a:gd name="textAreaBottom" fmla="*/ 63360 h 62280"/>
                </a:gdLst>
                <a:ahLst/>
                <a:cxnLst/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00" name="Freihandform: Form 43"/>
              <p:cNvSpPr/>
              <p:nvPr/>
            </p:nvSpPr>
            <p:spPr>
              <a:xfrm>
                <a:off x="8677440" y="915480"/>
                <a:ext cx="113040" cy="98640"/>
              </a:xfrm>
              <a:custGeom>
                <a:avLst/>
                <a:gdLst>
                  <a:gd name="textAreaLeft" fmla="*/ 0 w 113040"/>
                  <a:gd name="textAreaRight" fmla="*/ 114120 w 113040"/>
                  <a:gd name="textAreaTop" fmla="*/ 0 h 98640"/>
                  <a:gd name="textAreaBottom" fmla="*/ 99720 h 98640"/>
                  <a:gd name="GluePoint1X" fmla="*/ 0 w 277"/>
                  <a:gd name="GluePoint1Y" fmla="*/ 0 h 317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520" tIns="45000" rIns="5652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901" name="Freihandform: Form 44"/>
          <p:cNvSpPr/>
          <p:nvPr/>
        </p:nvSpPr>
        <p:spPr>
          <a:xfrm>
            <a:off x="-5040" y="407880"/>
            <a:ext cx="336240" cy="293760"/>
          </a:xfrm>
          <a:custGeom>
            <a:avLst/>
            <a:gdLst>
              <a:gd name="textAreaLeft" fmla="*/ 0 w 336240"/>
              <a:gd name="textAreaRight" fmla="*/ 337320 w 336240"/>
              <a:gd name="textAreaTop" fmla="*/ 0 h 293760"/>
              <a:gd name="textAreaBottom" fmla="*/ 294840 h 293760"/>
              <a:gd name="GluePoint1X" fmla="*/ 0 w 819"/>
              <a:gd name="GluePoint1Y" fmla="*/ 0 h 937"/>
            </a:gdLst>
            <a:ahLst/>
            <a:cxnLst>
              <a:cxn ang="0">
                <a:pos x="GluePoint1X" y="GluePoint1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902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5600" cy="45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title style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903" name="PlaceHolder 2"/>
          <p:cNvSpPr>
            <a:spLocks noGrp="1"/>
          </p:cNvSpPr>
          <p:nvPr>
            <p:ph type="sldNum" idx="35"/>
          </p:nvPr>
        </p:nvSpPr>
        <p:spPr>
          <a:xfrm>
            <a:off x="35640" y="4975560"/>
            <a:ext cx="336240" cy="147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68616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686160">
              <a:lnSpc>
                <a:spcPct val="100000"/>
              </a:lnSpc>
              <a:buNone/>
              <a:tabLst>
                <a:tab pos="0" algn="l"/>
              </a:tabLst>
            </a:pPr>
            <a:fld id="{770B1134-E1A6-449D-A2C3-E4BDB1ADBC31}" type="slidenum">
              <a: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4" name="PlaceHolder 3"/>
          <p:cNvSpPr>
            <a:spLocks noGrp="1"/>
          </p:cNvSpPr>
          <p:nvPr>
            <p:ph type="ftr" idx="36"/>
          </p:nvPr>
        </p:nvSpPr>
        <p:spPr>
          <a:xfrm>
            <a:off x="628560" y="4975560"/>
            <a:ext cx="7128720" cy="147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5" name="PlaceHolder 4"/>
          <p:cNvSpPr>
            <a:spLocks noGrp="1"/>
          </p:cNvSpPr>
          <p:nvPr>
            <p:ph type="body"/>
          </p:nvPr>
        </p:nvSpPr>
        <p:spPr>
          <a:xfrm>
            <a:off x="521640" y="1422360"/>
            <a:ext cx="2589840" cy="34912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de-DE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08200" lvl="2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074600" lvl="3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341360" lvl="4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906" name="PlaceHolder 5"/>
          <p:cNvSpPr>
            <a:spLocks noGrp="1"/>
          </p:cNvSpPr>
          <p:nvPr>
            <p:ph type="body"/>
          </p:nvPr>
        </p:nvSpPr>
        <p:spPr>
          <a:xfrm>
            <a:off x="3311640" y="1422360"/>
            <a:ext cx="5309280" cy="349128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txBody>
          <a:bodyPr lIns="0" tIns="540000" rIns="0" bIns="0" anchor="t">
            <a:noAutofit/>
          </a:bodyPr>
          <a:lstStyle>
            <a:lvl1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</a:lstStyle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Inhaltsplatzhalter</a:t>
            </a: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907" name="PlaceHolder 6"/>
          <p:cNvSpPr>
            <a:spLocks noGrp="1"/>
          </p:cNvSpPr>
          <p:nvPr>
            <p:ph type="body"/>
          </p:nvPr>
        </p:nvSpPr>
        <p:spPr>
          <a:xfrm>
            <a:off x="521640" y="1088280"/>
            <a:ext cx="8100000" cy="323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8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Vier Inhalt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08" name="Gruppieren 6"/>
          <p:cNvGrpSpPr/>
          <p:nvPr/>
        </p:nvGrpSpPr>
        <p:grpSpPr>
          <a:xfrm>
            <a:off x="-5040" y="4950720"/>
            <a:ext cx="9147960" cy="196920"/>
            <a:chOff x="-5040" y="4950720"/>
            <a:chExt cx="9147960" cy="196920"/>
          </a:xfrm>
        </p:grpSpPr>
        <p:sp>
          <p:nvSpPr>
            <p:cNvPr id="909" name="bk object 18"/>
            <p:cNvSpPr/>
            <p:nvPr/>
          </p:nvSpPr>
          <p:spPr>
            <a:xfrm>
              <a:off x="-5040" y="4950720"/>
              <a:ext cx="483840" cy="196920"/>
            </a:xfrm>
            <a:custGeom>
              <a:avLst/>
              <a:gdLst>
                <a:gd name="textAreaLeft" fmla="*/ 0 w 483840"/>
                <a:gd name="textAreaRight" fmla="*/ 484920 w 483840"/>
                <a:gd name="textAreaTop" fmla="*/ 0 h 196920"/>
                <a:gd name="textAreaBottom" fmla="*/ 198000 h 19692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10" name="bk object 18"/>
            <p:cNvSpPr/>
            <p:nvPr/>
          </p:nvSpPr>
          <p:spPr>
            <a:xfrm>
              <a:off x="522360" y="4950720"/>
              <a:ext cx="8620560" cy="196920"/>
            </a:xfrm>
            <a:custGeom>
              <a:avLst/>
              <a:gdLst>
                <a:gd name="textAreaLeft" fmla="*/ 0 w 8620560"/>
                <a:gd name="textAreaRight" fmla="*/ 8621640 w 8620560"/>
                <a:gd name="textAreaTop" fmla="*/ 0 h 196920"/>
                <a:gd name="textAreaBottom" fmla="*/ 198000 h 19692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11" name="Holder 3"/>
            <p:cNvSpPr/>
            <p:nvPr/>
          </p:nvSpPr>
          <p:spPr>
            <a:xfrm>
              <a:off x="8194680" y="4966200"/>
              <a:ext cx="448560" cy="1666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912" name="Gerader Verbinder 11"/>
          <p:cNvCxnSpPr/>
          <p:nvPr/>
        </p:nvCxnSpPr>
        <p:spPr>
          <a:xfrm>
            <a:off x="521280" y="974520"/>
            <a:ext cx="6833160" cy="108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913" name="Grafik 9"/>
          <p:cNvGrpSpPr/>
          <p:nvPr/>
        </p:nvGrpSpPr>
        <p:grpSpPr>
          <a:xfrm>
            <a:off x="7741440" y="394200"/>
            <a:ext cx="1049040" cy="619920"/>
            <a:chOff x="7741440" y="394200"/>
            <a:chExt cx="1049040" cy="619920"/>
          </a:xfrm>
        </p:grpSpPr>
        <p:grpSp>
          <p:nvGrpSpPr>
            <p:cNvPr id="914" name="Grafik 9"/>
            <p:cNvGrpSpPr/>
            <p:nvPr/>
          </p:nvGrpSpPr>
          <p:grpSpPr>
            <a:xfrm>
              <a:off x="7741440" y="394200"/>
              <a:ext cx="883800" cy="431280"/>
              <a:chOff x="7741440" y="394200"/>
              <a:chExt cx="883800" cy="431280"/>
            </a:xfrm>
          </p:grpSpPr>
          <p:sp>
            <p:nvSpPr>
              <p:cNvPr id="915" name="Freihandform: Form 20"/>
              <p:cNvSpPr/>
              <p:nvPr/>
            </p:nvSpPr>
            <p:spPr>
              <a:xfrm>
                <a:off x="8358120" y="480600"/>
                <a:ext cx="267120" cy="26748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267480"/>
                  <a:gd name="textAreaBottom" fmla="*/ 268560 h 267480"/>
                  <a:gd name="GluePoint1X" fmla="*/ 0 w 746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16" name="Freihandform: Form 21"/>
              <p:cNvSpPr/>
              <p:nvPr/>
            </p:nvSpPr>
            <p:spPr>
              <a:xfrm>
                <a:off x="7741440" y="394200"/>
                <a:ext cx="267120" cy="34740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347400"/>
                  <a:gd name="textAreaBottom" fmla="*/ 348480 h 347400"/>
                  <a:gd name="GluePoint1X" fmla="*/ 0 w 968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17" name="Freihandform: Form 22"/>
              <p:cNvSpPr/>
              <p:nvPr/>
            </p:nvSpPr>
            <p:spPr>
              <a:xfrm>
                <a:off x="8050680" y="394200"/>
                <a:ext cx="267120" cy="34740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347400"/>
                  <a:gd name="textAreaBottom" fmla="*/ 348480 h 347400"/>
                  <a:gd name="GluePoint1X" fmla="*/ 0 w 968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18" name="Freihandform: Form 23"/>
              <p:cNvSpPr/>
              <p:nvPr/>
            </p:nvSpPr>
            <p:spPr>
              <a:xfrm>
                <a:off x="784800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19" name="Freihandform: Form 24"/>
              <p:cNvSpPr/>
              <p:nvPr/>
            </p:nvSpPr>
            <p:spPr>
              <a:xfrm>
                <a:off x="795816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20" name="Freihandform: Form 25"/>
              <p:cNvSpPr/>
              <p:nvPr/>
            </p:nvSpPr>
            <p:spPr>
              <a:xfrm>
                <a:off x="821232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921" name="Freihandform: Form 26"/>
            <p:cNvSpPr/>
            <p:nvPr/>
          </p:nvSpPr>
          <p:spPr>
            <a:xfrm>
              <a:off x="7741440" y="817920"/>
              <a:ext cx="42480" cy="56880"/>
            </a:xfrm>
            <a:custGeom>
              <a:avLst/>
              <a:gdLst>
                <a:gd name="textAreaLeft" fmla="*/ 0 w 42480"/>
                <a:gd name="textAreaRight" fmla="*/ 43560 w 42480"/>
                <a:gd name="textAreaTop" fmla="*/ 0 h 56880"/>
                <a:gd name="textAreaBottom" fmla="*/ 57960 h 56880"/>
                <a:gd name="GluePoint1X" fmla="*/ 0 w 161"/>
                <a:gd name="GluePoint1Y" fmla="*/ 0 h 121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22" name="Freihandform: Form 27"/>
            <p:cNvSpPr/>
            <p:nvPr/>
          </p:nvSpPr>
          <p:spPr>
            <a:xfrm>
              <a:off x="7799760" y="834120"/>
              <a:ext cx="35280" cy="42480"/>
            </a:xfrm>
            <a:custGeom>
              <a:avLst/>
              <a:gdLst>
                <a:gd name="textAreaLeft" fmla="*/ 0 w 35280"/>
                <a:gd name="textAreaRight" fmla="*/ 36360 w 35280"/>
                <a:gd name="textAreaTop" fmla="*/ 0 h 42480"/>
                <a:gd name="textAreaBottom" fmla="*/ 43560 h 42480"/>
              </a:gdLst>
              <a:ahLst/>
              <a:cxnLst/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23" name="Freihandform: Form 28"/>
            <p:cNvSpPr/>
            <p:nvPr/>
          </p:nvSpPr>
          <p:spPr>
            <a:xfrm>
              <a:off x="784908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924" name="Grafik 9"/>
            <p:cNvGrpSpPr/>
            <p:nvPr/>
          </p:nvGrpSpPr>
          <p:grpSpPr>
            <a:xfrm>
              <a:off x="7872120" y="834120"/>
              <a:ext cx="74160" cy="40680"/>
              <a:chOff x="7872120" y="834120"/>
              <a:chExt cx="74160" cy="40680"/>
            </a:xfrm>
          </p:grpSpPr>
          <p:sp>
            <p:nvSpPr>
              <p:cNvPr id="925" name="Freihandform: Form 30"/>
              <p:cNvSpPr/>
              <p:nvPr/>
            </p:nvSpPr>
            <p:spPr>
              <a:xfrm>
                <a:off x="7872120" y="834120"/>
                <a:ext cx="33480" cy="406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0680"/>
                  <a:gd name="textAreaBottom" fmla="*/ 41760 h 40680"/>
                </a:gdLst>
                <a:ahLst/>
                <a:cxnLst/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26" name="Freihandform: Form 31"/>
              <p:cNvSpPr/>
              <p:nvPr/>
            </p:nvSpPr>
            <p:spPr>
              <a:xfrm>
                <a:off x="7922160" y="834120"/>
                <a:ext cx="24120" cy="40680"/>
              </a:xfrm>
              <a:custGeom>
                <a:avLst/>
                <a:gdLst>
                  <a:gd name="textAreaLeft" fmla="*/ 0 w 24120"/>
                  <a:gd name="textAreaRight" fmla="*/ 25200 w 24120"/>
                  <a:gd name="textAreaTop" fmla="*/ 0 h 40680"/>
                  <a:gd name="textAreaBottom" fmla="*/ 41760 h 40680"/>
                </a:gdLst>
                <a:ahLst/>
                <a:cxnLst/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2240" tIns="-3240" rIns="1224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927" name="Freihandform: Form 32"/>
            <p:cNvSpPr/>
            <p:nvPr/>
          </p:nvSpPr>
          <p:spPr>
            <a:xfrm>
              <a:off x="795924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928" name="Grafik 9"/>
            <p:cNvGrpSpPr/>
            <p:nvPr/>
          </p:nvGrpSpPr>
          <p:grpSpPr>
            <a:xfrm>
              <a:off x="7979760" y="812160"/>
              <a:ext cx="78120" cy="64440"/>
              <a:chOff x="7979760" y="812160"/>
              <a:chExt cx="78120" cy="64440"/>
            </a:xfrm>
          </p:grpSpPr>
          <p:sp>
            <p:nvSpPr>
              <p:cNvPr id="929" name="Freihandform: Form 34"/>
              <p:cNvSpPr/>
              <p:nvPr/>
            </p:nvSpPr>
            <p:spPr>
              <a:xfrm>
                <a:off x="7979760" y="834120"/>
                <a:ext cx="33480" cy="424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2480"/>
                  <a:gd name="textAreaBottom" fmla="*/ 43560 h 42480"/>
                </a:gdLst>
                <a:ahLst/>
                <a:cxnLst/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1440" rIns="1692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30" name="Freihandform: Form 35"/>
              <p:cNvSpPr/>
              <p:nvPr/>
            </p:nvSpPr>
            <p:spPr>
              <a:xfrm>
                <a:off x="8024400" y="812160"/>
                <a:ext cx="33480" cy="622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62280"/>
                  <a:gd name="textAreaBottom" fmla="*/ 63360 h 62280"/>
                  <a:gd name="GluePoint1X" fmla="*/ 0 w 176"/>
                  <a:gd name="GluePoint1Y" fmla="*/ 0 h 96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18360" rIns="1692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931" name="Freihandform: Form 36"/>
            <p:cNvSpPr/>
            <p:nvPr/>
          </p:nvSpPr>
          <p:spPr>
            <a:xfrm>
              <a:off x="8106480" y="817920"/>
              <a:ext cx="42480" cy="56880"/>
            </a:xfrm>
            <a:custGeom>
              <a:avLst/>
              <a:gdLst>
                <a:gd name="textAreaLeft" fmla="*/ 0 w 42480"/>
                <a:gd name="textAreaRight" fmla="*/ 43560 w 42480"/>
                <a:gd name="textAreaTop" fmla="*/ 0 h 56880"/>
                <a:gd name="textAreaBottom" fmla="*/ 57960 h 56880"/>
                <a:gd name="GluePoint1X" fmla="*/ 0 w 161"/>
                <a:gd name="GluePoint1Y" fmla="*/ 0 h 121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32" name="Freihandform: Form 37"/>
            <p:cNvSpPr/>
            <p:nvPr/>
          </p:nvSpPr>
          <p:spPr>
            <a:xfrm>
              <a:off x="8164800" y="834120"/>
              <a:ext cx="35280" cy="42480"/>
            </a:xfrm>
            <a:custGeom>
              <a:avLst/>
              <a:gdLst>
                <a:gd name="textAreaLeft" fmla="*/ 0 w 35280"/>
                <a:gd name="textAreaRight" fmla="*/ 36360 w 35280"/>
                <a:gd name="textAreaTop" fmla="*/ 0 h 42480"/>
                <a:gd name="textAreaBottom" fmla="*/ 43560 h 42480"/>
              </a:gdLst>
              <a:ahLst/>
              <a:cxnLst/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33" name="Freihandform: Form 38"/>
            <p:cNvSpPr/>
            <p:nvPr/>
          </p:nvSpPr>
          <p:spPr>
            <a:xfrm>
              <a:off x="821340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934" name="Grafik 9"/>
            <p:cNvGrpSpPr/>
            <p:nvPr/>
          </p:nvGrpSpPr>
          <p:grpSpPr>
            <a:xfrm>
              <a:off x="7741440" y="834120"/>
              <a:ext cx="1049040" cy="180000"/>
              <a:chOff x="7741440" y="834120"/>
              <a:chExt cx="1049040" cy="180000"/>
            </a:xfrm>
          </p:grpSpPr>
          <p:sp>
            <p:nvSpPr>
              <p:cNvPr id="935" name="Freihandform: Form 40"/>
              <p:cNvSpPr/>
              <p:nvPr/>
            </p:nvSpPr>
            <p:spPr>
              <a:xfrm>
                <a:off x="8236440" y="834120"/>
                <a:ext cx="33480" cy="406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0680"/>
                  <a:gd name="textAreaBottom" fmla="*/ 41760 h 40680"/>
                </a:gdLst>
                <a:ahLst/>
                <a:cxnLst/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36" name="Freihandform: Form 41"/>
              <p:cNvSpPr/>
              <p:nvPr/>
            </p:nvSpPr>
            <p:spPr>
              <a:xfrm>
                <a:off x="8284680" y="834120"/>
                <a:ext cx="35280" cy="42480"/>
              </a:xfrm>
              <a:custGeom>
                <a:avLst/>
                <a:gdLst>
                  <a:gd name="textAreaLeft" fmla="*/ 0 w 35280"/>
                  <a:gd name="textAreaRight" fmla="*/ 36360 w 35280"/>
                  <a:gd name="textAreaTop" fmla="*/ 0 h 42480"/>
                  <a:gd name="textAreaBottom" fmla="*/ 43560 h 42480"/>
                </a:gdLst>
                <a:ahLst/>
                <a:cxnLst/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640" tIns="-1440" rIns="1764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37" name="Freihandform: Form 42"/>
              <p:cNvSpPr/>
              <p:nvPr/>
            </p:nvSpPr>
            <p:spPr>
              <a:xfrm>
                <a:off x="7741440" y="914040"/>
                <a:ext cx="883440" cy="62280"/>
              </a:xfrm>
              <a:custGeom>
                <a:avLst/>
                <a:gdLst>
                  <a:gd name="textAreaLeft" fmla="*/ 0 w 883440"/>
                  <a:gd name="textAreaRight" fmla="*/ 884520 w 883440"/>
                  <a:gd name="textAreaTop" fmla="*/ 0 h 62280"/>
                  <a:gd name="textAreaBottom" fmla="*/ 63360 h 62280"/>
                </a:gdLst>
                <a:ahLst/>
                <a:cxnLst/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38" name="Freihandform: Form 43"/>
              <p:cNvSpPr/>
              <p:nvPr/>
            </p:nvSpPr>
            <p:spPr>
              <a:xfrm>
                <a:off x="8677440" y="915480"/>
                <a:ext cx="113040" cy="98640"/>
              </a:xfrm>
              <a:custGeom>
                <a:avLst/>
                <a:gdLst>
                  <a:gd name="textAreaLeft" fmla="*/ 0 w 113040"/>
                  <a:gd name="textAreaRight" fmla="*/ 114120 w 113040"/>
                  <a:gd name="textAreaTop" fmla="*/ 0 h 98640"/>
                  <a:gd name="textAreaBottom" fmla="*/ 99720 h 98640"/>
                  <a:gd name="GluePoint1X" fmla="*/ 0 w 277"/>
                  <a:gd name="GluePoint1Y" fmla="*/ 0 h 317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520" tIns="45000" rIns="5652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939" name="Freihandform: Form 44"/>
          <p:cNvSpPr/>
          <p:nvPr/>
        </p:nvSpPr>
        <p:spPr>
          <a:xfrm>
            <a:off x="-5040" y="407880"/>
            <a:ext cx="336240" cy="293760"/>
          </a:xfrm>
          <a:custGeom>
            <a:avLst/>
            <a:gdLst>
              <a:gd name="textAreaLeft" fmla="*/ 0 w 336240"/>
              <a:gd name="textAreaRight" fmla="*/ 337320 w 336240"/>
              <a:gd name="textAreaTop" fmla="*/ 0 h 293760"/>
              <a:gd name="textAreaBottom" fmla="*/ 294840 h 293760"/>
              <a:gd name="GluePoint1X" fmla="*/ 0 w 819"/>
              <a:gd name="GluePoint1Y" fmla="*/ 0 h 937"/>
            </a:gdLst>
            <a:ahLst/>
            <a:cxnLst>
              <a:cxn ang="0">
                <a:pos x="GluePoint1X" y="GluePoint1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940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5600" cy="45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title style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941" name="PlaceHolder 2"/>
          <p:cNvSpPr>
            <a:spLocks noGrp="1"/>
          </p:cNvSpPr>
          <p:nvPr>
            <p:ph type="ftr" idx="37"/>
          </p:nvPr>
        </p:nvSpPr>
        <p:spPr>
          <a:xfrm>
            <a:off x="628560" y="4975560"/>
            <a:ext cx="7128720" cy="147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2" name="PlaceHolder 3"/>
          <p:cNvSpPr>
            <a:spLocks noGrp="1"/>
          </p:cNvSpPr>
          <p:nvPr>
            <p:ph type="sldNum" idx="38"/>
          </p:nvPr>
        </p:nvSpPr>
        <p:spPr>
          <a:xfrm>
            <a:off x="35640" y="4975560"/>
            <a:ext cx="336240" cy="147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68616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686160">
              <a:lnSpc>
                <a:spcPct val="100000"/>
              </a:lnSpc>
              <a:buNone/>
              <a:tabLst>
                <a:tab pos="0" algn="l"/>
              </a:tabLst>
            </a:pPr>
            <a:fld id="{5672A74C-7040-47E5-A8EB-01A6C4BFA354}" type="slidenum">
              <a: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3" name="PlaceHolder 4"/>
          <p:cNvSpPr>
            <a:spLocks noGrp="1"/>
          </p:cNvSpPr>
          <p:nvPr>
            <p:ph type="body"/>
          </p:nvPr>
        </p:nvSpPr>
        <p:spPr>
          <a:xfrm>
            <a:off x="522360" y="1422360"/>
            <a:ext cx="3940560" cy="16372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08200" lvl="2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074600" lvl="3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341360" lvl="4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944" name="PlaceHolder 5"/>
          <p:cNvSpPr>
            <a:spLocks noGrp="1"/>
          </p:cNvSpPr>
          <p:nvPr>
            <p:ph type="body"/>
          </p:nvPr>
        </p:nvSpPr>
        <p:spPr>
          <a:xfrm>
            <a:off x="4680000" y="1422360"/>
            <a:ext cx="3940560" cy="16372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08200" lvl="2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074600" lvl="3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341360" lvl="4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945" name="PlaceHolder 6"/>
          <p:cNvSpPr>
            <a:spLocks noGrp="1"/>
          </p:cNvSpPr>
          <p:nvPr>
            <p:ph type="body"/>
          </p:nvPr>
        </p:nvSpPr>
        <p:spPr>
          <a:xfrm>
            <a:off x="522360" y="3187800"/>
            <a:ext cx="3940560" cy="16372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08200" lvl="2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074600" lvl="3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341360" lvl="4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946" name="PlaceHolder 7"/>
          <p:cNvSpPr>
            <a:spLocks noGrp="1"/>
          </p:cNvSpPr>
          <p:nvPr>
            <p:ph type="body"/>
          </p:nvPr>
        </p:nvSpPr>
        <p:spPr>
          <a:xfrm>
            <a:off x="4680000" y="3187800"/>
            <a:ext cx="3942360" cy="16372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08200" lvl="2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074600" lvl="3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341360" lvl="4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Vie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47" name="Gruppieren 6"/>
          <p:cNvGrpSpPr/>
          <p:nvPr/>
        </p:nvGrpSpPr>
        <p:grpSpPr>
          <a:xfrm>
            <a:off x="-5040" y="4950720"/>
            <a:ext cx="9147960" cy="196920"/>
            <a:chOff x="-5040" y="4950720"/>
            <a:chExt cx="9147960" cy="196920"/>
          </a:xfrm>
        </p:grpSpPr>
        <p:sp>
          <p:nvSpPr>
            <p:cNvPr id="948" name="bk object 18"/>
            <p:cNvSpPr/>
            <p:nvPr/>
          </p:nvSpPr>
          <p:spPr>
            <a:xfrm>
              <a:off x="-5040" y="4950720"/>
              <a:ext cx="483840" cy="196920"/>
            </a:xfrm>
            <a:custGeom>
              <a:avLst/>
              <a:gdLst>
                <a:gd name="textAreaLeft" fmla="*/ 0 w 483840"/>
                <a:gd name="textAreaRight" fmla="*/ 484920 w 483840"/>
                <a:gd name="textAreaTop" fmla="*/ 0 h 196920"/>
                <a:gd name="textAreaBottom" fmla="*/ 198000 h 19692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49" name="bk object 18"/>
            <p:cNvSpPr/>
            <p:nvPr/>
          </p:nvSpPr>
          <p:spPr>
            <a:xfrm>
              <a:off x="522360" y="4950720"/>
              <a:ext cx="8620560" cy="196920"/>
            </a:xfrm>
            <a:custGeom>
              <a:avLst/>
              <a:gdLst>
                <a:gd name="textAreaLeft" fmla="*/ 0 w 8620560"/>
                <a:gd name="textAreaRight" fmla="*/ 8621640 w 8620560"/>
                <a:gd name="textAreaTop" fmla="*/ 0 h 196920"/>
                <a:gd name="textAreaBottom" fmla="*/ 198000 h 19692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50" name="Holder 3"/>
            <p:cNvSpPr/>
            <p:nvPr/>
          </p:nvSpPr>
          <p:spPr>
            <a:xfrm>
              <a:off x="8194680" y="4966200"/>
              <a:ext cx="448560" cy="1666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951" name="Gerader Verbinder 11"/>
          <p:cNvCxnSpPr/>
          <p:nvPr/>
        </p:nvCxnSpPr>
        <p:spPr>
          <a:xfrm>
            <a:off x="521280" y="974520"/>
            <a:ext cx="6833160" cy="108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952" name="Grafik 9"/>
          <p:cNvGrpSpPr/>
          <p:nvPr/>
        </p:nvGrpSpPr>
        <p:grpSpPr>
          <a:xfrm>
            <a:off x="7741440" y="394200"/>
            <a:ext cx="1049040" cy="619920"/>
            <a:chOff x="7741440" y="394200"/>
            <a:chExt cx="1049040" cy="619920"/>
          </a:xfrm>
        </p:grpSpPr>
        <p:grpSp>
          <p:nvGrpSpPr>
            <p:cNvPr id="953" name="Grafik 9"/>
            <p:cNvGrpSpPr/>
            <p:nvPr/>
          </p:nvGrpSpPr>
          <p:grpSpPr>
            <a:xfrm>
              <a:off x="7741440" y="394200"/>
              <a:ext cx="883800" cy="431280"/>
              <a:chOff x="7741440" y="394200"/>
              <a:chExt cx="883800" cy="431280"/>
            </a:xfrm>
          </p:grpSpPr>
          <p:sp>
            <p:nvSpPr>
              <p:cNvPr id="954" name="Freihandform: Form 20"/>
              <p:cNvSpPr/>
              <p:nvPr/>
            </p:nvSpPr>
            <p:spPr>
              <a:xfrm>
                <a:off x="8358120" y="480600"/>
                <a:ext cx="267120" cy="26748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267480"/>
                  <a:gd name="textAreaBottom" fmla="*/ 268560 h 267480"/>
                  <a:gd name="GluePoint1X" fmla="*/ 0 w 746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55" name="Freihandform: Form 21"/>
              <p:cNvSpPr/>
              <p:nvPr/>
            </p:nvSpPr>
            <p:spPr>
              <a:xfrm>
                <a:off x="7741440" y="394200"/>
                <a:ext cx="267120" cy="34740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347400"/>
                  <a:gd name="textAreaBottom" fmla="*/ 348480 h 347400"/>
                  <a:gd name="GluePoint1X" fmla="*/ 0 w 968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56" name="Freihandform: Form 22"/>
              <p:cNvSpPr/>
              <p:nvPr/>
            </p:nvSpPr>
            <p:spPr>
              <a:xfrm>
                <a:off x="8050680" y="394200"/>
                <a:ext cx="267120" cy="34740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347400"/>
                  <a:gd name="textAreaBottom" fmla="*/ 348480 h 347400"/>
                  <a:gd name="GluePoint1X" fmla="*/ 0 w 968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57" name="Freihandform: Form 23"/>
              <p:cNvSpPr/>
              <p:nvPr/>
            </p:nvSpPr>
            <p:spPr>
              <a:xfrm>
                <a:off x="784800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58" name="Freihandform: Form 24"/>
              <p:cNvSpPr/>
              <p:nvPr/>
            </p:nvSpPr>
            <p:spPr>
              <a:xfrm>
                <a:off x="795816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59" name="Freihandform: Form 25"/>
              <p:cNvSpPr/>
              <p:nvPr/>
            </p:nvSpPr>
            <p:spPr>
              <a:xfrm>
                <a:off x="821232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960" name="Freihandform: Form 26"/>
            <p:cNvSpPr/>
            <p:nvPr/>
          </p:nvSpPr>
          <p:spPr>
            <a:xfrm>
              <a:off x="7741440" y="817920"/>
              <a:ext cx="42480" cy="56880"/>
            </a:xfrm>
            <a:custGeom>
              <a:avLst/>
              <a:gdLst>
                <a:gd name="textAreaLeft" fmla="*/ 0 w 42480"/>
                <a:gd name="textAreaRight" fmla="*/ 43560 w 42480"/>
                <a:gd name="textAreaTop" fmla="*/ 0 h 56880"/>
                <a:gd name="textAreaBottom" fmla="*/ 57960 h 56880"/>
                <a:gd name="GluePoint1X" fmla="*/ 0 w 161"/>
                <a:gd name="GluePoint1Y" fmla="*/ 0 h 121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61" name="Freihandform: Form 27"/>
            <p:cNvSpPr/>
            <p:nvPr/>
          </p:nvSpPr>
          <p:spPr>
            <a:xfrm>
              <a:off x="7799760" y="834120"/>
              <a:ext cx="35280" cy="42480"/>
            </a:xfrm>
            <a:custGeom>
              <a:avLst/>
              <a:gdLst>
                <a:gd name="textAreaLeft" fmla="*/ 0 w 35280"/>
                <a:gd name="textAreaRight" fmla="*/ 36360 w 35280"/>
                <a:gd name="textAreaTop" fmla="*/ 0 h 42480"/>
                <a:gd name="textAreaBottom" fmla="*/ 43560 h 42480"/>
              </a:gdLst>
              <a:ahLst/>
              <a:cxnLst/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62" name="Freihandform: Form 28"/>
            <p:cNvSpPr/>
            <p:nvPr/>
          </p:nvSpPr>
          <p:spPr>
            <a:xfrm>
              <a:off x="784908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963" name="Grafik 9"/>
            <p:cNvGrpSpPr/>
            <p:nvPr/>
          </p:nvGrpSpPr>
          <p:grpSpPr>
            <a:xfrm>
              <a:off x="7872120" y="834120"/>
              <a:ext cx="74160" cy="40680"/>
              <a:chOff x="7872120" y="834120"/>
              <a:chExt cx="74160" cy="40680"/>
            </a:xfrm>
          </p:grpSpPr>
          <p:sp>
            <p:nvSpPr>
              <p:cNvPr id="964" name="Freihandform: Form 30"/>
              <p:cNvSpPr/>
              <p:nvPr/>
            </p:nvSpPr>
            <p:spPr>
              <a:xfrm>
                <a:off x="7872120" y="834120"/>
                <a:ext cx="33480" cy="406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0680"/>
                  <a:gd name="textAreaBottom" fmla="*/ 41760 h 40680"/>
                </a:gdLst>
                <a:ahLst/>
                <a:cxnLst/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65" name="Freihandform: Form 31"/>
              <p:cNvSpPr/>
              <p:nvPr/>
            </p:nvSpPr>
            <p:spPr>
              <a:xfrm>
                <a:off x="7922160" y="834120"/>
                <a:ext cx="24120" cy="40680"/>
              </a:xfrm>
              <a:custGeom>
                <a:avLst/>
                <a:gdLst>
                  <a:gd name="textAreaLeft" fmla="*/ 0 w 24120"/>
                  <a:gd name="textAreaRight" fmla="*/ 25200 w 24120"/>
                  <a:gd name="textAreaTop" fmla="*/ 0 h 40680"/>
                  <a:gd name="textAreaBottom" fmla="*/ 41760 h 40680"/>
                </a:gdLst>
                <a:ahLst/>
                <a:cxnLst/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2240" tIns="-3240" rIns="1224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966" name="Freihandform: Form 32"/>
            <p:cNvSpPr/>
            <p:nvPr/>
          </p:nvSpPr>
          <p:spPr>
            <a:xfrm>
              <a:off x="795924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967" name="Grafik 9"/>
            <p:cNvGrpSpPr/>
            <p:nvPr/>
          </p:nvGrpSpPr>
          <p:grpSpPr>
            <a:xfrm>
              <a:off x="7979760" y="812160"/>
              <a:ext cx="78120" cy="64440"/>
              <a:chOff x="7979760" y="812160"/>
              <a:chExt cx="78120" cy="64440"/>
            </a:xfrm>
          </p:grpSpPr>
          <p:sp>
            <p:nvSpPr>
              <p:cNvPr id="968" name="Freihandform: Form 34"/>
              <p:cNvSpPr/>
              <p:nvPr/>
            </p:nvSpPr>
            <p:spPr>
              <a:xfrm>
                <a:off x="7979760" y="834120"/>
                <a:ext cx="33480" cy="424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2480"/>
                  <a:gd name="textAreaBottom" fmla="*/ 43560 h 42480"/>
                </a:gdLst>
                <a:ahLst/>
                <a:cxnLst/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1440" rIns="1692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69" name="Freihandform: Form 35"/>
              <p:cNvSpPr/>
              <p:nvPr/>
            </p:nvSpPr>
            <p:spPr>
              <a:xfrm>
                <a:off x="8024400" y="812160"/>
                <a:ext cx="33480" cy="622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62280"/>
                  <a:gd name="textAreaBottom" fmla="*/ 63360 h 62280"/>
                  <a:gd name="GluePoint1X" fmla="*/ 0 w 176"/>
                  <a:gd name="GluePoint1Y" fmla="*/ 0 h 96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18360" rIns="1692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970" name="Freihandform: Form 36"/>
            <p:cNvSpPr/>
            <p:nvPr/>
          </p:nvSpPr>
          <p:spPr>
            <a:xfrm>
              <a:off x="8106480" y="817920"/>
              <a:ext cx="42480" cy="56880"/>
            </a:xfrm>
            <a:custGeom>
              <a:avLst/>
              <a:gdLst>
                <a:gd name="textAreaLeft" fmla="*/ 0 w 42480"/>
                <a:gd name="textAreaRight" fmla="*/ 43560 w 42480"/>
                <a:gd name="textAreaTop" fmla="*/ 0 h 56880"/>
                <a:gd name="textAreaBottom" fmla="*/ 57960 h 56880"/>
                <a:gd name="GluePoint1X" fmla="*/ 0 w 161"/>
                <a:gd name="GluePoint1Y" fmla="*/ 0 h 121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71" name="Freihandform: Form 37"/>
            <p:cNvSpPr/>
            <p:nvPr/>
          </p:nvSpPr>
          <p:spPr>
            <a:xfrm>
              <a:off x="8164800" y="834120"/>
              <a:ext cx="35280" cy="42480"/>
            </a:xfrm>
            <a:custGeom>
              <a:avLst/>
              <a:gdLst>
                <a:gd name="textAreaLeft" fmla="*/ 0 w 35280"/>
                <a:gd name="textAreaRight" fmla="*/ 36360 w 35280"/>
                <a:gd name="textAreaTop" fmla="*/ 0 h 42480"/>
                <a:gd name="textAreaBottom" fmla="*/ 43560 h 42480"/>
              </a:gdLst>
              <a:ahLst/>
              <a:cxnLst/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72" name="Freihandform: Form 38"/>
            <p:cNvSpPr/>
            <p:nvPr/>
          </p:nvSpPr>
          <p:spPr>
            <a:xfrm>
              <a:off x="821340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973" name="Grafik 9"/>
            <p:cNvGrpSpPr/>
            <p:nvPr/>
          </p:nvGrpSpPr>
          <p:grpSpPr>
            <a:xfrm>
              <a:off x="7741440" y="834120"/>
              <a:ext cx="1049040" cy="180000"/>
              <a:chOff x="7741440" y="834120"/>
              <a:chExt cx="1049040" cy="180000"/>
            </a:xfrm>
          </p:grpSpPr>
          <p:sp>
            <p:nvSpPr>
              <p:cNvPr id="974" name="Freihandform: Form 40"/>
              <p:cNvSpPr/>
              <p:nvPr/>
            </p:nvSpPr>
            <p:spPr>
              <a:xfrm>
                <a:off x="8236440" y="834120"/>
                <a:ext cx="33480" cy="406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0680"/>
                  <a:gd name="textAreaBottom" fmla="*/ 41760 h 40680"/>
                </a:gdLst>
                <a:ahLst/>
                <a:cxnLst/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75" name="Freihandform: Form 41"/>
              <p:cNvSpPr/>
              <p:nvPr/>
            </p:nvSpPr>
            <p:spPr>
              <a:xfrm>
                <a:off x="8284680" y="834120"/>
                <a:ext cx="35280" cy="42480"/>
              </a:xfrm>
              <a:custGeom>
                <a:avLst/>
                <a:gdLst>
                  <a:gd name="textAreaLeft" fmla="*/ 0 w 35280"/>
                  <a:gd name="textAreaRight" fmla="*/ 36360 w 35280"/>
                  <a:gd name="textAreaTop" fmla="*/ 0 h 42480"/>
                  <a:gd name="textAreaBottom" fmla="*/ 43560 h 42480"/>
                </a:gdLst>
                <a:ahLst/>
                <a:cxnLst/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640" tIns="-1440" rIns="1764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76" name="Freihandform: Form 42"/>
              <p:cNvSpPr/>
              <p:nvPr/>
            </p:nvSpPr>
            <p:spPr>
              <a:xfrm>
                <a:off x="7741440" y="914040"/>
                <a:ext cx="883440" cy="62280"/>
              </a:xfrm>
              <a:custGeom>
                <a:avLst/>
                <a:gdLst>
                  <a:gd name="textAreaLeft" fmla="*/ 0 w 883440"/>
                  <a:gd name="textAreaRight" fmla="*/ 884520 w 883440"/>
                  <a:gd name="textAreaTop" fmla="*/ 0 h 62280"/>
                  <a:gd name="textAreaBottom" fmla="*/ 63360 h 62280"/>
                </a:gdLst>
                <a:ahLst/>
                <a:cxnLst/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77" name="Freihandform: Form 43"/>
              <p:cNvSpPr/>
              <p:nvPr/>
            </p:nvSpPr>
            <p:spPr>
              <a:xfrm>
                <a:off x="8677440" y="915480"/>
                <a:ext cx="113040" cy="98640"/>
              </a:xfrm>
              <a:custGeom>
                <a:avLst/>
                <a:gdLst>
                  <a:gd name="textAreaLeft" fmla="*/ 0 w 113040"/>
                  <a:gd name="textAreaRight" fmla="*/ 114120 w 113040"/>
                  <a:gd name="textAreaTop" fmla="*/ 0 h 98640"/>
                  <a:gd name="textAreaBottom" fmla="*/ 99720 h 98640"/>
                  <a:gd name="GluePoint1X" fmla="*/ 0 w 277"/>
                  <a:gd name="GluePoint1Y" fmla="*/ 0 h 317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520" tIns="45000" rIns="5652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978" name="Freihandform: Form 44"/>
          <p:cNvSpPr/>
          <p:nvPr/>
        </p:nvSpPr>
        <p:spPr>
          <a:xfrm>
            <a:off x="-5040" y="407880"/>
            <a:ext cx="336240" cy="293760"/>
          </a:xfrm>
          <a:custGeom>
            <a:avLst/>
            <a:gdLst>
              <a:gd name="textAreaLeft" fmla="*/ 0 w 336240"/>
              <a:gd name="textAreaRight" fmla="*/ 337320 w 336240"/>
              <a:gd name="textAreaTop" fmla="*/ 0 h 293760"/>
              <a:gd name="textAreaBottom" fmla="*/ 294840 h 293760"/>
              <a:gd name="GluePoint1X" fmla="*/ 0 w 819"/>
              <a:gd name="GluePoint1Y" fmla="*/ 0 h 937"/>
            </a:gdLst>
            <a:ahLst/>
            <a:cxnLst>
              <a:cxn ang="0">
                <a:pos x="GluePoint1X" y="GluePoint1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979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5600" cy="45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title style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980" name="PlaceHolder 2"/>
          <p:cNvSpPr>
            <a:spLocks noGrp="1"/>
          </p:cNvSpPr>
          <p:nvPr>
            <p:ph type="ftr" idx="39"/>
          </p:nvPr>
        </p:nvSpPr>
        <p:spPr>
          <a:xfrm>
            <a:off x="628560" y="4975560"/>
            <a:ext cx="7128720" cy="147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1" name="PlaceHolder 3"/>
          <p:cNvSpPr>
            <a:spLocks noGrp="1"/>
          </p:cNvSpPr>
          <p:nvPr>
            <p:ph type="sldNum" idx="40"/>
          </p:nvPr>
        </p:nvSpPr>
        <p:spPr>
          <a:xfrm>
            <a:off x="35640" y="4975560"/>
            <a:ext cx="336240" cy="147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68616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686160">
              <a:lnSpc>
                <a:spcPct val="100000"/>
              </a:lnSpc>
              <a:buNone/>
              <a:tabLst>
                <a:tab pos="0" algn="l"/>
              </a:tabLst>
            </a:pPr>
            <a:fld id="{E213316B-1F74-49FF-9BE9-F4EB0141B717}" type="slidenum">
              <a: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2" name="PlaceHolder 4"/>
          <p:cNvSpPr>
            <a:spLocks noGrp="1"/>
          </p:cNvSpPr>
          <p:nvPr>
            <p:ph type="body"/>
          </p:nvPr>
        </p:nvSpPr>
        <p:spPr>
          <a:xfrm>
            <a:off x="522360" y="1422360"/>
            <a:ext cx="3940560" cy="34912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08200" lvl="2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074600" lvl="3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341360" lvl="4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983" name="PlaceHolder 5"/>
          <p:cNvSpPr>
            <a:spLocks noGrp="1"/>
          </p:cNvSpPr>
          <p:nvPr>
            <p:ph type="body"/>
          </p:nvPr>
        </p:nvSpPr>
        <p:spPr>
          <a:xfrm>
            <a:off x="4680000" y="1422360"/>
            <a:ext cx="3942360" cy="34912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08200" lvl="2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074600" lvl="3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341360" lvl="4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984" name="PlaceHolder 6"/>
          <p:cNvSpPr>
            <a:spLocks noGrp="1"/>
          </p:cNvSpPr>
          <p:nvPr>
            <p:ph type="body"/>
          </p:nvPr>
        </p:nvSpPr>
        <p:spPr>
          <a:xfrm>
            <a:off x="521640" y="1088280"/>
            <a:ext cx="8100000" cy="323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8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Inhalt + Bild rechts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85" name="Gruppieren 6"/>
          <p:cNvGrpSpPr/>
          <p:nvPr/>
        </p:nvGrpSpPr>
        <p:grpSpPr>
          <a:xfrm>
            <a:off x="-5040" y="4950720"/>
            <a:ext cx="9147960" cy="196920"/>
            <a:chOff x="-5040" y="4950720"/>
            <a:chExt cx="9147960" cy="196920"/>
          </a:xfrm>
        </p:grpSpPr>
        <p:sp>
          <p:nvSpPr>
            <p:cNvPr id="986" name="bk object 18"/>
            <p:cNvSpPr/>
            <p:nvPr/>
          </p:nvSpPr>
          <p:spPr>
            <a:xfrm>
              <a:off x="-5040" y="4950720"/>
              <a:ext cx="483840" cy="196920"/>
            </a:xfrm>
            <a:custGeom>
              <a:avLst/>
              <a:gdLst>
                <a:gd name="textAreaLeft" fmla="*/ 0 w 483840"/>
                <a:gd name="textAreaRight" fmla="*/ 484920 w 483840"/>
                <a:gd name="textAreaTop" fmla="*/ 0 h 196920"/>
                <a:gd name="textAreaBottom" fmla="*/ 198000 h 19692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87" name="bk object 18"/>
            <p:cNvSpPr/>
            <p:nvPr/>
          </p:nvSpPr>
          <p:spPr>
            <a:xfrm>
              <a:off x="522360" y="4950720"/>
              <a:ext cx="8620560" cy="196920"/>
            </a:xfrm>
            <a:custGeom>
              <a:avLst/>
              <a:gdLst>
                <a:gd name="textAreaLeft" fmla="*/ 0 w 8620560"/>
                <a:gd name="textAreaRight" fmla="*/ 8621640 w 8620560"/>
                <a:gd name="textAreaTop" fmla="*/ 0 h 196920"/>
                <a:gd name="textAreaBottom" fmla="*/ 198000 h 19692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88" name="Holder 3"/>
            <p:cNvSpPr/>
            <p:nvPr/>
          </p:nvSpPr>
          <p:spPr>
            <a:xfrm>
              <a:off x="8194680" y="4966200"/>
              <a:ext cx="448560" cy="1666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989" name="Gerader Verbinder 11"/>
          <p:cNvCxnSpPr/>
          <p:nvPr/>
        </p:nvCxnSpPr>
        <p:spPr>
          <a:xfrm>
            <a:off x="521280" y="974520"/>
            <a:ext cx="6833160" cy="108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990" name="Grafik 9"/>
          <p:cNvGrpSpPr/>
          <p:nvPr/>
        </p:nvGrpSpPr>
        <p:grpSpPr>
          <a:xfrm>
            <a:off x="7741440" y="394200"/>
            <a:ext cx="1049040" cy="619920"/>
            <a:chOff x="7741440" y="394200"/>
            <a:chExt cx="1049040" cy="619920"/>
          </a:xfrm>
        </p:grpSpPr>
        <p:grpSp>
          <p:nvGrpSpPr>
            <p:cNvPr id="991" name="Grafik 9"/>
            <p:cNvGrpSpPr/>
            <p:nvPr/>
          </p:nvGrpSpPr>
          <p:grpSpPr>
            <a:xfrm>
              <a:off x="7741440" y="394200"/>
              <a:ext cx="883800" cy="431280"/>
              <a:chOff x="7741440" y="394200"/>
              <a:chExt cx="883800" cy="431280"/>
            </a:xfrm>
          </p:grpSpPr>
          <p:sp>
            <p:nvSpPr>
              <p:cNvPr id="992" name="Freihandform: Form 20"/>
              <p:cNvSpPr/>
              <p:nvPr/>
            </p:nvSpPr>
            <p:spPr>
              <a:xfrm>
                <a:off x="8358120" y="480600"/>
                <a:ext cx="267120" cy="26748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267480"/>
                  <a:gd name="textAreaBottom" fmla="*/ 268560 h 267480"/>
                  <a:gd name="GluePoint1X" fmla="*/ 0 w 746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93" name="Freihandform: Form 21"/>
              <p:cNvSpPr/>
              <p:nvPr/>
            </p:nvSpPr>
            <p:spPr>
              <a:xfrm>
                <a:off x="7741440" y="394200"/>
                <a:ext cx="267120" cy="34740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347400"/>
                  <a:gd name="textAreaBottom" fmla="*/ 348480 h 347400"/>
                  <a:gd name="GluePoint1X" fmla="*/ 0 w 968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94" name="Freihandform: Form 22"/>
              <p:cNvSpPr/>
              <p:nvPr/>
            </p:nvSpPr>
            <p:spPr>
              <a:xfrm>
                <a:off x="8050680" y="394200"/>
                <a:ext cx="267120" cy="34740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347400"/>
                  <a:gd name="textAreaBottom" fmla="*/ 348480 h 347400"/>
                  <a:gd name="GluePoint1X" fmla="*/ 0 w 968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95" name="Freihandform: Form 23"/>
              <p:cNvSpPr/>
              <p:nvPr/>
            </p:nvSpPr>
            <p:spPr>
              <a:xfrm>
                <a:off x="784800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96" name="Freihandform: Form 24"/>
              <p:cNvSpPr/>
              <p:nvPr/>
            </p:nvSpPr>
            <p:spPr>
              <a:xfrm>
                <a:off x="795816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97" name="Freihandform: Form 25"/>
              <p:cNvSpPr/>
              <p:nvPr/>
            </p:nvSpPr>
            <p:spPr>
              <a:xfrm>
                <a:off x="821232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998" name="Freihandform: Form 26"/>
            <p:cNvSpPr/>
            <p:nvPr/>
          </p:nvSpPr>
          <p:spPr>
            <a:xfrm>
              <a:off x="7741440" y="817920"/>
              <a:ext cx="42480" cy="56880"/>
            </a:xfrm>
            <a:custGeom>
              <a:avLst/>
              <a:gdLst>
                <a:gd name="textAreaLeft" fmla="*/ 0 w 42480"/>
                <a:gd name="textAreaRight" fmla="*/ 43560 w 42480"/>
                <a:gd name="textAreaTop" fmla="*/ 0 h 56880"/>
                <a:gd name="textAreaBottom" fmla="*/ 57960 h 56880"/>
                <a:gd name="GluePoint1X" fmla="*/ 0 w 161"/>
                <a:gd name="GluePoint1Y" fmla="*/ 0 h 121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99" name="Freihandform: Form 27"/>
            <p:cNvSpPr/>
            <p:nvPr/>
          </p:nvSpPr>
          <p:spPr>
            <a:xfrm>
              <a:off x="7799760" y="834120"/>
              <a:ext cx="35280" cy="42480"/>
            </a:xfrm>
            <a:custGeom>
              <a:avLst/>
              <a:gdLst>
                <a:gd name="textAreaLeft" fmla="*/ 0 w 35280"/>
                <a:gd name="textAreaRight" fmla="*/ 36360 w 35280"/>
                <a:gd name="textAreaTop" fmla="*/ 0 h 42480"/>
                <a:gd name="textAreaBottom" fmla="*/ 43560 h 42480"/>
              </a:gdLst>
              <a:ahLst/>
              <a:cxnLst/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00" name="Freihandform: Form 28"/>
            <p:cNvSpPr/>
            <p:nvPr/>
          </p:nvSpPr>
          <p:spPr>
            <a:xfrm>
              <a:off x="784908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001" name="Grafik 9"/>
            <p:cNvGrpSpPr/>
            <p:nvPr/>
          </p:nvGrpSpPr>
          <p:grpSpPr>
            <a:xfrm>
              <a:off x="7872120" y="834120"/>
              <a:ext cx="74160" cy="40680"/>
              <a:chOff x="7872120" y="834120"/>
              <a:chExt cx="74160" cy="40680"/>
            </a:xfrm>
          </p:grpSpPr>
          <p:sp>
            <p:nvSpPr>
              <p:cNvPr id="1002" name="Freihandform: Form 30"/>
              <p:cNvSpPr/>
              <p:nvPr/>
            </p:nvSpPr>
            <p:spPr>
              <a:xfrm>
                <a:off x="7872120" y="834120"/>
                <a:ext cx="33480" cy="406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0680"/>
                  <a:gd name="textAreaBottom" fmla="*/ 41760 h 40680"/>
                </a:gdLst>
                <a:ahLst/>
                <a:cxnLst/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03" name="Freihandform: Form 31"/>
              <p:cNvSpPr/>
              <p:nvPr/>
            </p:nvSpPr>
            <p:spPr>
              <a:xfrm>
                <a:off x="7922160" y="834120"/>
                <a:ext cx="24120" cy="40680"/>
              </a:xfrm>
              <a:custGeom>
                <a:avLst/>
                <a:gdLst>
                  <a:gd name="textAreaLeft" fmla="*/ 0 w 24120"/>
                  <a:gd name="textAreaRight" fmla="*/ 25200 w 24120"/>
                  <a:gd name="textAreaTop" fmla="*/ 0 h 40680"/>
                  <a:gd name="textAreaBottom" fmla="*/ 41760 h 40680"/>
                </a:gdLst>
                <a:ahLst/>
                <a:cxnLst/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2240" tIns="-3240" rIns="1224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004" name="Freihandform: Form 32"/>
            <p:cNvSpPr/>
            <p:nvPr/>
          </p:nvSpPr>
          <p:spPr>
            <a:xfrm>
              <a:off x="795924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005" name="Grafik 9"/>
            <p:cNvGrpSpPr/>
            <p:nvPr/>
          </p:nvGrpSpPr>
          <p:grpSpPr>
            <a:xfrm>
              <a:off x="7979760" y="812160"/>
              <a:ext cx="78120" cy="64440"/>
              <a:chOff x="7979760" y="812160"/>
              <a:chExt cx="78120" cy="64440"/>
            </a:xfrm>
          </p:grpSpPr>
          <p:sp>
            <p:nvSpPr>
              <p:cNvPr id="1006" name="Freihandform: Form 34"/>
              <p:cNvSpPr/>
              <p:nvPr/>
            </p:nvSpPr>
            <p:spPr>
              <a:xfrm>
                <a:off x="7979760" y="834120"/>
                <a:ext cx="33480" cy="424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2480"/>
                  <a:gd name="textAreaBottom" fmla="*/ 43560 h 42480"/>
                </a:gdLst>
                <a:ahLst/>
                <a:cxnLst/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1440" rIns="1692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07" name="Freihandform: Form 35"/>
              <p:cNvSpPr/>
              <p:nvPr/>
            </p:nvSpPr>
            <p:spPr>
              <a:xfrm>
                <a:off x="8024400" y="812160"/>
                <a:ext cx="33480" cy="622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62280"/>
                  <a:gd name="textAreaBottom" fmla="*/ 63360 h 62280"/>
                  <a:gd name="GluePoint1X" fmla="*/ 0 w 176"/>
                  <a:gd name="GluePoint1Y" fmla="*/ 0 h 96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18360" rIns="1692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008" name="Freihandform: Form 36"/>
            <p:cNvSpPr/>
            <p:nvPr/>
          </p:nvSpPr>
          <p:spPr>
            <a:xfrm>
              <a:off x="8106480" y="817920"/>
              <a:ext cx="42480" cy="56880"/>
            </a:xfrm>
            <a:custGeom>
              <a:avLst/>
              <a:gdLst>
                <a:gd name="textAreaLeft" fmla="*/ 0 w 42480"/>
                <a:gd name="textAreaRight" fmla="*/ 43560 w 42480"/>
                <a:gd name="textAreaTop" fmla="*/ 0 h 56880"/>
                <a:gd name="textAreaBottom" fmla="*/ 57960 h 56880"/>
                <a:gd name="GluePoint1X" fmla="*/ 0 w 161"/>
                <a:gd name="GluePoint1Y" fmla="*/ 0 h 121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09" name="Freihandform: Form 37"/>
            <p:cNvSpPr/>
            <p:nvPr/>
          </p:nvSpPr>
          <p:spPr>
            <a:xfrm>
              <a:off x="8164800" y="834120"/>
              <a:ext cx="35280" cy="42480"/>
            </a:xfrm>
            <a:custGeom>
              <a:avLst/>
              <a:gdLst>
                <a:gd name="textAreaLeft" fmla="*/ 0 w 35280"/>
                <a:gd name="textAreaRight" fmla="*/ 36360 w 35280"/>
                <a:gd name="textAreaTop" fmla="*/ 0 h 42480"/>
                <a:gd name="textAreaBottom" fmla="*/ 43560 h 42480"/>
              </a:gdLst>
              <a:ahLst/>
              <a:cxnLst/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10" name="Freihandform: Form 38"/>
            <p:cNvSpPr/>
            <p:nvPr/>
          </p:nvSpPr>
          <p:spPr>
            <a:xfrm>
              <a:off x="821340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011" name="Grafik 9"/>
            <p:cNvGrpSpPr/>
            <p:nvPr/>
          </p:nvGrpSpPr>
          <p:grpSpPr>
            <a:xfrm>
              <a:off x="7741440" y="834120"/>
              <a:ext cx="1049040" cy="180000"/>
              <a:chOff x="7741440" y="834120"/>
              <a:chExt cx="1049040" cy="180000"/>
            </a:xfrm>
          </p:grpSpPr>
          <p:sp>
            <p:nvSpPr>
              <p:cNvPr id="1012" name="Freihandform: Form 40"/>
              <p:cNvSpPr/>
              <p:nvPr/>
            </p:nvSpPr>
            <p:spPr>
              <a:xfrm>
                <a:off x="8236440" y="834120"/>
                <a:ext cx="33480" cy="406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0680"/>
                  <a:gd name="textAreaBottom" fmla="*/ 41760 h 40680"/>
                </a:gdLst>
                <a:ahLst/>
                <a:cxnLst/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13" name="Freihandform: Form 41"/>
              <p:cNvSpPr/>
              <p:nvPr/>
            </p:nvSpPr>
            <p:spPr>
              <a:xfrm>
                <a:off x="8284680" y="834120"/>
                <a:ext cx="35280" cy="42480"/>
              </a:xfrm>
              <a:custGeom>
                <a:avLst/>
                <a:gdLst>
                  <a:gd name="textAreaLeft" fmla="*/ 0 w 35280"/>
                  <a:gd name="textAreaRight" fmla="*/ 36360 w 35280"/>
                  <a:gd name="textAreaTop" fmla="*/ 0 h 42480"/>
                  <a:gd name="textAreaBottom" fmla="*/ 43560 h 42480"/>
                </a:gdLst>
                <a:ahLst/>
                <a:cxnLst/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640" tIns="-1440" rIns="1764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14" name="Freihandform: Form 42"/>
              <p:cNvSpPr/>
              <p:nvPr/>
            </p:nvSpPr>
            <p:spPr>
              <a:xfrm>
                <a:off x="7741440" y="914040"/>
                <a:ext cx="883440" cy="62280"/>
              </a:xfrm>
              <a:custGeom>
                <a:avLst/>
                <a:gdLst>
                  <a:gd name="textAreaLeft" fmla="*/ 0 w 883440"/>
                  <a:gd name="textAreaRight" fmla="*/ 884520 w 883440"/>
                  <a:gd name="textAreaTop" fmla="*/ 0 h 62280"/>
                  <a:gd name="textAreaBottom" fmla="*/ 63360 h 62280"/>
                </a:gdLst>
                <a:ahLst/>
                <a:cxnLst/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15" name="Freihandform: Form 43"/>
              <p:cNvSpPr/>
              <p:nvPr/>
            </p:nvSpPr>
            <p:spPr>
              <a:xfrm>
                <a:off x="8677440" y="915480"/>
                <a:ext cx="113040" cy="98640"/>
              </a:xfrm>
              <a:custGeom>
                <a:avLst/>
                <a:gdLst>
                  <a:gd name="textAreaLeft" fmla="*/ 0 w 113040"/>
                  <a:gd name="textAreaRight" fmla="*/ 114120 w 113040"/>
                  <a:gd name="textAreaTop" fmla="*/ 0 h 98640"/>
                  <a:gd name="textAreaBottom" fmla="*/ 99720 h 98640"/>
                  <a:gd name="GluePoint1X" fmla="*/ 0 w 277"/>
                  <a:gd name="GluePoint1Y" fmla="*/ 0 h 317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520" tIns="45000" rIns="5652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1016" name="Freihandform: Form 44"/>
          <p:cNvSpPr/>
          <p:nvPr/>
        </p:nvSpPr>
        <p:spPr>
          <a:xfrm>
            <a:off x="-5040" y="407880"/>
            <a:ext cx="336240" cy="293760"/>
          </a:xfrm>
          <a:custGeom>
            <a:avLst/>
            <a:gdLst>
              <a:gd name="textAreaLeft" fmla="*/ 0 w 336240"/>
              <a:gd name="textAreaRight" fmla="*/ 337320 w 336240"/>
              <a:gd name="textAreaTop" fmla="*/ 0 h 293760"/>
              <a:gd name="textAreaBottom" fmla="*/ 294840 h 293760"/>
              <a:gd name="GluePoint1X" fmla="*/ 0 w 819"/>
              <a:gd name="GluePoint1Y" fmla="*/ 0 h 937"/>
            </a:gdLst>
            <a:ahLst/>
            <a:cxnLst>
              <a:cxn ang="0">
                <a:pos x="GluePoint1X" y="GluePoint1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017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5600" cy="45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title style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018" name="PlaceHolder 2"/>
          <p:cNvSpPr>
            <a:spLocks noGrp="1"/>
          </p:cNvSpPr>
          <p:nvPr>
            <p:ph type="ftr" idx="41"/>
          </p:nvPr>
        </p:nvSpPr>
        <p:spPr>
          <a:xfrm>
            <a:off x="628560" y="4975560"/>
            <a:ext cx="7128720" cy="147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9" name="PlaceHolder 3"/>
          <p:cNvSpPr>
            <a:spLocks noGrp="1"/>
          </p:cNvSpPr>
          <p:nvPr>
            <p:ph type="sldNum" idx="42"/>
          </p:nvPr>
        </p:nvSpPr>
        <p:spPr>
          <a:xfrm>
            <a:off x="35640" y="4975560"/>
            <a:ext cx="336240" cy="147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68616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686160">
              <a:lnSpc>
                <a:spcPct val="100000"/>
              </a:lnSpc>
              <a:buNone/>
              <a:tabLst>
                <a:tab pos="0" algn="l"/>
              </a:tabLst>
            </a:pPr>
            <a:fld id="{AF859E31-7294-49D0-92A5-5062DBAEC2B8}" type="slidenum">
              <a: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0" name="PlaceHolder 4"/>
          <p:cNvSpPr>
            <a:spLocks noGrp="1"/>
          </p:cNvSpPr>
          <p:nvPr>
            <p:ph type="body"/>
          </p:nvPr>
        </p:nvSpPr>
        <p:spPr>
          <a:xfrm>
            <a:off x="4625640" y="1422360"/>
            <a:ext cx="4517280" cy="349128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txBody>
          <a:bodyPr lIns="0" tIns="540000" rIns="0" bIns="0" anchor="t">
            <a:noAutofit/>
          </a:bodyPr>
          <a:lstStyle>
            <a:lvl1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</a:lstStyle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Inhaltsplatzhalter</a:t>
            </a: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021" name="PlaceHolder 5"/>
          <p:cNvSpPr>
            <a:spLocks noGrp="1"/>
          </p:cNvSpPr>
          <p:nvPr>
            <p:ph type="body"/>
          </p:nvPr>
        </p:nvSpPr>
        <p:spPr>
          <a:xfrm>
            <a:off x="521640" y="1422360"/>
            <a:ext cx="3753360" cy="34912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  <a:def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  <a:def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08200" lvl="2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074600" lvl="3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341360" lvl="4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022" name="PlaceHolder 6"/>
          <p:cNvSpPr>
            <a:spLocks noGrp="1"/>
          </p:cNvSpPr>
          <p:nvPr>
            <p:ph type="body"/>
          </p:nvPr>
        </p:nvSpPr>
        <p:spPr>
          <a:xfrm>
            <a:off x="521640" y="1088280"/>
            <a:ext cx="3753360" cy="323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8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Inhalt + zwei Bilder rechts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23" name="Gruppieren 6"/>
          <p:cNvGrpSpPr/>
          <p:nvPr/>
        </p:nvGrpSpPr>
        <p:grpSpPr>
          <a:xfrm>
            <a:off x="-5040" y="4950720"/>
            <a:ext cx="9147960" cy="196920"/>
            <a:chOff x="-5040" y="4950720"/>
            <a:chExt cx="9147960" cy="196920"/>
          </a:xfrm>
        </p:grpSpPr>
        <p:sp>
          <p:nvSpPr>
            <p:cNvPr id="1024" name="bk object 18"/>
            <p:cNvSpPr/>
            <p:nvPr/>
          </p:nvSpPr>
          <p:spPr>
            <a:xfrm>
              <a:off x="-5040" y="4950720"/>
              <a:ext cx="483840" cy="196920"/>
            </a:xfrm>
            <a:custGeom>
              <a:avLst/>
              <a:gdLst>
                <a:gd name="textAreaLeft" fmla="*/ 0 w 483840"/>
                <a:gd name="textAreaRight" fmla="*/ 484920 w 483840"/>
                <a:gd name="textAreaTop" fmla="*/ 0 h 196920"/>
                <a:gd name="textAreaBottom" fmla="*/ 198000 h 19692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25" name="bk object 18"/>
            <p:cNvSpPr/>
            <p:nvPr/>
          </p:nvSpPr>
          <p:spPr>
            <a:xfrm>
              <a:off x="522360" y="4950720"/>
              <a:ext cx="8620560" cy="196920"/>
            </a:xfrm>
            <a:custGeom>
              <a:avLst/>
              <a:gdLst>
                <a:gd name="textAreaLeft" fmla="*/ 0 w 8620560"/>
                <a:gd name="textAreaRight" fmla="*/ 8621640 w 8620560"/>
                <a:gd name="textAreaTop" fmla="*/ 0 h 196920"/>
                <a:gd name="textAreaBottom" fmla="*/ 198000 h 19692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26" name="Holder 3"/>
            <p:cNvSpPr/>
            <p:nvPr/>
          </p:nvSpPr>
          <p:spPr>
            <a:xfrm>
              <a:off x="8194680" y="4966200"/>
              <a:ext cx="448560" cy="1666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1027" name="Gerader Verbinder 11"/>
          <p:cNvCxnSpPr/>
          <p:nvPr/>
        </p:nvCxnSpPr>
        <p:spPr>
          <a:xfrm>
            <a:off x="521280" y="974520"/>
            <a:ext cx="6833160" cy="108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1028" name="Grafik 9"/>
          <p:cNvGrpSpPr/>
          <p:nvPr/>
        </p:nvGrpSpPr>
        <p:grpSpPr>
          <a:xfrm>
            <a:off x="7741440" y="394200"/>
            <a:ext cx="1049040" cy="619920"/>
            <a:chOff x="7741440" y="394200"/>
            <a:chExt cx="1049040" cy="619920"/>
          </a:xfrm>
        </p:grpSpPr>
        <p:grpSp>
          <p:nvGrpSpPr>
            <p:cNvPr id="1029" name="Grafik 9"/>
            <p:cNvGrpSpPr/>
            <p:nvPr/>
          </p:nvGrpSpPr>
          <p:grpSpPr>
            <a:xfrm>
              <a:off x="7741440" y="394200"/>
              <a:ext cx="883800" cy="431280"/>
              <a:chOff x="7741440" y="394200"/>
              <a:chExt cx="883800" cy="431280"/>
            </a:xfrm>
          </p:grpSpPr>
          <p:sp>
            <p:nvSpPr>
              <p:cNvPr id="1030" name="Freihandform: Form 20"/>
              <p:cNvSpPr/>
              <p:nvPr/>
            </p:nvSpPr>
            <p:spPr>
              <a:xfrm>
                <a:off x="8358120" y="480600"/>
                <a:ext cx="267120" cy="26748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267480"/>
                  <a:gd name="textAreaBottom" fmla="*/ 268560 h 267480"/>
                  <a:gd name="GluePoint1X" fmla="*/ 0 w 746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31" name="Freihandform: Form 21"/>
              <p:cNvSpPr/>
              <p:nvPr/>
            </p:nvSpPr>
            <p:spPr>
              <a:xfrm>
                <a:off x="7741440" y="394200"/>
                <a:ext cx="267120" cy="34740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347400"/>
                  <a:gd name="textAreaBottom" fmla="*/ 348480 h 347400"/>
                  <a:gd name="GluePoint1X" fmla="*/ 0 w 968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32" name="Freihandform: Form 22"/>
              <p:cNvSpPr/>
              <p:nvPr/>
            </p:nvSpPr>
            <p:spPr>
              <a:xfrm>
                <a:off x="8050680" y="394200"/>
                <a:ext cx="267120" cy="34740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347400"/>
                  <a:gd name="textAreaBottom" fmla="*/ 348480 h 347400"/>
                  <a:gd name="GluePoint1X" fmla="*/ 0 w 968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33" name="Freihandform: Form 23"/>
              <p:cNvSpPr/>
              <p:nvPr/>
            </p:nvSpPr>
            <p:spPr>
              <a:xfrm>
                <a:off x="784800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34" name="Freihandform: Form 24"/>
              <p:cNvSpPr/>
              <p:nvPr/>
            </p:nvSpPr>
            <p:spPr>
              <a:xfrm>
                <a:off x="795816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35" name="Freihandform: Form 25"/>
              <p:cNvSpPr/>
              <p:nvPr/>
            </p:nvSpPr>
            <p:spPr>
              <a:xfrm>
                <a:off x="821232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036" name="Freihandform: Form 26"/>
            <p:cNvSpPr/>
            <p:nvPr/>
          </p:nvSpPr>
          <p:spPr>
            <a:xfrm>
              <a:off x="7741440" y="817920"/>
              <a:ext cx="42480" cy="56880"/>
            </a:xfrm>
            <a:custGeom>
              <a:avLst/>
              <a:gdLst>
                <a:gd name="textAreaLeft" fmla="*/ 0 w 42480"/>
                <a:gd name="textAreaRight" fmla="*/ 43560 w 42480"/>
                <a:gd name="textAreaTop" fmla="*/ 0 h 56880"/>
                <a:gd name="textAreaBottom" fmla="*/ 57960 h 56880"/>
                <a:gd name="GluePoint1X" fmla="*/ 0 w 161"/>
                <a:gd name="GluePoint1Y" fmla="*/ 0 h 121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37" name="Freihandform: Form 27"/>
            <p:cNvSpPr/>
            <p:nvPr/>
          </p:nvSpPr>
          <p:spPr>
            <a:xfrm>
              <a:off x="7799760" y="834120"/>
              <a:ext cx="35280" cy="42480"/>
            </a:xfrm>
            <a:custGeom>
              <a:avLst/>
              <a:gdLst>
                <a:gd name="textAreaLeft" fmla="*/ 0 w 35280"/>
                <a:gd name="textAreaRight" fmla="*/ 36360 w 35280"/>
                <a:gd name="textAreaTop" fmla="*/ 0 h 42480"/>
                <a:gd name="textAreaBottom" fmla="*/ 43560 h 42480"/>
              </a:gdLst>
              <a:ahLst/>
              <a:cxnLst/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38" name="Freihandform: Form 28"/>
            <p:cNvSpPr/>
            <p:nvPr/>
          </p:nvSpPr>
          <p:spPr>
            <a:xfrm>
              <a:off x="784908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039" name="Grafik 9"/>
            <p:cNvGrpSpPr/>
            <p:nvPr/>
          </p:nvGrpSpPr>
          <p:grpSpPr>
            <a:xfrm>
              <a:off x="7872120" y="834120"/>
              <a:ext cx="74160" cy="40680"/>
              <a:chOff x="7872120" y="834120"/>
              <a:chExt cx="74160" cy="40680"/>
            </a:xfrm>
          </p:grpSpPr>
          <p:sp>
            <p:nvSpPr>
              <p:cNvPr id="1040" name="Freihandform: Form 30"/>
              <p:cNvSpPr/>
              <p:nvPr/>
            </p:nvSpPr>
            <p:spPr>
              <a:xfrm>
                <a:off x="7872120" y="834120"/>
                <a:ext cx="33480" cy="406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0680"/>
                  <a:gd name="textAreaBottom" fmla="*/ 41760 h 40680"/>
                </a:gdLst>
                <a:ahLst/>
                <a:cxnLst/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41" name="Freihandform: Form 31"/>
              <p:cNvSpPr/>
              <p:nvPr/>
            </p:nvSpPr>
            <p:spPr>
              <a:xfrm>
                <a:off x="7922160" y="834120"/>
                <a:ext cx="24120" cy="40680"/>
              </a:xfrm>
              <a:custGeom>
                <a:avLst/>
                <a:gdLst>
                  <a:gd name="textAreaLeft" fmla="*/ 0 w 24120"/>
                  <a:gd name="textAreaRight" fmla="*/ 25200 w 24120"/>
                  <a:gd name="textAreaTop" fmla="*/ 0 h 40680"/>
                  <a:gd name="textAreaBottom" fmla="*/ 41760 h 40680"/>
                </a:gdLst>
                <a:ahLst/>
                <a:cxnLst/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2240" tIns="-3240" rIns="1224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042" name="Freihandform: Form 32"/>
            <p:cNvSpPr/>
            <p:nvPr/>
          </p:nvSpPr>
          <p:spPr>
            <a:xfrm>
              <a:off x="795924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043" name="Grafik 9"/>
            <p:cNvGrpSpPr/>
            <p:nvPr/>
          </p:nvGrpSpPr>
          <p:grpSpPr>
            <a:xfrm>
              <a:off x="7979760" y="812160"/>
              <a:ext cx="78120" cy="64440"/>
              <a:chOff x="7979760" y="812160"/>
              <a:chExt cx="78120" cy="64440"/>
            </a:xfrm>
          </p:grpSpPr>
          <p:sp>
            <p:nvSpPr>
              <p:cNvPr id="1044" name="Freihandform: Form 34"/>
              <p:cNvSpPr/>
              <p:nvPr/>
            </p:nvSpPr>
            <p:spPr>
              <a:xfrm>
                <a:off x="7979760" y="834120"/>
                <a:ext cx="33480" cy="424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2480"/>
                  <a:gd name="textAreaBottom" fmla="*/ 43560 h 42480"/>
                </a:gdLst>
                <a:ahLst/>
                <a:cxnLst/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1440" rIns="1692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45" name="Freihandform: Form 35"/>
              <p:cNvSpPr/>
              <p:nvPr/>
            </p:nvSpPr>
            <p:spPr>
              <a:xfrm>
                <a:off x="8024400" y="812160"/>
                <a:ext cx="33480" cy="622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62280"/>
                  <a:gd name="textAreaBottom" fmla="*/ 63360 h 62280"/>
                  <a:gd name="GluePoint1X" fmla="*/ 0 w 176"/>
                  <a:gd name="GluePoint1Y" fmla="*/ 0 h 96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18360" rIns="1692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046" name="Freihandform: Form 36"/>
            <p:cNvSpPr/>
            <p:nvPr/>
          </p:nvSpPr>
          <p:spPr>
            <a:xfrm>
              <a:off x="8106480" y="817920"/>
              <a:ext cx="42480" cy="56880"/>
            </a:xfrm>
            <a:custGeom>
              <a:avLst/>
              <a:gdLst>
                <a:gd name="textAreaLeft" fmla="*/ 0 w 42480"/>
                <a:gd name="textAreaRight" fmla="*/ 43560 w 42480"/>
                <a:gd name="textAreaTop" fmla="*/ 0 h 56880"/>
                <a:gd name="textAreaBottom" fmla="*/ 57960 h 56880"/>
                <a:gd name="GluePoint1X" fmla="*/ 0 w 161"/>
                <a:gd name="GluePoint1Y" fmla="*/ 0 h 121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47" name="Freihandform: Form 37"/>
            <p:cNvSpPr/>
            <p:nvPr/>
          </p:nvSpPr>
          <p:spPr>
            <a:xfrm>
              <a:off x="8164800" y="834120"/>
              <a:ext cx="35280" cy="42480"/>
            </a:xfrm>
            <a:custGeom>
              <a:avLst/>
              <a:gdLst>
                <a:gd name="textAreaLeft" fmla="*/ 0 w 35280"/>
                <a:gd name="textAreaRight" fmla="*/ 36360 w 35280"/>
                <a:gd name="textAreaTop" fmla="*/ 0 h 42480"/>
                <a:gd name="textAreaBottom" fmla="*/ 43560 h 42480"/>
              </a:gdLst>
              <a:ahLst/>
              <a:cxnLst/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48" name="Freihandform: Form 38"/>
            <p:cNvSpPr/>
            <p:nvPr/>
          </p:nvSpPr>
          <p:spPr>
            <a:xfrm>
              <a:off x="821340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049" name="Grafik 9"/>
            <p:cNvGrpSpPr/>
            <p:nvPr/>
          </p:nvGrpSpPr>
          <p:grpSpPr>
            <a:xfrm>
              <a:off x="7741440" y="834120"/>
              <a:ext cx="1049040" cy="180000"/>
              <a:chOff x="7741440" y="834120"/>
              <a:chExt cx="1049040" cy="180000"/>
            </a:xfrm>
          </p:grpSpPr>
          <p:sp>
            <p:nvSpPr>
              <p:cNvPr id="1050" name="Freihandform: Form 40"/>
              <p:cNvSpPr/>
              <p:nvPr/>
            </p:nvSpPr>
            <p:spPr>
              <a:xfrm>
                <a:off x="8236440" y="834120"/>
                <a:ext cx="33480" cy="406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0680"/>
                  <a:gd name="textAreaBottom" fmla="*/ 41760 h 40680"/>
                </a:gdLst>
                <a:ahLst/>
                <a:cxnLst/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51" name="Freihandform: Form 41"/>
              <p:cNvSpPr/>
              <p:nvPr/>
            </p:nvSpPr>
            <p:spPr>
              <a:xfrm>
                <a:off x="8284680" y="834120"/>
                <a:ext cx="35280" cy="42480"/>
              </a:xfrm>
              <a:custGeom>
                <a:avLst/>
                <a:gdLst>
                  <a:gd name="textAreaLeft" fmla="*/ 0 w 35280"/>
                  <a:gd name="textAreaRight" fmla="*/ 36360 w 35280"/>
                  <a:gd name="textAreaTop" fmla="*/ 0 h 42480"/>
                  <a:gd name="textAreaBottom" fmla="*/ 43560 h 42480"/>
                </a:gdLst>
                <a:ahLst/>
                <a:cxnLst/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640" tIns="-1440" rIns="1764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52" name="Freihandform: Form 42"/>
              <p:cNvSpPr/>
              <p:nvPr/>
            </p:nvSpPr>
            <p:spPr>
              <a:xfrm>
                <a:off x="7741440" y="914040"/>
                <a:ext cx="883440" cy="62280"/>
              </a:xfrm>
              <a:custGeom>
                <a:avLst/>
                <a:gdLst>
                  <a:gd name="textAreaLeft" fmla="*/ 0 w 883440"/>
                  <a:gd name="textAreaRight" fmla="*/ 884520 w 883440"/>
                  <a:gd name="textAreaTop" fmla="*/ 0 h 62280"/>
                  <a:gd name="textAreaBottom" fmla="*/ 63360 h 62280"/>
                </a:gdLst>
                <a:ahLst/>
                <a:cxnLst/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53" name="Freihandform: Form 43"/>
              <p:cNvSpPr/>
              <p:nvPr/>
            </p:nvSpPr>
            <p:spPr>
              <a:xfrm>
                <a:off x="8677440" y="915480"/>
                <a:ext cx="113040" cy="98640"/>
              </a:xfrm>
              <a:custGeom>
                <a:avLst/>
                <a:gdLst>
                  <a:gd name="textAreaLeft" fmla="*/ 0 w 113040"/>
                  <a:gd name="textAreaRight" fmla="*/ 114120 w 113040"/>
                  <a:gd name="textAreaTop" fmla="*/ 0 h 98640"/>
                  <a:gd name="textAreaBottom" fmla="*/ 99720 h 98640"/>
                  <a:gd name="GluePoint1X" fmla="*/ 0 w 277"/>
                  <a:gd name="GluePoint1Y" fmla="*/ 0 h 317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520" tIns="45000" rIns="5652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1054" name="Freihandform: Form 44"/>
          <p:cNvSpPr/>
          <p:nvPr/>
        </p:nvSpPr>
        <p:spPr>
          <a:xfrm>
            <a:off x="-5040" y="407880"/>
            <a:ext cx="336240" cy="293760"/>
          </a:xfrm>
          <a:custGeom>
            <a:avLst/>
            <a:gdLst>
              <a:gd name="textAreaLeft" fmla="*/ 0 w 336240"/>
              <a:gd name="textAreaRight" fmla="*/ 337320 w 336240"/>
              <a:gd name="textAreaTop" fmla="*/ 0 h 293760"/>
              <a:gd name="textAreaBottom" fmla="*/ 294840 h 293760"/>
              <a:gd name="GluePoint1X" fmla="*/ 0 w 819"/>
              <a:gd name="GluePoint1Y" fmla="*/ 0 h 937"/>
            </a:gdLst>
            <a:ahLst/>
            <a:cxnLst>
              <a:cxn ang="0">
                <a:pos x="GluePoint1X" y="GluePoint1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055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5600" cy="45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title style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056" name="PlaceHolder 2"/>
          <p:cNvSpPr>
            <a:spLocks noGrp="1"/>
          </p:cNvSpPr>
          <p:nvPr>
            <p:ph type="ftr" idx="43"/>
          </p:nvPr>
        </p:nvSpPr>
        <p:spPr>
          <a:xfrm>
            <a:off x="628560" y="4975560"/>
            <a:ext cx="7128720" cy="147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7" name="PlaceHolder 3"/>
          <p:cNvSpPr>
            <a:spLocks noGrp="1"/>
          </p:cNvSpPr>
          <p:nvPr>
            <p:ph type="sldNum" idx="44"/>
          </p:nvPr>
        </p:nvSpPr>
        <p:spPr>
          <a:xfrm>
            <a:off x="35640" y="4975560"/>
            <a:ext cx="336240" cy="147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68616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686160">
              <a:lnSpc>
                <a:spcPct val="100000"/>
              </a:lnSpc>
              <a:buNone/>
              <a:tabLst>
                <a:tab pos="0" algn="l"/>
              </a:tabLst>
            </a:pPr>
            <a:fld id="{E8CB8B40-A825-4347-9D42-96F7FA6BC163}" type="slidenum">
              <a: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8" name="PlaceHolder 4"/>
          <p:cNvSpPr>
            <a:spLocks noGrp="1"/>
          </p:cNvSpPr>
          <p:nvPr>
            <p:ph type="body"/>
          </p:nvPr>
        </p:nvSpPr>
        <p:spPr>
          <a:xfrm>
            <a:off x="4625640" y="1422360"/>
            <a:ext cx="2241000" cy="349128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txBody>
          <a:bodyPr lIns="0" tIns="540000" rIns="0" bIns="0" anchor="t">
            <a:noAutofit/>
          </a:bodyPr>
          <a:lstStyle>
            <a:lvl1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</a:lstStyle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Inhaltsplatzhalter</a:t>
            </a: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059" name="PlaceHolder 5"/>
          <p:cNvSpPr>
            <a:spLocks noGrp="1"/>
          </p:cNvSpPr>
          <p:nvPr>
            <p:ph type="body"/>
          </p:nvPr>
        </p:nvSpPr>
        <p:spPr>
          <a:xfrm>
            <a:off x="6921000" y="1422360"/>
            <a:ext cx="2221920" cy="349128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txBody>
          <a:bodyPr lIns="0" tIns="540000" rIns="0" bIns="0" anchor="t">
            <a:noAutofit/>
          </a:bodyPr>
          <a:lstStyle>
            <a:lvl1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</a:lstStyle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Inhaltsplatzhalter</a:t>
            </a: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060" name="PlaceHolder 6"/>
          <p:cNvSpPr>
            <a:spLocks noGrp="1"/>
          </p:cNvSpPr>
          <p:nvPr>
            <p:ph type="body"/>
          </p:nvPr>
        </p:nvSpPr>
        <p:spPr>
          <a:xfrm>
            <a:off x="522360" y="1422360"/>
            <a:ext cx="3753360" cy="34912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  <a:def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  <a:def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08200" lvl="2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074600" lvl="3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341360" lvl="4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061" name="PlaceHolder 7"/>
          <p:cNvSpPr>
            <a:spLocks noGrp="1"/>
          </p:cNvSpPr>
          <p:nvPr>
            <p:ph type="body"/>
          </p:nvPr>
        </p:nvSpPr>
        <p:spPr>
          <a:xfrm>
            <a:off x="521640" y="1088280"/>
            <a:ext cx="3753360" cy="323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8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Inhalt + Bild links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62" name="Gruppieren 6"/>
          <p:cNvGrpSpPr/>
          <p:nvPr/>
        </p:nvGrpSpPr>
        <p:grpSpPr>
          <a:xfrm>
            <a:off x="-5040" y="4950720"/>
            <a:ext cx="9147960" cy="196920"/>
            <a:chOff x="-5040" y="4950720"/>
            <a:chExt cx="9147960" cy="196920"/>
          </a:xfrm>
        </p:grpSpPr>
        <p:sp>
          <p:nvSpPr>
            <p:cNvPr id="1063" name="bk object 18"/>
            <p:cNvSpPr/>
            <p:nvPr/>
          </p:nvSpPr>
          <p:spPr>
            <a:xfrm>
              <a:off x="-5040" y="4950720"/>
              <a:ext cx="483840" cy="196920"/>
            </a:xfrm>
            <a:custGeom>
              <a:avLst/>
              <a:gdLst>
                <a:gd name="textAreaLeft" fmla="*/ 0 w 483840"/>
                <a:gd name="textAreaRight" fmla="*/ 484920 w 483840"/>
                <a:gd name="textAreaTop" fmla="*/ 0 h 196920"/>
                <a:gd name="textAreaBottom" fmla="*/ 198000 h 19692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64" name="bk object 18"/>
            <p:cNvSpPr/>
            <p:nvPr/>
          </p:nvSpPr>
          <p:spPr>
            <a:xfrm>
              <a:off x="522360" y="4950720"/>
              <a:ext cx="8620560" cy="196920"/>
            </a:xfrm>
            <a:custGeom>
              <a:avLst/>
              <a:gdLst>
                <a:gd name="textAreaLeft" fmla="*/ 0 w 8620560"/>
                <a:gd name="textAreaRight" fmla="*/ 8621640 w 8620560"/>
                <a:gd name="textAreaTop" fmla="*/ 0 h 196920"/>
                <a:gd name="textAreaBottom" fmla="*/ 198000 h 19692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65" name="Holder 3"/>
            <p:cNvSpPr/>
            <p:nvPr/>
          </p:nvSpPr>
          <p:spPr>
            <a:xfrm>
              <a:off x="8194680" y="4966200"/>
              <a:ext cx="448560" cy="1666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1066" name="Gerader Verbinder 11"/>
          <p:cNvCxnSpPr/>
          <p:nvPr/>
        </p:nvCxnSpPr>
        <p:spPr>
          <a:xfrm>
            <a:off x="521280" y="974520"/>
            <a:ext cx="6833160" cy="108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1067" name="Grafik 9"/>
          <p:cNvGrpSpPr/>
          <p:nvPr/>
        </p:nvGrpSpPr>
        <p:grpSpPr>
          <a:xfrm>
            <a:off x="7741440" y="394200"/>
            <a:ext cx="1049040" cy="619920"/>
            <a:chOff x="7741440" y="394200"/>
            <a:chExt cx="1049040" cy="619920"/>
          </a:xfrm>
        </p:grpSpPr>
        <p:grpSp>
          <p:nvGrpSpPr>
            <p:cNvPr id="1068" name="Grafik 9"/>
            <p:cNvGrpSpPr/>
            <p:nvPr/>
          </p:nvGrpSpPr>
          <p:grpSpPr>
            <a:xfrm>
              <a:off x="7741440" y="394200"/>
              <a:ext cx="883800" cy="431280"/>
              <a:chOff x="7741440" y="394200"/>
              <a:chExt cx="883800" cy="431280"/>
            </a:xfrm>
          </p:grpSpPr>
          <p:sp>
            <p:nvSpPr>
              <p:cNvPr id="1069" name="Freihandform: Form 20"/>
              <p:cNvSpPr/>
              <p:nvPr/>
            </p:nvSpPr>
            <p:spPr>
              <a:xfrm>
                <a:off x="8358120" y="480600"/>
                <a:ext cx="267120" cy="26748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267480"/>
                  <a:gd name="textAreaBottom" fmla="*/ 268560 h 267480"/>
                  <a:gd name="GluePoint1X" fmla="*/ 0 w 746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70" name="Freihandform: Form 21"/>
              <p:cNvSpPr/>
              <p:nvPr/>
            </p:nvSpPr>
            <p:spPr>
              <a:xfrm>
                <a:off x="7741440" y="394200"/>
                <a:ext cx="267120" cy="34740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347400"/>
                  <a:gd name="textAreaBottom" fmla="*/ 348480 h 347400"/>
                  <a:gd name="GluePoint1X" fmla="*/ 0 w 968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71" name="Freihandform: Form 22"/>
              <p:cNvSpPr/>
              <p:nvPr/>
            </p:nvSpPr>
            <p:spPr>
              <a:xfrm>
                <a:off x="8050680" y="394200"/>
                <a:ext cx="267120" cy="34740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347400"/>
                  <a:gd name="textAreaBottom" fmla="*/ 348480 h 347400"/>
                  <a:gd name="GluePoint1X" fmla="*/ 0 w 968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72" name="Freihandform: Form 23"/>
              <p:cNvSpPr/>
              <p:nvPr/>
            </p:nvSpPr>
            <p:spPr>
              <a:xfrm>
                <a:off x="784800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73" name="Freihandform: Form 24"/>
              <p:cNvSpPr/>
              <p:nvPr/>
            </p:nvSpPr>
            <p:spPr>
              <a:xfrm>
                <a:off x="795816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74" name="Freihandform: Form 25"/>
              <p:cNvSpPr/>
              <p:nvPr/>
            </p:nvSpPr>
            <p:spPr>
              <a:xfrm>
                <a:off x="821232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075" name="Freihandform: Form 26"/>
            <p:cNvSpPr/>
            <p:nvPr/>
          </p:nvSpPr>
          <p:spPr>
            <a:xfrm>
              <a:off x="7741440" y="817920"/>
              <a:ext cx="42480" cy="56880"/>
            </a:xfrm>
            <a:custGeom>
              <a:avLst/>
              <a:gdLst>
                <a:gd name="textAreaLeft" fmla="*/ 0 w 42480"/>
                <a:gd name="textAreaRight" fmla="*/ 43560 w 42480"/>
                <a:gd name="textAreaTop" fmla="*/ 0 h 56880"/>
                <a:gd name="textAreaBottom" fmla="*/ 57960 h 56880"/>
                <a:gd name="GluePoint1X" fmla="*/ 0 w 161"/>
                <a:gd name="GluePoint1Y" fmla="*/ 0 h 121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76" name="Freihandform: Form 27"/>
            <p:cNvSpPr/>
            <p:nvPr/>
          </p:nvSpPr>
          <p:spPr>
            <a:xfrm>
              <a:off x="7799760" y="834120"/>
              <a:ext cx="35280" cy="42480"/>
            </a:xfrm>
            <a:custGeom>
              <a:avLst/>
              <a:gdLst>
                <a:gd name="textAreaLeft" fmla="*/ 0 w 35280"/>
                <a:gd name="textAreaRight" fmla="*/ 36360 w 35280"/>
                <a:gd name="textAreaTop" fmla="*/ 0 h 42480"/>
                <a:gd name="textAreaBottom" fmla="*/ 43560 h 42480"/>
              </a:gdLst>
              <a:ahLst/>
              <a:cxnLst/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77" name="Freihandform: Form 28"/>
            <p:cNvSpPr/>
            <p:nvPr/>
          </p:nvSpPr>
          <p:spPr>
            <a:xfrm>
              <a:off x="784908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078" name="Grafik 9"/>
            <p:cNvGrpSpPr/>
            <p:nvPr/>
          </p:nvGrpSpPr>
          <p:grpSpPr>
            <a:xfrm>
              <a:off x="7872120" y="834120"/>
              <a:ext cx="74160" cy="40680"/>
              <a:chOff x="7872120" y="834120"/>
              <a:chExt cx="74160" cy="40680"/>
            </a:xfrm>
          </p:grpSpPr>
          <p:sp>
            <p:nvSpPr>
              <p:cNvPr id="1079" name="Freihandform: Form 30"/>
              <p:cNvSpPr/>
              <p:nvPr/>
            </p:nvSpPr>
            <p:spPr>
              <a:xfrm>
                <a:off x="7872120" y="834120"/>
                <a:ext cx="33480" cy="406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0680"/>
                  <a:gd name="textAreaBottom" fmla="*/ 41760 h 40680"/>
                </a:gdLst>
                <a:ahLst/>
                <a:cxnLst/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80" name="Freihandform: Form 31"/>
              <p:cNvSpPr/>
              <p:nvPr/>
            </p:nvSpPr>
            <p:spPr>
              <a:xfrm>
                <a:off x="7922160" y="834120"/>
                <a:ext cx="24120" cy="40680"/>
              </a:xfrm>
              <a:custGeom>
                <a:avLst/>
                <a:gdLst>
                  <a:gd name="textAreaLeft" fmla="*/ 0 w 24120"/>
                  <a:gd name="textAreaRight" fmla="*/ 25200 w 24120"/>
                  <a:gd name="textAreaTop" fmla="*/ 0 h 40680"/>
                  <a:gd name="textAreaBottom" fmla="*/ 41760 h 40680"/>
                </a:gdLst>
                <a:ahLst/>
                <a:cxnLst/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2240" tIns="-3240" rIns="1224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081" name="Freihandform: Form 32"/>
            <p:cNvSpPr/>
            <p:nvPr/>
          </p:nvSpPr>
          <p:spPr>
            <a:xfrm>
              <a:off x="795924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082" name="Grafik 9"/>
            <p:cNvGrpSpPr/>
            <p:nvPr/>
          </p:nvGrpSpPr>
          <p:grpSpPr>
            <a:xfrm>
              <a:off x="7979760" y="812160"/>
              <a:ext cx="78120" cy="64440"/>
              <a:chOff x="7979760" y="812160"/>
              <a:chExt cx="78120" cy="64440"/>
            </a:xfrm>
          </p:grpSpPr>
          <p:sp>
            <p:nvSpPr>
              <p:cNvPr id="1083" name="Freihandform: Form 34"/>
              <p:cNvSpPr/>
              <p:nvPr/>
            </p:nvSpPr>
            <p:spPr>
              <a:xfrm>
                <a:off x="7979760" y="834120"/>
                <a:ext cx="33480" cy="424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2480"/>
                  <a:gd name="textAreaBottom" fmla="*/ 43560 h 42480"/>
                </a:gdLst>
                <a:ahLst/>
                <a:cxnLst/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1440" rIns="1692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84" name="Freihandform: Form 35"/>
              <p:cNvSpPr/>
              <p:nvPr/>
            </p:nvSpPr>
            <p:spPr>
              <a:xfrm>
                <a:off x="8024400" y="812160"/>
                <a:ext cx="33480" cy="622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62280"/>
                  <a:gd name="textAreaBottom" fmla="*/ 63360 h 62280"/>
                  <a:gd name="GluePoint1X" fmla="*/ 0 w 176"/>
                  <a:gd name="GluePoint1Y" fmla="*/ 0 h 96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18360" rIns="1692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085" name="Freihandform: Form 36"/>
            <p:cNvSpPr/>
            <p:nvPr/>
          </p:nvSpPr>
          <p:spPr>
            <a:xfrm>
              <a:off x="8106480" y="817920"/>
              <a:ext cx="42480" cy="56880"/>
            </a:xfrm>
            <a:custGeom>
              <a:avLst/>
              <a:gdLst>
                <a:gd name="textAreaLeft" fmla="*/ 0 w 42480"/>
                <a:gd name="textAreaRight" fmla="*/ 43560 w 42480"/>
                <a:gd name="textAreaTop" fmla="*/ 0 h 56880"/>
                <a:gd name="textAreaBottom" fmla="*/ 57960 h 56880"/>
                <a:gd name="GluePoint1X" fmla="*/ 0 w 161"/>
                <a:gd name="GluePoint1Y" fmla="*/ 0 h 121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86" name="Freihandform: Form 37"/>
            <p:cNvSpPr/>
            <p:nvPr/>
          </p:nvSpPr>
          <p:spPr>
            <a:xfrm>
              <a:off x="8164800" y="834120"/>
              <a:ext cx="35280" cy="42480"/>
            </a:xfrm>
            <a:custGeom>
              <a:avLst/>
              <a:gdLst>
                <a:gd name="textAreaLeft" fmla="*/ 0 w 35280"/>
                <a:gd name="textAreaRight" fmla="*/ 36360 w 35280"/>
                <a:gd name="textAreaTop" fmla="*/ 0 h 42480"/>
                <a:gd name="textAreaBottom" fmla="*/ 43560 h 42480"/>
              </a:gdLst>
              <a:ahLst/>
              <a:cxnLst/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87" name="Freihandform: Form 38"/>
            <p:cNvSpPr/>
            <p:nvPr/>
          </p:nvSpPr>
          <p:spPr>
            <a:xfrm>
              <a:off x="821340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088" name="Grafik 9"/>
            <p:cNvGrpSpPr/>
            <p:nvPr/>
          </p:nvGrpSpPr>
          <p:grpSpPr>
            <a:xfrm>
              <a:off x="7741440" y="834120"/>
              <a:ext cx="1049040" cy="180000"/>
              <a:chOff x="7741440" y="834120"/>
              <a:chExt cx="1049040" cy="180000"/>
            </a:xfrm>
          </p:grpSpPr>
          <p:sp>
            <p:nvSpPr>
              <p:cNvPr id="1089" name="Freihandform: Form 40"/>
              <p:cNvSpPr/>
              <p:nvPr/>
            </p:nvSpPr>
            <p:spPr>
              <a:xfrm>
                <a:off x="8236440" y="834120"/>
                <a:ext cx="33480" cy="406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0680"/>
                  <a:gd name="textAreaBottom" fmla="*/ 41760 h 40680"/>
                </a:gdLst>
                <a:ahLst/>
                <a:cxnLst/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90" name="Freihandform: Form 41"/>
              <p:cNvSpPr/>
              <p:nvPr/>
            </p:nvSpPr>
            <p:spPr>
              <a:xfrm>
                <a:off x="8284680" y="834120"/>
                <a:ext cx="35280" cy="42480"/>
              </a:xfrm>
              <a:custGeom>
                <a:avLst/>
                <a:gdLst>
                  <a:gd name="textAreaLeft" fmla="*/ 0 w 35280"/>
                  <a:gd name="textAreaRight" fmla="*/ 36360 w 35280"/>
                  <a:gd name="textAreaTop" fmla="*/ 0 h 42480"/>
                  <a:gd name="textAreaBottom" fmla="*/ 43560 h 42480"/>
                </a:gdLst>
                <a:ahLst/>
                <a:cxnLst/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640" tIns="-1440" rIns="1764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91" name="Freihandform: Form 42"/>
              <p:cNvSpPr/>
              <p:nvPr/>
            </p:nvSpPr>
            <p:spPr>
              <a:xfrm>
                <a:off x="7741440" y="914040"/>
                <a:ext cx="883440" cy="62280"/>
              </a:xfrm>
              <a:custGeom>
                <a:avLst/>
                <a:gdLst>
                  <a:gd name="textAreaLeft" fmla="*/ 0 w 883440"/>
                  <a:gd name="textAreaRight" fmla="*/ 884520 w 883440"/>
                  <a:gd name="textAreaTop" fmla="*/ 0 h 62280"/>
                  <a:gd name="textAreaBottom" fmla="*/ 63360 h 62280"/>
                </a:gdLst>
                <a:ahLst/>
                <a:cxnLst/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92" name="Freihandform: Form 43"/>
              <p:cNvSpPr/>
              <p:nvPr/>
            </p:nvSpPr>
            <p:spPr>
              <a:xfrm>
                <a:off x="8677440" y="915480"/>
                <a:ext cx="113040" cy="98640"/>
              </a:xfrm>
              <a:custGeom>
                <a:avLst/>
                <a:gdLst>
                  <a:gd name="textAreaLeft" fmla="*/ 0 w 113040"/>
                  <a:gd name="textAreaRight" fmla="*/ 114120 w 113040"/>
                  <a:gd name="textAreaTop" fmla="*/ 0 h 98640"/>
                  <a:gd name="textAreaBottom" fmla="*/ 99720 h 98640"/>
                  <a:gd name="GluePoint1X" fmla="*/ 0 w 277"/>
                  <a:gd name="GluePoint1Y" fmla="*/ 0 h 317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520" tIns="45000" rIns="5652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1093" name="Freihandform: Form 44" hidden="1"/>
          <p:cNvSpPr/>
          <p:nvPr/>
        </p:nvSpPr>
        <p:spPr>
          <a:xfrm>
            <a:off x="-5040" y="407880"/>
            <a:ext cx="336240" cy="293760"/>
          </a:xfrm>
          <a:custGeom>
            <a:avLst/>
            <a:gdLst>
              <a:gd name="textAreaLeft" fmla="*/ 0 w 336240"/>
              <a:gd name="textAreaRight" fmla="*/ 337320 w 336240"/>
              <a:gd name="textAreaTop" fmla="*/ 0 h 293760"/>
              <a:gd name="textAreaBottom" fmla="*/ 294840 h 293760"/>
              <a:gd name="GluePoint1X" fmla="*/ 0 w 819"/>
              <a:gd name="GluePoint1Y" fmla="*/ 0 h 937"/>
            </a:gdLst>
            <a:ahLst/>
            <a:cxnLst>
              <a:cxn ang="0">
                <a:pos x="GluePoint1X" y="GluePoint1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grpSp>
        <p:nvGrpSpPr>
          <p:cNvPr id="1094" name="Gruppieren 53"/>
          <p:cNvGrpSpPr/>
          <p:nvPr/>
        </p:nvGrpSpPr>
        <p:grpSpPr>
          <a:xfrm>
            <a:off x="-5040" y="4950720"/>
            <a:ext cx="9147960" cy="196920"/>
            <a:chOff x="-5040" y="4950720"/>
            <a:chExt cx="9147960" cy="196920"/>
          </a:xfrm>
        </p:grpSpPr>
        <p:sp>
          <p:nvSpPr>
            <p:cNvPr id="1095" name="bk object 18"/>
            <p:cNvSpPr/>
            <p:nvPr/>
          </p:nvSpPr>
          <p:spPr>
            <a:xfrm>
              <a:off x="-5040" y="4950720"/>
              <a:ext cx="483840" cy="196920"/>
            </a:xfrm>
            <a:custGeom>
              <a:avLst/>
              <a:gdLst>
                <a:gd name="textAreaLeft" fmla="*/ 0 w 483840"/>
                <a:gd name="textAreaRight" fmla="*/ 484920 w 483840"/>
                <a:gd name="textAreaTop" fmla="*/ 0 h 196920"/>
                <a:gd name="textAreaBottom" fmla="*/ 198000 h 19692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96" name="bk object 18"/>
            <p:cNvSpPr/>
            <p:nvPr/>
          </p:nvSpPr>
          <p:spPr>
            <a:xfrm>
              <a:off x="522360" y="4950720"/>
              <a:ext cx="8620560" cy="196920"/>
            </a:xfrm>
            <a:custGeom>
              <a:avLst/>
              <a:gdLst>
                <a:gd name="textAreaLeft" fmla="*/ 0 w 8620560"/>
                <a:gd name="textAreaRight" fmla="*/ 8621640 w 8620560"/>
                <a:gd name="textAreaTop" fmla="*/ 0 h 196920"/>
                <a:gd name="textAreaBottom" fmla="*/ 198000 h 19692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97" name="Holder 3"/>
            <p:cNvSpPr/>
            <p:nvPr/>
          </p:nvSpPr>
          <p:spPr>
            <a:xfrm>
              <a:off x="8194680" y="4966200"/>
              <a:ext cx="448560" cy="166680"/>
            </a:xfrm>
            <a:prstGeom prst="rect">
              <a:avLst/>
            </a:pr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098" name="PlaceHolder 1"/>
          <p:cNvSpPr>
            <a:spLocks noGrp="1"/>
          </p:cNvSpPr>
          <p:nvPr>
            <p:ph type="ftr" idx="45"/>
          </p:nvPr>
        </p:nvSpPr>
        <p:spPr>
          <a:xfrm>
            <a:off x="628560" y="4975560"/>
            <a:ext cx="7128720" cy="147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99" name="PlaceHolder 2"/>
          <p:cNvSpPr>
            <a:spLocks noGrp="1"/>
          </p:cNvSpPr>
          <p:nvPr>
            <p:ph type="sldNum" idx="46"/>
          </p:nvPr>
        </p:nvSpPr>
        <p:spPr>
          <a:xfrm>
            <a:off x="35640" y="4975560"/>
            <a:ext cx="336240" cy="147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68616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686160">
              <a:lnSpc>
                <a:spcPct val="100000"/>
              </a:lnSpc>
              <a:buNone/>
              <a:tabLst>
                <a:tab pos="0" algn="l"/>
              </a:tabLst>
            </a:pPr>
            <a:fld id="{44828733-85FA-4749-B283-3B058B4D616B}" type="slidenum">
              <a: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00" name="PlaceHolder 3"/>
          <p:cNvSpPr>
            <a:spLocks noGrp="1"/>
          </p:cNvSpPr>
          <p:nvPr>
            <p:ph type="title"/>
          </p:nvPr>
        </p:nvSpPr>
        <p:spPr>
          <a:xfrm>
            <a:off x="4625640" y="330840"/>
            <a:ext cx="2726640" cy="45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de-DE" sz="27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Titel</a:t>
            </a:r>
            <a:endParaRPr lang="de-DE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cxnSp>
        <p:nvCxnSpPr>
          <p:cNvPr id="1101" name="Gerader Verbinder 46"/>
          <p:cNvCxnSpPr/>
          <p:nvPr/>
        </p:nvCxnSpPr>
        <p:spPr>
          <a:xfrm>
            <a:off x="4625640" y="974520"/>
            <a:ext cx="2728800" cy="108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sp>
        <p:nvSpPr>
          <p:cNvPr id="1102" name="PlaceHolder 4"/>
          <p:cNvSpPr>
            <a:spLocks noGrp="1"/>
          </p:cNvSpPr>
          <p:nvPr>
            <p:ph type="body"/>
          </p:nvPr>
        </p:nvSpPr>
        <p:spPr>
          <a:xfrm>
            <a:off x="-6120" y="0"/>
            <a:ext cx="4276080" cy="491400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txBody>
          <a:bodyPr lIns="0" tIns="540000" rIns="0" bIns="0" anchor="t">
            <a:noAutofit/>
          </a:bodyPr>
          <a:lstStyle>
            <a:lvl1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</a:lstStyle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Inhaltsplatzhalter</a:t>
            </a: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103" name="PlaceHolder 5"/>
          <p:cNvSpPr>
            <a:spLocks noGrp="1"/>
          </p:cNvSpPr>
          <p:nvPr>
            <p:ph type="body"/>
          </p:nvPr>
        </p:nvSpPr>
        <p:spPr>
          <a:xfrm>
            <a:off x="4625640" y="1422360"/>
            <a:ext cx="3996720" cy="348660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  <a:def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  <a:def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08200" lvl="2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074600" lvl="3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341360" lvl="4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104" name="PlaceHolder 6"/>
          <p:cNvSpPr>
            <a:spLocks noGrp="1"/>
          </p:cNvSpPr>
          <p:nvPr>
            <p:ph type="body"/>
          </p:nvPr>
        </p:nvSpPr>
        <p:spPr>
          <a:xfrm>
            <a:off x="4625640" y="1088280"/>
            <a:ext cx="3996000" cy="323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8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grpSp>
        <p:nvGrpSpPr>
          <p:cNvPr id="1105" name="Grafik 9"/>
          <p:cNvGrpSpPr/>
          <p:nvPr/>
        </p:nvGrpSpPr>
        <p:grpSpPr>
          <a:xfrm>
            <a:off x="7741440" y="394200"/>
            <a:ext cx="1049040" cy="619920"/>
            <a:chOff x="7741440" y="394200"/>
            <a:chExt cx="1049040" cy="619920"/>
          </a:xfrm>
        </p:grpSpPr>
        <p:grpSp>
          <p:nvGrpSpPr>
            <p:cNvPr id="1106" name="Grafik 9"/>
            <p:cNvGrpSpPr/>
            <p:nvPr/>
          </p:nvGrpSpPr>
          <p:grpSpPr>
            <a:xfrm>
              <a:off x="7741440" y="394200"/>
              <a:ext cx="883800" cy="431280"/>
              <a:chOff x="7741440" y="394200"/>
              <a:chExt cx="883800" cy="431280"/>
            </a:xfrm>
          </p:grpSpPr>
          <p:sp>
            <p:nvSpPr>
              <p:cNvPr id="1107" name="Freihandform: Form 68"/>
              <p:cNvSpPr/>
              <p:nvPr/>
            </p:nvSpPr>
            <p:spPr>
              <a:xfrm>
                <a:off x="8358120" y="480600"/>
                <a:ext cx="267120" cy="26748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267480"/>
                  <a:gd name="textAreaBottom" fmla="*/ 268560 h 267480"/>
                  <a:gd name="GluePoint1X" fmla="*/ 0 w 746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08" name="Freihandform: Form 69"/>
              <p:cNvSpPr/>
              <p:nvPr/>
            </p:nvSpPr>
            <p:spPr>
              <a:xfrm>
                <a:off x="7741440" y="394200"/>
                <a:ext cx="267120" cy="34740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347400"/>
                  <a:gd name="textAreaBottom" fmla="*/ 348480 h 347400"/>
                  <a:gd name="GluePoint1X" fmla="*/ 0 w 968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09" name="Freihandform: Form 70"/>
              <p:cNvSpPr/>
              <p:nvPr/>
            </p:nvSpPr>
            <p:spPr>
              <a:xfrm>
                <a:off x="8050680" y="394200"/>
                <a:ext cx="267120" cy="34740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347400"/>
                  <a:gd name="textAreaBottom" fmla="*/ 348480 h 347400"/>
                  <a:gd name="GluePoint1X" fmla="*/ 0 w 968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10" name="Freihandform: Form 71"/>
              <p:cNvSpPr/>
              <p:nvPr/>
            </p:nvSpPr>
            <p:spPr>
              <a:xfrm>
                <a:off x="784800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11" name="Freihandform: Form 72"/>
              <p:cNvSpPr/>
              <p:nvPr/>
            </p:nvSpPr>
            <p:spPr>
              <a:xfrm>
                <a:off x="795816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12" name="Freihandform: Form 73"/>
              <p:cNvSpPr/>
              <p:nvPr/>
            </p:nvSpPr>
            <p:spPr>
              <a:xfrm>
                <a:off x="821232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113" name="Freihandform: Form 45"/>
            <p:cNvSpPr/>
            <p:nvPr/>
          </p:nvSpPr>
          <p:spPr>
            <a:xfrm>
              <a:off x="7741440" y="817920"/>
              <a:ext cx="42480" cy="56880"/>
            </a:xfrm>
            <a:custGeom>
              <a:avLst/>
              <a:gdLst>
                <a:gd name="textAreaLeft" fmla="*/ 0 w 42480"/>
                <a:gd name="textAreaRight" fmla="*/ 43560 w 42480"/>
                <a:gd name="textAreaTop" fmla="*/ 0 h 56880"/>
                <a:gd name="textAreaBottom" fmla="*/ 57960 h 56880"/>
                <a:gd name="GluePoint1X" fmla="*/ 0 w 161"/>
                <a:gd name="GluePoint1Y" fmla="*/ 0 h 121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14" name="Freihandform: Form 47"/>
            <p:cNvSpPr/>
            <p:nvPr/>
          </p:nvSpPr>
          <p:spPr>
            <a:xfrm>
              <a:off x="7799760" y="834120"/>
              <a:ext cx="35280" cy="42480"/>
            </a:xfrm>
            <a:custGeom>
              <a:avLst/>
              <a:gdLst>
                <a:gd name="textAreaLeft" fmla="*/ 0 w 35280"/>
                <a:gd name="textAreaRight" fmla="*/ 36360 w 35280"/>
                <a:gd name="textAreaTop" fmla="*/ 0 h 42480"/>
                <a:gd name="textAreaBottom" fmla="*/ 43560 h 42480"/>
              </a:gdLst>
              <a:ahLst/>
              <a:cxnLst/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15" name="Freihandform: Form 48"/>
            <p:cNvSpPr/>
            <p:nvPr/>
          </p:nvSpPr>
          <p:spPr>
            <a:xfrm>
              <a:off x="784908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116" name="Grafik 9"/>
            <p:cNvGrpSpPr/>
            <p:nvPr/>
          </p:nvGrpSpPr>
          <p:grpSpPr>
            <a:xfrm>
              <a:off x="7872120" y="834120"/>
              <a:ext cx="74160" cy="40680"/>
              <a:chOff x="7872120" y="834120"/>
              <a:chExt cx="74160" cy="40680"/>
            </a:xfrm>
          </p:grpSpPr>
          <p:sp>
            <p:nvSpPr>
              <p:cNvPr id="1117" name="Freihandform: Form 66"/>
              <p:cNvSpPr/>
              <p:nvPr/>
            </p:nvSpPr>
            <p:spPr>
              <a:xfrm>
                <a:off x="7872120" y="834120"/>
                <a:ext cx="33480" cy="406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0680"/>
                  <a:gd name="textAreaBottom" fmla="*/ 41760 h 40680"/>
                </a:gdLst>
                <a:ahLst/>
                <a:cxnLst/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18" name="Freihandform: Form 67"/>
              <p:cNvSpPr/>
              <p:nvPr/>
            </p:nvSpPr>
            <p:spPr>
              <a:xfrm>
                <a:off x="7922160" y="834120"/>
                <a:ext cx="24120" cy="40680"/>
              </a:xfrm>
              <a:custGeom>
                <a:avLst/>
                <a:gdLst>
                  <a:gd name="textAreaLeft" fmla="*/ 0 w 24120"/>
                  <a:gd name="textAreaRight" fmla="*/ 25200 w 24120"/>
                  <a:gd name="textAreaTop" fmla="*/ 0 h 40680"/>
                  <a:gd name="textAreaBottom" fmla="*/ 41760 h 40680"/>
                </a:gdLst>
                <a:ahLst/>
                <a:cxnLst/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2240" tIns="-3240" rIns="1224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119" name="Freihandform: Form 50"/>
            <p:cNvSpPr/>
            <p:nvPr/>
          </p:nvSpPr>
          <p:spPr>
            <a:xfrm>
              <a:off x="795924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120" name="Grafik 9"/>
            <p:cNvGrpSpPr/>
            <p:nvPr/>
          </p:nvGrpSpPr>
          <p:grpSpPr>
            <a:xfrm>
              <a:off x="7979760" y="812160"/>
              <a:ext cx="78120" cy="64440"/>
              <a:chOff x="7979760" y="812160"/>
              <a:chExt cx="78120" cy="64440"/>
            </a:xfrm>
          </p:grpSpPr>
          <p:sp>
            <p:nvSpPr>
              <p:cNvPr id="1121" name="Freihandform: Form 64"/>
              <p:cNvSpPr/>
              <p:nvPr/>
            </p:nvSpPr>
            <p:spPr>
              <a:xfrm>
                <a:off x="7979760" y="834120"/>
                <a:ext cx="33480" cy="424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2480"/>
                  <a:gd name="textAreaBottom" fmla="*/ 43560 h 42480"/>
                </a:gdLst>
                <a:ahLst/>
                <a:cxnLst/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1440" rIns="1692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22" name="Freihandform: Form 65"/>
              <p:cNvSpPr/>
              <p:nvPr/>
            </p:nvSpPr>
            <p:spPr>
              <a:xfrm>
                <a:off x="8024400" y="812160"/>
                <a:ext cx="33480" cy="622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62280"/>
                  <a:gd name="textAreaBottom" fmla="*/ 63360 h 62280"/>
                  <a:gd name="GluePoint1X" fmla="*/ 0 w 176"/>
                  <a:gd name="GluePoint1Y" fmla="*/ 0 h 96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18360" rIns="1692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123" name="Freihandform: Form 52"/>
            <p:cNvSpPr/>
            <p:nvPr/>
          </p:nvSpPr>
          <p:spPr>
            <a:xfrm>
              <a:off x="8106480" y="817920"/>
              <a:ext cx="42480" cy="56880"/>
            </a:xfrm>
            <a:custGeom>
              <a:avLst/>
              <a:gdLst>
                <a:gd name="textAreaLeft" fmla="*/ 0 w 42480"/>
                <a:gd name="textAreaRight" fmla="*/ 43560 w 42480"/>
                <a:gd name="textAreaTop" fmla="*/ 0 h 56880"/>
                <a:gd name="textAreaBottom" fmla="*/ 57960 h 56880"/>
                <a:gd name="GluePoint1X" fmla="*/ 0 w 161"/>
                <a:gd name="GluePoint1Y" fmla="*/ 0 h 121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24" name="Freihandform: Form 57"/>
            <p:cNvSpPr/>
            <p:nvPr/>
          </p:nvSpPr>
          <p:spPr>
            <a:xfrm>
              <a:off x="8164800" y="834120"/>
              <a:ext cx="35280" cy="42480"/>
            </a:xfrm>
            <a:custGeom>
              <a:avLst/>
              <a:gdLst>
                <a:gd name="textAreaLeft" fmla="*/ 0 w 35280"/>
                <a:gd name="textAreaRight" fmla="*/ 36360 w 35280"/>
                <a:gd name="textAreaTop" fmla="*/ 0 h 42480"/>
                <a:gd name="textAreaBottom" fmla="*/ 43560 h 42480"/>
              </a:gdLst>
              <a:ahLst/>
              <a:cxnLst/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25" name="Freihandform: Form 58"/>
            <p:cNvSpPr/>
            <p:nvPr/>
          </p:nvSpPr>
          <p:spPr>
            <a:xfrm>
              <a:off x="821340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126" name="Grafik 9"/>
            <p:cNvGrpSpPr/>
            <p:nvPr/>
          </p:nvGrpSpPr>
          <p:grpSpPr>
            <a:xfrm>
              <a:off x="7741440" y="834120"/>
              <a:ext cx="1049040" cy="180000"/>
              <a:chOff x="7741440" y="834120"/>
              <a:chExt cx="1049040" cy="180000"/>
            </a:xfrm>
          </p:grpSpPr>
          <p:sp>
            <p:nvSpPr>
              <p:cNvPr id="1127" name="Freihandform: Form 60"/>
              <p:cNvSpPr/>
              <p:nvPr/>
            </p:nvSpPr>
            <p:spPr>
              <a:xfrm>
                <a:off x="8236440" y="834120"/>
                <a:ext cx="33480" cy="406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0680"/>
                  <a:gd name="textAreaBottom" fmla="*/ 41760 h 40680"/>
                </a:gdLst>
                <a:ahLst/>
                <a:cxnLst/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28" name="Freihandform: Form 61"/>
              <p:cNvSpPr/>
              <p:nvPr/>
            </p:nvSpPr>
            <p:spPr>
              <a:xfrm>
                <a:off x="8284680" y="834120"/>
                <a:ext cx="35280" cy="42480"/>
              </a:xfrm>
              <a:custGeom>
                <a:avLst/>
                <a:gdLst>
                  <a:gd name="textAreaLeft" fmla="*/ 0 w 35280"/>
                  <a:gd name="textAreaRight" fmla="*/ 36360 w 35280"/>
                  <a:gd name="textAreaTop" fmla="*/ 0 h 42480"/>
                  <a:gd name="textAreaBottom" fmla="*/ 43560 h 42480"/>
                </a:gdLst>
                <a:ahLst/>
                <a:cxnLst/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640" tIns="-1440" rIns="1764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29" name="Freihandform: Form 62"/>
              <p:cNvSpPr/>
              <p:nvPr/>
            </p:nvSpPr>
            <p:spPr>
              <a:xfrm>
                <a:off x="7741440" y="914040"/>
                <a:ext cx="883440" cy="62280"/>
              </a:xfrm>
              <a:custGeom>
                <a:avLst/>
                <a:gdLst>
                  <a:gd name="textAreaLeft" fmla="*/ 0 w 883440"/>
                  <a:gd name="textAreaRight" fmla="*/ 884520 w 883440"/>
                  <a:gd name="textAreaTop" fmla="*/ 0 h 62280"/>
                  <a:gd name="textAreaBottom" fmla="*/ 63360 h 62280"/>
                </a:gdLst>
                <a:ahLst/>
                <a:cxnLst/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30" name="Freihandform: Form 63"/>
              <p:cNvSpPr/>
              <p:nvPr/>
            </p:nvSpPr>
            <p:spPr>
              <a:xfrm>
                <a:off x="8677440" y="915480"/>
                <a:ext cx="113040" cy="98640"/>
              </a:xfrm>
              <a:custGeom>
                <a:avLst/>
                <a:gdLst>
                  <a:gd name="textAreaLeft" fmla="*/ 0 w 113040"/>
                  <a:gd name="textAreaRight" fmla="*/ 114120 w 113040"/>
                  <a:gd name="textAreaTop" fmla="*/ 0 h 98640"/>
                  <a:gd name="textAreaBottom" fmla="*/ 99720 h 98640"/>
                  <a:gd name="GluePoint1X" fmla="*/ 0 w 277"/>
                  <a:gd name="GluePoint1Y" fmla="*/ 0 h 317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520" tIns="45000" rIns="5652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Inhalt + zwei Bilder links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31" name="Gruppieren 6"/>
          <p:cNvGrpSpPr/>
          <p:nvPr/>
        </p:nvGrpSpPr>
        <p:grpSpPr>
          <a:xfrm>
            <a:off x="-5040" y="4950720"/>
            <a:ext cx="9147960" cy="196920"/>
            <a:chOff x="-5040" y="4950720"/>
            <a:chExt cx="9147960" cy="196920"/>
          </a:xfrm>
        </p:grpSpPr>
        <p:sp>
          <p:nvSpPr>
            <p:cNvPr id="1132" name="bk object 18"/>
            <p:cNvSpPr/>
            <p:nvPr/>
          </p:nvSpPr>
          <p:spPr>
            <a:xfrm>
              <a:off x="-5040" y="4950720"/>
              <a:ext cx="483840" cy="196920"/>
            </a:xfrm>
            <a:custGeom>
              <a:avLst/>
              <a:gdLst>
                <a:gd name="textAreaLeft" fmla="*/ 0 w 483840"/>
                <a:gd name="textAreaRight" fmla="*/ 484920 w 483840"/>
                <a:gd name="textAreaTop" fmla="*/ 0 h 196920"/>
                <a:gd name="textAreaBottom" fmla="*/ 198000 h 19692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33" name="bk object 18"/>
            <p:cNvSpPr/>
            <p:nvPr/>
          </p:nvSpPr>
          <p:spPr>
            <a:xfrm>
              <a:off x="522360" y="4950720"/>
              <a:ext cx="8620560" cy="196920"/>
            </a:xfrm>
            <a:custGeom>
              <a:avLst/>
              <a:gdLst>
                <a:gd name="textAreaLeft" fmla="*/ 0 w 8620560"/>
                <a:gd name="textAreaRight" fmla="*/ 8621640 w 8620560"/>
                <a:gd name="textAreaTop" fmla="*/ 0 h 196920"/>
                <a:gd name="textAreaBottom" fmla="*/ 198000 h 19692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34" name="Holder 3"/>
            <p:cNvSpPr/>
            <p:nvPr/>
          </p:nvSpPr>
          <p:spPr>
            <a:xfrm>
              <a:off x="8194680" y="4966200"/>
              <a:ext cx="448560" cy="1666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1135" name="Gerader Verbinder 11"/>
          <p:cNvCxnSpPr/>
          <p:nvPr/>
        </p:nvCxnSpPr>
        <p:spPr>
          <a:xfrm>
            <a:off x="521280" y="974520"/>
            <a:ext cx="6833160" cy="108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1136" name="Grafik 9"/>
          <p:cNvGrpSpPr/>
          <p:nvPr/>
        </p:nvGrpSpPr>
        <p:grpSpPr>
          <a:xfrm>
            <a:off x="7741440" y="394200"/>
            <a:ext cx="1049040" cy="619920"/>
            <a:chOff x="7741440" y="394200"/>
            <a:chExt cx="1049040" cy="619920"/>
          </a:xfrm>
        </p:grpSpPr>
        <p:grpSp>
          <p:nvGrpSpPr>
            <p:cNvPr id="1137" name="Grafik 9"/>
            <p:cNvGrpSpPr/>
            <p:nvPr/>
          </p:nvGrpSpPr>
          <p:grpSpPr>
            <a:xfrm>
              <a:off x="7741440" y="394200"/>
              <a:ext cx="883800" cy="431280"/>
              <a:chOff x="7741440" y="394200"/>
              <a:chExt cx="883800" cy="431280"/>
            </a:xfrm>
          </p:grpSpPr>
          <p:sp>
            <p:nvSpPr>
              <p:cNvPr id="1138" name="Freihandform: Form 20"/>
              <p:cNvSpPr/>
              <p:nvPr/>
            </p:nvSpPr>
            <p:spPr>
              <a:xfrm>
                <a:off x="8358120" y="480600"/>
                <a:ext cx="267120" cy="26748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267480"/>
                  <a:gd name="textAreaBottom" fmla="*/ 268560 h 267480"/>
                  <a:gd name="GluePoint1X" fmla="*/ 0 w 746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39" name="Freihandform: Form 21"/>
              <p:cNvSpPr/>
              <p:nvPr/>
            </p:nvSpPr>
            <p:spPr>
              <a:xfrm>
                <a:off x="7741440" y="394200"/>
                <a:ext cx="267120" cy="34740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347400"/>
                  <a:gd name="textAreaBottom" fmla="*/ 348480 h 347400"/>
                  <a:gd name="GluePoint1X" fmla="*/ 0 w 968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40" name="Freihandform: Form 22"/>
              <p:cNvSpPr/>
              <p:nvPr/>
            </p:nvSpPr>
            <p:spPr>
              <a:xfrm>
                <a:off x="8050680" y="394200"/>
                <a:ext cx="267120" cy="34740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347400"/>
                  <a:gd name="textAreaBottom" fmla="*/ 348480 h 347400"/>
                  <a:gd name="GluePoint1X" fmla="*/ 0 w 968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41" name="Freihandform: Form 23"/>
              <p:cNvSpPr/>
              <p:nvPr/>
            </p:nvSpPr>
            <p:spPr>
              <a:xfrm>
                <a:off x="784800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42" name="Freihandform: Form 24"/>
              <p:cNvSpPr/>
              <p:nvPr/>
            </p:nvSpPr>
            <p:spPr>
              <a:xfrm>
                <a:off x="795816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43" name="Freihandform: Form 25"/>
              <p:cNvSpPr/>
              <p:nvPr/>
            </p:nvSpPr>
            <p:spPr>
              <a:xfrm>
                <a:off x="821232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144" name="Freihandform: Form 26"/>
            <p:cNvSpPr/>
            <p:nvPr/>
          </p:nvSpPr>
          <p:spPr>
            <a:xfrm>
              <a:off x="7741440" y="817920"/>
              <a:ext cx="42480" cy="56880"/>
            </a:xfrm>
            <a:custGeom>
              <a:avLst/>
              <a:gdLst>
                <a:gd name="textAreaLeft" fmla="*/ 0 w 42480"/>
                <a:gd name="textAreaRight" fmla="*/ 43560 w 42480"/>
                <a:gd name="textAreaTop" fmla="*/ 0 h 56880"/>
                <a:gd name="textAreaBottom" fmla="*/ 57960 h 56880"/>
                <a:gd name="GluePoint1X" fmla="*/ 0 w 161"/>
                <a:gd name="GluePoint1Y" fmla="*/ 0 h 121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45" name="Freihandform: Form 27"/>
            <p:cNvSpPr/>
            <p:nvPr/>
          </p:nvSpPr>
          <p:spPr>
            <a:xfrm>
              <a:off x="7799760" y="834120"/>
              <a:ext cx="35280" cy="42480"/>
            </a:xfrm>
            <a:custGeom>
              <a:avLst/>
              <a:gdLst>
                <a:gd name="textAreaLeft" fmla="*/ 0 w 35280"/>
                <a:gd name="textAreaRight" fmla="*/ 36360 w 35280"/>
                <a:gd name="textAreaTop" fmla="*/ 0 h 42480"/>
                <a:gd name="textAreaBottom" fmla="*/ 43560 h 42480"/>
              </a:gdLst>
              <a:ahLst/>
              <a:cxnLst/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46" name="Freihandform: Form 28"/>
            <p:cNvSpPr/>
            <p:nvPr/>
          </p:nvSpPr>
          <p:spPr>
            <a:xfrm>
              <a:off x="784908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147" name="Grafik 9"/>
            <p:cNvGrpSpPr/>
            <p:nvPr/>
          </p:nvGrpSpPr>
          <p:grpSpPr>
            <a:xfrm>
              <a:off x="7872120" y="834120"/>
              <a:ext cx="74160" cy="40680"/>
              <a:chOff x="7872120" y="834120"/>
              <a:chExt cx="74160" cy="40680"/>
            </a:xfrm>
          </p:grpSpPr>
          <p:sp>
            <p:nvSpPr>
              <p:cNvPr id="1148" name="Freihandform: Form 30"/>
              <p:cNvSpPr/>
              <p:nvPr/>
            </p:nvSpPr>
            <p:spPr>
              <a:xfrm>
                <a:off x="7872120" y="834120"/>
                <a:ext cx="33480" cy="406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0680"/>
                  <a:gd name="textAreaBottom" fmla="*/ 41760 h 40680"/>
                </a:gdLst>
                <a:ahLst/>
                <a:cxnLst/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49" name="Freihandform: Form 31"/>
              <p:cNvSpPr/>
              <p:nvPr/>
            </p:nvSpPr>
            <p:spPr>
              <a:xfrm>
                <a:off x="7922160" y="834120"/>
                <a:ext cx="24120" cy="40680"/>
              </a:xfrm>
              <a:custGeom>
                <a:avLst/>
                <a:gdLst>
                  <a:gd name="textAreaLeft" fmla="*/ 0 w 24120"/>
                  <a:gd name="textAreaRight" fmla="*/ 25200 w 24120"/>
                  <a:gd name="textAreaTop" fmla="*/ 0 h 40680"/>
                  <a:gd name="textAreaBottom" fmla="*/ 41760 h 40680"/>
                </a:gdLst>
                <a:ahLst/>
                <a:cxnLst/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2240" tIns="-3240" rIns="1224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150" name="Freihandform: Form 32"/>
            <p:cNvSpPr/>
            <p:nvPr/>
          </p:nvSpPr>
          <p:spPr>
            <a:xfrm>
              <a:off x="795924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151" name="Grafik 9"/>
            <p:cNvGrpSpPr/>
            <p:nvPr/>
          </p:nvGrpSpPr>
          <p:grpSpPr>
            <a:xfrm>
              <a:off x="7979760" y="812160"/>
              <a:ext cx="78120" cy="64440"/>
              <a:chOff x="7979760" y="812160"/>
              <a:chExt cx="78120" cy="64440"/>
            </a:xfrm>
          </p:grpSpPr>
          <p:sp>
            <p:nvSpPr>
              <p:cNvPr id="1152" name="Freihandform: Form 34"/>
              <p:cNvSpPr/>
              <p:nvPr/>
            </p:nvSpPr>
            <p:spPr>
              <a:xfrm>
                <a:off x="7979760" y="834120"/>
                <a:ext cx="33480" cy="424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2480"/>
                  <a:gd name="textAreaBottom" fmla="*/ 43560 h 42480"/>
                </a:gdLst>
                <a:ahLst/>
                <a:cxnLst/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1440" rIns="1692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53" name="Freihandform: Form 35"/>
              <p:cNvSpPr/>
              <p:nvPr/>
            </p:nvSpPr>
            <p:spPr>
              <a:xfrm>
                <a:off x="8024400" y="812160"/>
                <a:ext cx="33480" cy="622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62280"/>
                  <a:gd name="textAreaBottom" fmla="*/ 63360 h 62280"/>
                  <a:gd name="GluePoint1X" fmla="*/ 0 w 176"/>
                  <a:gd name="GluePoint1Y" fmla="*/ 0 h 96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18360" rIns="1692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154" name="Freihandform: Form 36"/>
            <p:cNvSpPr/>
            <p:nvPr/>
          </p:nvSpPr>
          <p:spPr>
            <a:xfrm>
              <a:off x="8106480" y="817920"/>
              <a:ext cx="42480" cy="56880"/>
            </a:xfrm>
            <a:custGeom>
              <a:avLst/>
              <a:gdLst>
                <a:gd name="textAreaLeft" fmla="*/ 0 w 42480"/>
                <a:gd name="textAreaRight" fmla="*/ 43560 w 42480"/>
                <a:gd name="textAreaTop" fmla="*/ 0 h 56880"/>
                <a:gd name="textAreaBottom" fmla="*/ 57960 h 56880"/>
                <a:gd name="GluePoint1X" fmla="*/ 0 w 161"/>
                <a:gd name="GluePoint1Y" fmla="*/ 0 h 121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55" name="Freihandform: Form 37"/>
            <p:cNvSpPr/>
            <p:nvPr/>
          </p:nvSpPr>
          <p:spPr>
            <a:xfrm>
              <a:off x="8164800" y="834120"/>
              <a:ext cx="35280" cy="42480"/>
            </a:xfrm>
            <a:custGeom>
              <a:avLst/>
              <a:gdLst>
                <a:gd name="textAreaLeft" fmla="*/ 0 w 35280"/>
                <a:gd name="textAreaRight" fmla="*/ 36360 w 35280"/>
                <a:gd name="textAreaTop" fmla="*/ 0 h 42480"/>
                <a:gd name="textAreaBottom" fmla="*/ 43560 h 42480"/>
              </a:gdLst>
              <a:ahLst/>
              <a:cxnLst/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56" name="Freihandform: Form 38"/>
            <p:cNvSpPr/>
            <p:nvPr/>
          </p:nvSpPr>
          <p:spPr>
            <a:xfrm>
              <a:off x="821340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157" name="Grafik 9"/>
            <p:cNvGrpSpPr/>
            <p:nvPr/>
          </p:nvGrpSpPr>
          <p:grpSpPr>
            <a:xfrm>
              <a:off x="7741440" y="834120"/>
              <a:ext cx="1049040" cy="180000"/>
              <a:chOff x="7741440" y="834120"/>
              <a:chExt cx="1049040" cy="180000"/>
            </a:xfrm>
          </p:grpSpPr>
          <p:sp>
            <p:nvSpPr>
              <p:cNvPr id="1158" name="Freihandform: Form 40"/>
              <p:cNvSpPr/>
              <p:nvPr/>
            </p:nvSpPr>
            <p:spPr>
              <a:xfrm>
                <a:off x="8236440" y="834120"/>
                <a:ext cx="33480" cy="406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0680"/>
                  <a:gd name="textAreaBottom" fmla="*/ 41760 h 40680"/>
                </a:gdLst>
                <a:ahLst/>
                <a:cxnLst/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59" name="Freihandform: Form 41"/>
              <p:cNvSpPr/>
              <p:nvPr/>
            </p:nvSpPr>
            <p:spPr>
              <a:xfrm>
                <a:off x="8284680" y="834120"/>
                <a:ext cx="35280" cy="42480"/>
              </a:xfrm>
              <a:custGeom>
                <a:avLst/>
                <a:gdLst>
                  <a:gd name="textAreaLeft" fmla="*/ 0 w 35280"/>
                  <a:gd name="textAreaRight" fmla="*/ 36360 w 35280"/>
                  <a:gd name="textAreaTop" fmla="*/ 0 h 42480"/>
                  <a:gd name="textAreaBottom" fmla="*/ 43560 h 42480"/>
                </a:gdLst>
                <a:ahLst/>
                <a:cxnLst/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640" tIns="-1440" rIns="1764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60" name="Freihandform: Form 42"/>
              <p:cNvSpPr/>
              <p:nvPr/>
            </p:nvSpPr>
            <p:spPr>
              <a:xfrm>
                <a:off x="7741440" y="914040"/>
                <a:ext cx="883440" cy="62280"/>
              </a:xfrm>
              <a:custGeom>
                <a:avLst/>
                <a:gdLst>
                  <a:gd name="textAreaLeft" fmla="*/ 0 w 883440"/>
                  <a:gd name="textAreaRight" fmla="*/ 884520 w 883440"/>
                  <a:gd name="textAreaTop" fmla="*/ 0 h 62280"/>
                  <a:gd name="textAreaBottom" fmla="*/ 63360 h 62280"/>
                </a:gdLst>
                <a:ahLst/>
                <a:cxnLst/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61" name="Freihandform: Form 43"/>
              <p:cNvSpPr/>
              <p:nvPr/>
            </p:nvSpPr>
            <p:spPr>
              <a:xfrm>
                <a:off x="8677440" y="915480"/>
                <a:ext cx="113040" cy="98640"/>
              </a:xfrm>
              <a:custGeom>
                <a:avLst/>
                <a:gdLst>
                  <a:gd name="textAreaLeft" fmla="*/ 0 w 113040"/>
                  <a:gd name="textAreaRight" fmla="*/ 114120 w 113040"/>
                  <a:gd name="textAreaTop" fmla="*/ 0 h 98640"/>
                  <a:gd name="textAreaBottom" fmla="*/ 99720 h 98640"/>
                  <a:gd name="GluePoint1X" fmla="*/ 0 w 277"/>
                  <a:gd name="GluePoint1Y" fmla="*/ 0 h 317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520" tIns="45000" rIns="5652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1162" name="Freihandform: Form 44" hidden="1"/>
          <p:cNvSpPr/>
          <p:nvPr/>
        </p:nvSpPr>
        <p:spPr>
          <a:xfrm>
            <a:off x="-5040" y="407880"/>
            <a:ext cx="336240" cy="293760"/>
          </a:xfrm>
          <a:custGeom>
            <a:avLst/>
            <a:gdLst>
              <a:gd name="textAreaLeft" fmla="*/ 0 w 336240"/>
              <a:gd name="textAreaRight" fmla="*/ 337320 w 336240"/>
              <a:gd name="textAreaTop" fmla="*/ 0 h 293760"/>
              <a:gd name="textAreaBottom" fmla="*/ 294840 h 293760"/>
              <a:gd name="GluePoint1X" fmla="*/ 0 w 819"/>
              <a:gd name="GluePoint1Y" fmla="*/ 0 h 937"/>
            </a:gdLst>
            <a:ahLst/>
            <a:cxnLst>
              <a:cxn ang="0">
                <a:pos x="GluePoint1X" y="GluePoint1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grpSp>
        <p:nvGrpSpPr>
          <p:cNvPr id="1163" name="Gruppieren 54"/>
          <p:cNvGrpSpPr/>
          <p:nvPr/>
        </p:nvGrpSpPr>
        <p:grpSpPr>
          <a:xfrm>
            <a:off x="-5040" y="4950720"/>
            <a:ext cx="9147960" cy="196920"/>
            <a:chOff x="-5040" y="4950720"/>
            <a:chExt cx="9147960" cy="196920"/>
          </a:xfrm>
        </p:grpSpPr>
        <p:sp>
          <p:nvSpPr>
            <p:cNvPr id="1164" name="bk object 18"/>
            <p:cNvSpPr/>
            <p:nvPr/>
          </p:nvSpPr>
          <p:spPr>
            <a:xfrm>
              <a:off x="-5040" y="4950720"/>
              <a:ext cx="483840" cy="196920"/>
            </a:xfrm>
            <a:custGeom>
              <a:avLst/>
              <a:gdLst>
                <a:gd name="textAreaLeft" fmla="*/ 0 w 483840"/>
                <a:gd name="textAreaRight" fmla="*/ 484920 w 483840"/>
                <a:gd name="textAreaTop" fmla="*/ 0 h 196920"/>
                <a:gd name="textAreaBottom" fmla="*/ 198000 h 19692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65" name="bk object 18"/>
            <p:cNvSpPr/>
            <p:nvPr/>
          </p:nvSpPr>
          <p:spPr>
            <a:xfrm>
              <a:off x="522360" y="4950720"/>
              <a:ext cx="8620560" cy="196920"/>
            </a:xfrm>
            <a:custGeom>
              <a:avLst/>
              <a:gdLst>
                <a:gd name="textAreaLeft" fmla="*/ 0 w 8620560"/>
                <a:gd name="textAreaRight" fmla="*/ 8621640 w 8620560"/>
                <a:gd name="textAreaTop" fmla="*/ 0 h 196920"/>
                <a:gd name="textAreaBottom" fmla="*/ 198000 h 19692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66" name="Holder 3"/>
            <p:cNvSpPr/>
            <p:nvPr/>
          </p:nvSpPr>
          <p:spPr>
            <a:xfrm>
              <a:off x="8194680" y="4966200"/>
              <a:ext cx="448560" cy="166680"/>
            </a:xfrm>
            <a:prstGeom prst="rect">
              <a:avLst/>
            </a:pr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167" name="PlaceHolder 1"/>
          <p:cNvSpPr>
            <a:spLocks noGrp="1"/>
          </p:cNvSpPr>
          <p:nvPr>
            <p:ph type="ftr" idx="47"/>
          </p:nvPr>
        </p:nvSpPr>
        <p:spPr>
          <a:xfrm>
            <a:off x="628560" y="4975560"/>
            <a:ext cx="7128720" cy="147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68" name="PlaceHolder 2"/>
          <p:cNvSpPr>
            <a:spLocks noGrp="1"/>
          </p:cNvSpPr>
          <p:nvPr>
            <p:ph type="sldNum" idx="48"/>
          </p:nvPr>
        </p:nvSpPr>
        <p:spPr>
          <a:xfrm>
            <a:off x="35640" y="4975560"/>
            <a:ext cx="336240" cy="147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68616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686160">
              <a:lnSpc>
                <a:spcPct val="100000"/>
              </a:lnSpc>
              <a:buNone/>
              <a:tabLst>
                <a:tab pos="0" algn="l"/>
              </a:tabLst>
            </a:pPr>
            <a:fld id="{880BF4F5-C021-4367-AAF2-5289FF0B678A}" type="slidenum">
              <a: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69" name="PlaceHolder 3"/>
          <p:cNvSpPr>
            <a:spLocks noGrp="1"/>
          </p:cNvSpPr>
          <p:nvPr>
            <p:ph type="title"/>
          </p:nvPr>
        </p:nvSpPr>
        <p:spPr>
          <a:xfrm>
            <a:off x="4625640" y="330840"/>
            <a:ext cx="2726640" cy="45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de-DE" sz="27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Titel</a:t>
            </a:r>
            <a:endParaRPr lang="de-DE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cxnSp>
        <p:nvCxnSpPr>
          <p:cNvPr id="1170" name="Gerader Verbinder 47"/>
          <p:cNvCxnSpPr/>
          <p:nvPr/>
        </p:nvCxnSpPr>
        <p:spPr>
          <a:xfrm>
            <a:off x="4625640" y="974520"/>
            <a:ext cx="2728800" cy="108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sp>
        <p:nvSpPr>
          <p:cNvPr id="1171" name="PlaceHolder 4"/>
          <p:cNvSpPr>
            <a:spLocks noGrp="1"/>
          </p:cNvSpPr>
          <p:nvPr>
            <p:ph type="body"/>
          </p:nvPr>
        </p:nvSpPr>
        <p:spPr>
          <a:xfrm>
            <a:off x="0" y="0"/>
            <a:ext cx="4275000" cy="243000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txBody>
          <a:bodyPr lIns="0" tIns="540000" rIns="0" bIns="0" anchor="t">
            <a:noAutofit/>
          </a:bodyPr>
          <a:lstStyle>
            <a:lvl1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</a:lstStyle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Inhaltsplatzhalter</a:t>
            </a: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172" name="PlaceHolder 5"/>
          <p:cNvSpPr>
            <a:spLocks noGrp="1"/>
          </p:cNvSpPr>
          <p:nvPr>
            <p:ph type="body"/>
          </p:nvPr>
        </p:nvSpPr>
        <p:spPr>
          <a:xfrm>
            <a:off x="0" y="2493720"/>
            <a:ext cx="4275000" cy="241992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txBody>
          <a:bodyPr lIns="0" tIns="540000" rIns="0" bIns="0" anchor="t">
            <a:noAutofit/>
          </a:bodyPr>
          <a:lstStyle>
            <a:lvl1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</a:lstStyle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Inhaltsplatzhalter</a:t>
            </a: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173" name="PlaceHolder 6"/>
          <p:cNvSpPr>
            <a:spLocks noGrp="1"/>
          </p:cNvSpPr>
          <p:nvPr>
            <p:ph type="body"/>
          </p:nvPr>
        </p:nvSpPr>
        <p:spPr>
          <a:xfrm>
            <a:off x="4625640" y="1422360"/>
            <a:ext cx="3999240" cy="348660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  <a:def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  <a:def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08200" lvl="2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074600" lvl="3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341360" lvl="4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174" name="PlaceHolder 7"/>
          <p:cNvSpPr>
            <a:spLocks noGrp="1"/>
          </p:cNvSpPr>
          <p:nvPr>
            <p:ph type="body"/>
          </p:nvPr>
        </p:nvSpPr>
        <p:spPr>
          <a:xfrm>
            <a:off x="4622400" y="1088280"/>
            <a:ext cx="3999240" cy="323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8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grpSp>
        <p:nvGrpSpPr>
          <p:cNvPr id="1175" name="Grafik 9"/>
          <p:cNvGrpSpPr/>
          <p:nvPr/>
        </p:nvGrpSpPr>
        <p:grpSpPr>
          <a:xfrm>
            <a:off x="7741440" y="394200"/>
            <a:ext cx="1049040" cy="619920"/>
            <a:chOff x="7741440" y="394200"/>
            <a:chExt cx="1049040" cy="619920"/>
          </a:xfrm>
        </p:grpSpPr>
        <p:grpSp>
          <p:nvGrpSpPr>
            <p:cNvPr id="1176" name="Grafik 9"/>
            <p:cNvGrpSpPr/>
            <p:nvPr/>
          </p:nvGrpSpPr>
          <p:grpSpPr>
            <a:xfrm>
              <a:off x="7741440" y="394200"/>
              <a:ext cx="883800" cy="431280"/>
              <a:chOff x="7741440" y="394200"/>
              <a:chExt cx="883800" cy="431280"/>
            </a:xfrm>
          </p:grpSpPr>
          <p:sp>
            <p:nvSpPr>
              <p:cNvPr id="1177" name="Freihandform: Form 69"/>
              <p:cNvSpPr/>
              <p:nvPr/>
            </p:nvSpPr>
            <p:spPr>
              <a:xfrm>
                <a:off x="8358120" y="480600"/>
                <a:ext cx="267120" cy="26748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267480"/>
                  <a:gd name="textAreaBottom" fmla="*/ 268560 h 267480"/>
                  <a:gd name="GluePoint1X" fmla="*/ 0 w 746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78" name="Freihandform: Form 70"/>
              <p:cNvSpPr/>
              <p:nvPr/>
            </p:nvSpPr>
            <p:spPr>
              <a:xfrm>
                <a:off x="7741440" y="394200"/>
                <a:ext cx="267120" cy="34740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347400"/>
                  <a:gd name="textAreaBottom" fmla="*/ 348480 h 347400"/>
                  <a:gd name="GluePoint1X" fmla="*/ 0 w 968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79" name="Freihandform: Form 71"/>
              <p:cNvSpPr/>
              <p:nvPr/>
            </p:nvSpPr>
            <p:spPr>
              <a:xfrm>
                <a:off x="8050680" y="394200"/>
                <a:ext cx="267120" cy="34740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347400"/>
                  <a:gd name="textAreaBottom" fmla="*/ 348480 h 347400"/>
                  <a:gd name="GluePoint1X" fmla="*/ 0 w 968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80" name="Freihandform: Form 72"/>
              <p:cNvSpPr/>
              <p:nvPr/>
            </p:nvSpPr>
            <p:spPr>
              <a:xfrm>
                <a:off x="784800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81" name="Freihandform: Form 73"/>
              <p:cNvSpPr/>
              <p:nvPr/>
            </p:nvSpPr>
            <p:spPr>
              <a:xfrm>
                <a:off x="795816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82" name="Freihandform: Form 74"/>
              <p:cNvSpPr/>
              <p:nvPr/>
            </p:nvSpPr>
            <p:spPr>
              <a:xfrm>
                <a:off x="821232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183" name="Freihandform: Form 45"/>
            <p:cNvSpPr/>
            <p:nvPr/>
          </p:nvSpPr>
          <p:spPr>
            <a:xfrm>
              <a:off x="7741440" y="817920"/>
              <a:ext cx="42480" cy="56880"/>
            </a:xfrm>
            <a:custGeom>
              <a:avLst/>
              <a:gdLst>
                <a:gd name="textAreaLeft" fmla="*/ 0 w 42480"/>
                <a:gd name="textAreaRight" fmla="*/ 43560 w 42480"/>
                <a:gd name="textAreaTop" fmla="*/ 0 h 56880"/>
                <a:gd name="textAreaBottom" fmla="*/ 57960 h 56880"/>
                <a:gd name="GluePoint1X" fmla="*/ 0 w 161"/>
                <a:gd name="GluePoint1Y" fmla="*/ 0 h 121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84" name="Freihandform: Form 46"/>
            <p:cNvSpPr/>
            <p:nvPr/>
          </p:nvSpPr>
          <p:spPr>
            <a:xfrm>
              <a:off x="7799760" y="834120"/>
              <a:ext cx="35280" cy="42480"/>
            </a:xfrm>
            <a:custGeom>
              <a:avLst/>
              <a:gdLst>
                <a:gd name="textAreaLeft" fmla="*/ 0 w 35280"/>
                <a:gd name="textAreaRight" fmla="*/ 36360 w 35280"/>
                <a:gd name="textAreaTop" fmla="*/ 0 h 42480"/>
                <a:gd name="textAreaBottom" fmla="*/ 43560 h 42480"/>
              </a:gdLst>
              <a:ahLst/>
              <a:cxnLst/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85" name="Freihandform: Form 49"/>
            <p:cNvSpPr/>
            <p:nvPr/>
          </p:nvSpPr>
          <p:spPr>
            <a:xfrm>
              <a:off x="784908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186" name="Grafik 9"/>
            <p:cNvGrpSpPr/>
            <p:nvPr/>
          </p:nvGrpSpPr>
          <p:grpSpPr>
            <a:xfrm>
              <a:off x="7872120" y="834120"/>
              <a:ext cx="74160" cy="40680"/>
              <a:chOff x="7872120" y="834120"/>
              <a:chExt cx="74160" cy="40680"/>
            </a:xfrm>
          </p:grpSpPr>
          <p:sp>
            <p:nvSpPr>
              <p:cNvPr id="1187" name="Freihandform: Form 67"/>
              <p:cNvSpPr/>
              <p:nvPr/>
            </p:nvSpPr>
            <p:spPr>
              <a:xfrm>
                <a:off x="7872120" y="834120"/>
                <a:ext cx="33480" cy="406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0680"/>
                  <a:gd name="textAreaBottom" fmla="*/ 41760 h 40680"/>
                </a:gdLst>
                <a:ahLst/>
                <a:cxnLst/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88" name="Freihandform: Form 68"/>
              <p:cNvSpPr/>
              <p:nvPr/>
            </p:nvSpPr>
            <p:spPr>
              <a:xfrm>
                <a:off x="7922160" y="834120"/>
                <a:ext cx="24120" cy="40680"/>
              </a:xfrm>
              <a:custGeom>
                <a:avLst/>
                <a:gdLst>
                  <a:gd name="textAreaLeft" fmla="*/ 0 w 24120"/>
                  <a:gd name="textAreaRight" fmla="*/ 25200 w 24120"/>
                  <a:gd name="textAreaTop" fmla="*/ 0 h 40680"/>
                  <a:gd name="textAreaBottom" fmla="*/ 41760 h 40680"/>
                </a:gdLst>
                <a:ahLst/>
                <a:cxnLst/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2240" tIns="-3240" rIns="1224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189" name="Freihandform: Form 51"/>
            <p:cNvSpPr/>
            <p:nvPr/>
          </p:nvSpPr>
          <p:spPr>
            <a:xfrm>
              <a:off x="795924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190" name="Grafik 9"/>
            <p:cNvGrpSpPr/>
            <p:nvPr/>
          </p:nvGrpSpPr>
          <p:grpSpPr>
            <a:xfrm>
              <a:off x="7979760" y="812160"/>
              <a:ext cx="78120" cy="64440"/>
              <a:chOff x="7979760" y="812160"/>
              <a:chExt cx="78120" cy="64440"/>
            </a:xfrm>
          </p:grpSpPr>
          <p:sp>
            <p:nvSpPr>
              <p:cNvPr id="1191" name="Freihandform: Form 65"/>
              <p:cNvSpPr/>
              <p:nvPr/>
            </p:nvSpPr>
            <p:spPr>
              <a:xfrm>
                <a:off x="7979760" y="834120"/>
                <a:ext cx="33480" cy="424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2480"/>
                  <a:gd name="textAreaBottom" fmla="*/ 43560 h 42480"/>
                </a:gdLst>
                <a:ahLst/>
                <a:cxnLst/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1440" rIns="1692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92" name="Freihandform: Form 66"/>
              <p:cNvSpPr/>
              <p:nvPr/>
            </p:nvSpPr>
            <p:spPr>
              <a:xfrm>
                <a:off x="8024400" y="812160"/>
                <a:ext cx="33480" cy="622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62280"/>
                  <a:gd name="textAreaBottom" fmla="*/ 63360 h 62280"/>
                  <a:gd name="GluePoint1X" fmla="*/ 0 w 176"/>
                  <a:gd name="GluePoint1Y" fmla="*/ 0 h 96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18360" rIns="1692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193" name="Freihandform: Form 53"/>
            <p:cNvSpPr/>
            <p:nvPr/>
          </p:nvSpPr>
          <p:spPr>
            <a:xfrm>
              <a:off x="8106480" y="817920"/>
              <a:ext cx="42480" cy="56880"/>
            </a:xfrm>
            <a:custGeom>
              <a:avLst/>
              <a:gdLst>
                <a:gd name="textAreaLeft" fmla="*/ 0 w 42480"/>
                <a:gd name="textAreaRight" fmla="*/ 43560 w 42480"/>
                <a:gd name="textAreaTop" fmla="*/ 0 h 56880"/>
                <a:gd name="textAreaBottom" fmla="*/ 57960 h 56880"/>
                <a:gd name="GluePoint1X" fmla="*/ 0 w 161"/>
                <a:gd name="GluePoint1Y" fmla="*/ 0 h 121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94" name="Freihandform: Form 58"/>
            <p:cNvSpPr/>
            <p:nvPr/>
          </p:nvSpPr>
          <p:spPr>
            <a:xfrm>
              <a:off x="8164800" y="834120"/>
              <a:ext cx="35280" cy="42480"/>
            </a:xfrm>
            <a:custGeom>
              <a:avLst/>
              <a:gdLst>
                <a:gd name="textAreaLeft" fmla="*/ 0 w 35280"/>
                <a:gd name="textAreaRight" fmla="*/ 36360 w 35280"/>
                <a:gd name="textAreaTop" fmla="*/ 0 h 42480"/>
                <a:gd name="textAreaBottom" fmla="*/ 43560 h 42480"/>
              </a:gdLst>
              <a:ahLst/>
              <a:cxnLst/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95" name="Freihandform: Form 59"/>
            <p:cNvSpPr/>
            <p:nvPr/>
          </p:nvSpPr>
          <p:spPr>
            <a:xfrm>
              <a:off x="821340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196" name="Grafik 9"/>
            <p:cNvGrpSpPr/>
            <p:nvPr/>
          </p:nvGrpSpPr>
          <p:grpSpPr>
            <a:xfrm>
              <a:off x="7741440" y="834120"/>
              <a:ext cx="1049040" cy="180000"/>
              <a:chOff x="7741440" y="834120"/>
              <a:chExt cx="1049040" cy="180000"/>
            </a:xfrm>
          </p:grpSpPr>
          <p:sp>
            <p:nvSpPr>
              <p:cNvPr id="1197" name="Freihandform: Form 61"/>
              <p:cNvSpPr/>
              <p:nvPr/>
            </p:nvSpPr>
            <p:spPr>
              <a:xfrm>
                <a:off x="8236440" y="834120"/>
                <a:ext cx="33480" cy="406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0680"/>
                  <a:gd name="textAreaBottom" fmla="*/ 41760 h 40680"/>
                </a:gdLst>
                <a:ahLst/>
                <a:cxnLst/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98" name="Freihandform: Form 62"/>
              <p:cNvSpPr/>
              <p:nvPr/>
            </p:nvSpPr>
            <p:spPr>
              <a:xfrm>
                <a:off x="8284680" y="834120"/>
                <a:ext cx="35280" cy="42480"/>
              </a:xfrm>
              <a:custGeom>
                <a:avLst/>
                <a:gdLst>
                  <a:gd name="textAreaLeft" fmla="*/ 0 w 35280"/>
                  <a:gd name="textAreaRight" fmla="*/ 36360 w 35280"/>
                  <a:gd name="textAreaTop" fmla="*/ 0 h 42480"/>
                  <a:gd name="textAreaBottom" fmla="*/ 43560 h 42480"/>
                </a:gdLst>
                <a:ahLst/>
                <a:cxnLst/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640" tIns="-1440" rIns="1764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99" name="Freihandform: Form 63"/>
              <p:cNvSpPr/>
              <p:nvPr/>
            </p:nvSpPr>
            <p:spPr>
              <a:xfrm>
                <a:off x="7741440" y="914040"/>
                <a:ext cx="883440" cy="62280"/>
              </a:xfrm>
              <a:custGeom>
                <a:avLst/>
                <a:gdLst>
                  <a:gd name="textAreaLeft" fmla="*/ 0 w 883440"/>
                  <a:gd name="textAreaRight" fmla="*/ 884520 w 883440"/>
                  <a:gd name="textAreaTop" fmla="*/ 0 h 62280"/>
                  <a:gd name="textAreaBottom" fmla="*/ 63360 h 62280"/>
                </a:gdLst>
                <a:ahLst/>
                <a:cxnLst/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00" name="Freihandform: Form 64"/>
              <p:cNvSpPr/>
              <p:nvPr/>
            </p:nvSpPr>
            <p:spPr>
              <a:xfrm>
                <a:off x="8677440" y="915480"/>
                <a:ext cx="113040" cy="98640"/>
              </a:xfrm>
              <a:custGeom>
                <a:avLst/>
                <a:gdLst>
                  <a:gd name="textAreaLeft" fmla="*/ 0 w 113040"/>
                  <a:gd name="textAreaRight" fmla="*/ 114120 w 113040"/>
                  <a:gd name="textAreaTop" fmla="*/ 0 h 98640"/>
                  <a:gd name="textAreaBottom" fmla="*/ 99720 h 98640"/>
                  <a:gd name="GluePoint1X" fmla="*/ 0 w 277"/>
                  <a:gd name="GluePoint1Y" fmla="*/ 0 h 317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520" tIns="45000" rIns="5652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el + zwei Bil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01" name="Gruppieren 6"/>
          <p:cNvGrpSpPr/>
          <p:nvPr/>
        </p:nvGrpSpPr>
        <p:grpSpPr>
          <a:xfrm>
            <a:off x="-5040" y="4950720"/>
            <a:ext cx="9147960" cy="196920"/>
            <a:chOff x="-5040" y="4950720"/>
            <a:chExt cx="9147960" cy="196920"/>
          </a:xfrm>
        </p:grpSpPr>
        <p:sp>
          <p:nvSpPr>
            <p:cNvPr id="1202" name="bk object 18"/>
            <p:cNvSpPr/>
            <p:nvPr/>
          </p:nvSpPr>
          <p:spPr>
            <a:xfrm>
              <a:off x="-5040" y="4950720"/>
              <a:ext cx="483840" cy="196920"/>
            </a:xfrm>
            <a:custGeom>
              <a:avLst/>
              <a:gdLst>
                <a:gd name="textAreaLeft" fmla="*/ 0 w 483840"/>
                <a:gd name="textAreaRight" fmla="*/ 484920 w 483840"/>
                <a:gd name="textAreaTop" fmla="*/ 0 h 196920"/>
                <a:gd name="textAreaBottom" fmla="*/ 198000 h 19692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03" name="bk object 18"/>
            <p:cNvSpPr/>
            <p:nvPr/>
          </p:nvSpPr>
          <p:spPr>
            <a:xfrm>
              <a:off x="522360" y="4950720"/>
              <a:ext cx="8620560" cy="196920"/>
            </a:xfrm>
            <a:custGeom>
              <a:avLst/>
              <a:gdLst>
                <a:gd name="textAreaLeft" fmla="*/ 0 w 8620560"/>
                <a:gd name="textAreaRight" fmla="*/ 8621640 w 8620560"/>
                <a:gd name="textAreaTop" fmla="*/ 0 h 196920"/>
                <a:gd name="textAreaBottom" fmla="*/ 198000 h 19692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04" name="Holder 3"/>
            <p:cNvSpPr/>
            <p:nvPr/>
          </p:nvSpPr>
          <p:spPr>
            <a:xfrm>
              <a:off x="8194680" y="4966200"/>
              <a:ext cx="448560" cy="1666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1205" name="Gerader Verbinder 11"/>
          <p:cNvCxnSpPr/>
          <p:nvPr/>
        </p:nvCxnSpPr>
        <p:spPr>
          <a:xfrm>
            <a:off x="521280" y="974520"/>
            <a:ext cx="6833160" cy="108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1206" name="Grafik 9"/>
          <p:cNvGrpSpPr/>
          <p:nvPr/>
        </p:nvGrpSpPr>
        <p:grpSpPr>
          <a:xfrm>
            <a:off x="7741440" y="394200"/>
            <a:ext cx="1049040" cy="619920"/>
            <a:chOff x="7741440" y="394200"/>
            <a:chExt cx="1049040" cy="619920"/>
          </a:xfrm>
        </p:grpSpPr>
        <p:grpSp>
          <p:nvGrpSpPr>
            <p:cNvPr id="1207" name="Grafik 9"/>
            <p:cNvGrpSpPr/>
            <p:nvPr/>
          </p:nvGrpSpPr>
          <p:grpSpPr>
            <a:xfrm>
              <a:off x="7741440" y="394200"/>
              <a:ext cx="883800" cy="431280"/>
              <a:chOff x="7741440" y="394200"/>
              <a:chExt cx="883800" cy="431280"/>
            </a:xfrm>
          </p:grpSpPr>
          <p:sp>
            <p:nvSpPr>
              <p:cNvPr id="1208" name="Freihandform: Form 20"/>
              <p:cNvSpPr/>
              <p:nvPr/>
            </p:nvSpPr>
            <p:spPr>
              <a:xfrm>
                <a:off x="8358120" y="480600"/>
                <a:ext cx="267120" cy="26748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267480"/>
                  <a:gd name="textAreaBottom" fmla="*/ 268560 h 267480"/>
                  <a:gd name="GluePoint1X" fmla="*/ 0 w 746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09" name="Freihandform: Form 21"/>
              <p:cNvSpPr/>
              <p:nvPr/>
            </p:nvSpPr>
            <p:spPr>
              <a:xfrm>
                <a:off x="7741440" y="394200"/>
                <a:ext cx="267120" cy="34740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347400"/>
                  <a:gd name="textAreaBottom" fmla="*/ 348480 h 347400"/>
                  <a:gd name="GluePoint1X" fmla="*/ 0 w 968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10" name="Freihandform: Form 22"/>
              <p:cNvSpPr/>
              <p:nvPr/>
            </p:nvSpPr>
            <p:spPr>
              <a:xfrm>
                <a:off x="8050680" y="394200"/>
                <a:ext cx="267120" cy="34740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347400"/>
                  <a:gd name="textAreaBottom" fmla="*/ 348480 h 347400"/>
                  <a:gd name="GluePoint1X" fmla="*/ 0 w 968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11" name="Freihandform: Form 23"/>
              <p:cNvSpPr/>
              <p:nvPr/>
            </p:nvSpPr>
            <p:spPr>
              <a:xfrm>
                <a:off x="784800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12" name="Freihandform: Form 24"/>
              <p:cNvSpPr/>
              <p:nvPr/>
            </p:nvSpPr>
            <p:spPr>
              <a:xfrm>
                <a:off x="795816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13" name="Freihandform: Form 25"/>
              <p:cNvSpPr/>
              <p:nvPr/>
            </p:nvSpPr>
            <p:spPr>
              <a:xfrm>
                <a:off x="821232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214" name="Freihandform: Form 26"/>
            <p:cNvSpPr/>
            <p:nvPr/>
          </p:nvSpPr>
          <p:spPr>
            <a:xfrm>
              <a:off x="7741440" y="817920"/>
              <a:ext cx="42480" cy="56880"/>
            </a:xfrm>
            <a:custGeom>
              <a:avLst/>
              <a:gdLst>
                <a:gd name="textAreaLeft" fmla="*/ 0 w 42480"/>
                <a:gd name="textAreaRight" fmla="*/ 43560 w 42480"/>
                <a:gd name="textAreaTop" fmla="*/ 0 h 56880"/>
                <a:gd name="textAreaBottom" fmla="*/ 57960 h 56880"/>
                <a:gd name="GluePoint1X" fmla="*/ 0 w 161"/>
                <a:gd name="GluePoint1Y" fmla="*/ 0 h 121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15" name="Freihandform: Form 27"/>
            <p:cNvSpPr/>
            <p:nvPr/>
          </p:nvSpPr>
          <p:spPr>
            <a:xfrm>
              <a:off x="7799760" y="834120"/>
              <a:ext cx="35280" cy="42480"/>
            </a:xfrm>
            <a:custGeom>
              <a:avLst/>
              <a:gdLst>
                <a:gd name="textAreaLeft" fmla="*/ 0 w 35280"/>
                <a:gd name="textAreaRight" fmla="*/ 36360 w 35280"/>
                <a:gd name="textAreaTop" fmla="*/ 0 h 42480"/>
                <a:gd name="textAreaBottom" fmla="*/ 43560 h 42480"/>
              </a:gdLst>
              <a:ahLst/>
              <a:cxnLst/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16" name="Freihandform: Form 28"/>
            <p:cNvSpPr/>
            <p:nvPr/>
          </p:nvSpPr>
          <p:spPr>
            <a:xfrm>
              <a:off x="784908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217" name="Grafik 9"/>
            <p:cNvGrpSpPr/>
            <p:nvPr/>
          </p:nvGrpSpPr>
          <p:grpSpPr>
            <a:xfrm>
              <a:off x="7872120" y="834120"/>
              <a:ext cx="74160" cy="40680"/>
              <a:chOff x="7872120" y="834120"/>
              <a:chExt cx="74160" cy="40680"/>
            </a:xfrm>
          </p:grpSpPr>
          <p:sp>
            <p:nvSpPr>
              <p:cNvPr id="1218" name="Freihandform: Form 30"/>
              <p:cNvSpPr/>
              <p:nvPr/>
            </p:nvSpPr>
            <p:spPr>
              <a:xfrm>
                <a:off x="7872120" y="834120"/>
                <a:ext cx="33480" cy="406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0680"/>
                  <a:gd name="textAreaBottom" fmla="*/ 41760 h 40680"/>
                </a:gdLst>
                <a:ahLst/>
                <a:cxnLst/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19" name="Freihandform: Form 31"/>
              <p:cNvSpPr/>
              <p:nvPr/>
            </p:nvSpPr>
            <p:spPr>
              <a:xfrm>
                <a:off x="7922160" y="834120"/>
                <a:ext cx="24120" cy="40680"/>
              </a:xfrm>
              <a:custGeom>
                <a:avLst/>
                <a:gdLst>
                  <a:gd name="textAreaLeft" fmla="*/ 0 w 24120"/>
                  <a:gd name="textAreaRight" fmla="*/ 25200 w 24120"/>
                  <a:gd name="textAreaTop" fmla="*/ 0 h 40680"/>
                  <a:gd name="textAreaBottom" fmla="*/ 41760 h 40680"/>
                </a:gdLst>
                <a:ahLst/>
                <a:cxnLst/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2240" tIns="-3240" rIns="1224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220" name="Freihandform: Form 32"/>
            <p:cNvSpPr/>
            <p:nvPr/>
          </p:nvSpPr>
          <p:spPr>
            <a:xfrm>
              <a:off x="795924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221" name="Grafik 9"/>
            <p:cNvGrpSpPr/>
            <p:nvPr/>
          </p:nvGrpSpPr>
          <p:grpSpPr>
            <a:xfrm>
              <a:off x="7979760" y="812160"/>
              <a:ext cx="78120" cy="64440"/>
              <a:chOff x="7979760" y="812160"/>
              <a:chExt cx="78120" cy="64440"/>
            </a:xfrm>
          </p:grpSpPr>
          <p:sp>
            <p:nvSpPr>
              <p:cNvPr id="1222" name="Freihandform: Form 34"/>
              <p:cNvSpPr/>
              <p:nvPr/>
            </p:nvSpPr>
            <p:spPr>
              <a:xfrm>
                <a:off x="7979760" y="834120"/>
                <a:ext cx="33480" cy="424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2480"/>
                  <a:gd name="textAreaBottom" fmla="*/ 43560 h 42480"/>
                </a:gdLst>
                <a:ahLst/>
                <a:cxnLst/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1440" rIns="1692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23" name="Freihandform: Form 35"/>
              <p:cNvSpPr/>
              <p:nvPr/>
            </p:nvSpPr>
            <p:spPr>
              <a:xfrm>
                <a:off x="8024400" y="812160"/>
                <a:ext cx="33480" cy="622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62280"/>
                  <a:gd name="textAreaBottom" fmla="*/ 63360 h 62280"/>
                  <a:gd name="GluePoint1X" fmla="*/ 0 w 176"/>
                  <a:gd name="GluePoint1Y" fmla="*/ 0 h 96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18360" rIns="1692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224" name="Freihandform: Form 36"/>
            <p:cNvSpPr/>
            <p:nvPr/>
          </p:nvSpPr>
          <p:spPr>
            <a:xfrm>
              <a:off x="8106480" y="817920"/>
              <a:ext cx="42480" cy="56880"/>
            </a:xfrm>
            <a:custGeom>
              <a:avLst/>
              <a:gdLst>
                <a:gd name="textAreaLeft" fmla="*/ 0 w 42480"/>
                <a:gd name="textAreaRight" fmla="*/ 43560 w 42480"/>
                <a:gd name="textAreaTop" fmla="*/ 0 h 56880"/>
                <a:gd name="textAreaBottom" fmla="*/ 57960 h 56880"/>
                <a:gd name="GluePoint1X" fmla="*/ 0 w 161"/>
                <a:gd name="GluePoint1Y" fmla="*/ 0 h 121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25" name="Freihandform: Form 37"/>
            <p:cNvSpPr/>
            <p:nvPr/>
          </p:nvSpPr>
          <p:spPr>
            <a:xfrm>
              <a:off x="8164800" y="834120"/>
              <a:ext cx="35280" cy="42480"/>
            </a:xfrm>
            <a:custGeom>
              <a:avLst/>
              <a:gdLst>
                <a:gd name="textAreaLeft" fmla="*/ 0 w 35280"/>
                <a:gd name="textAreaRight" fmla="*/ 36360 w 35280"/>
                <a:gd name="textAreaTop" fmla="*/ 0 h 42480"/>
                <a:gd name="textAreaBottom" fmla="*/ 43560 h 42480"/>
              </a:gdLst>
              <a:ahLst/>
              <a:cxnLst/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26" name="Freihandform: Form 38"/>
            <p:cNvSpPr/>
            <p:nvPr/>
          </p:nvSpPr>
          <p:spPr>
            <a:xfrm>
              <a:off x="821340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227" name="Grafik 9"/>
            <p:cNvGrpSpPr/>
            <p:nvPr/>
          </p:nvGrpSpPr>
          <p:grpSpPr>
            <a:xfrm>
              <a:off x="7741440" y="834120"/>
              <a:ext cx="1049040" cy="180000"/>
              <a:chOff x="7741440" y="834120"/>
              <a:chExt cx="1049040" cy="180000"/>
            </a:xfrm>
          </p:grpSpPr>
          <p:sp>
            <p:nvSpPr>
              <p:cNvPr id="1228" name="Freihandform: Form 40"/>
              <p:cNvSpPr/>
              <p:nvPr/>
            </p:nvSpPr>
            <p:spPr>
              <a:xfrm>
                <a:off x="8236440" y="834120"/>
                <a:ext cx="33480" cy="406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0680"/>
                  <a:gd name="textAreaBottom" fmla="*/ 41760 h 40680"/>
                </a:gdLst>
                <a:ahLst/>
                <a:cxnLst/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29" name="Freihandform: Form 41"/>
              <p:cNvSpPr/>
              <p:nvPr/>
            </p:nvSpPr>
            <p:spPr>
              <a:xfrm>
                <a:off x="8284680" y="834120"/>
                <a:ext cx="35280" cy="42480"/>
              </a:xfrm>
              <a:custGeom>
                <a:avLst/>
                <a:gdLst>
                  <a:gd name="textAreaLeft" fmla="*/ 0 w 35280"/>
                  <a:gd name="textAreaRight" fmla="*/ 36360 w 35280"/>
                  <a:gd name="textAreaTop" fmla="*/ 0 h 42480"/>
                  <a:gd name="textAreaBottom" fmla="*/ 43560 h 42480"/>
                </a:gdLst>
                <a:ahLst/>
                <a:cxnLst/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640" tIns="-1440" rIns="1764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30" name="Freihandform: Form 42"/>
              <p:cNvSpPr/>
              <p:nvPr/>
            </p:nvSpPr>
            <p:spPr>
              <a:xfrm>
                <a:off x="7741440" y="914040"/>
                <a:ext cx="883440" cy="62280"/>
              </a:xfrm>
              <a:custGeom>
                <a:avLst/>
                <a:gdLst>
                  <a:gd name="textAreaLeft" fmla="*/ 0 w 883440"/>
                  <a:gd name="textAreaRight" fmla="*/ 884520 w 883440"/>
                  <a:gd name="textAreaTop" fmla="*/ 0 h 62280"/>
                  <a:gd name="textAreaBottom" fmla="*/ 63360 h 62280"/>
                </a:gdLst>
                <a:ahLst/>
                <a:cxnLst/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31" name="Freihandform: Form 43"/>
              <p:cNvSpPr/>
              <p:nvPr/>
            </p:nvSpPr>
            <p:spPr>
              <a:xfrm>
                <a:off x="8677440" y="915480"/>
                <a:ext cx="113040" cy="98640"/>
              </a:xfrm>
              <a:custGeom>
                <a:avLst/>
                <a:gdLst>
                  <a:gd name="textAreaLeft" fmla="*/ 0 w 113040"/>
                  <a:gd name="textAreaRight" fmla="*/ 114120 w 113040"/>
                  <a:gd name="textAreaTop" fmla="*/ 0 h 98640"/>
                  <a:gd name="textAreaBottom" fmla="*/ 99720 h 98640"/>
                  <a:gd name="GluePoint1X" fmla="*/ 0 w 277"/>
                  <a:gd name="GluePoint1Y" fmla="*/ 0 h 317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520" tIns="45000" rIns="5652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1232" name="Freihandform: Form 44"/>
          <p:cNvSpPr/>
          <p:nvPr/>
        </p:nvSpPr>
        <p:spPr>
          <a:xfrm>
            <a:off x="-5040" y="407880"/>
            <a:ext cx="336240" cy="293760"/>
          </a:xfrm>
          <a:custGeom>
            <a:avLst/>
            <a:gdLst>
              <a:gd name="textAreaLeft" fmla="*/ 0 w 336240"/>
              <a:gd name="textAreaRight" fmla="*/ 337320 w 336240"/>
              <a:gd name="textAreaTop" fmla="*/ 0 h 293760"/>
              <a:gd name="textAreaBottom" fmla="*/ 294840 h 293760"/>
              <a:gd name="GluePoint1X" fmla="*/ 0 w 819"/>
              <a:gd name="GluePoint1Y" fmla="*/ 0 h 937"/>
            </a:gdLst>
            <a:ahLst/>
            <a:cxnLst>
              <a:cxn ang="0">
                <a:pos x="GluePoint1X" y="GluePoint1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233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5600" cy="45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title style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234" name="PlaceHolder 2"/>
          <p:cNvSpPr>
            <a:spLocks noGrp="1"/>
          </p:cNvSpPr>
          <p:nvPr>
            <p:ph type="ftr" idx="49"/>
          </p:nvPr>
        </p:nvSpPr>
        <p:spPr>
          <a:xfrm>
            <a:off x="628560" y="4975560"/>
            <a:ext cx="7128720" cy="147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35" name="PlaceHolder 3"/>
          <p:cNvSpPr>
            <a:spLocks noGrp="1"/>
          </p:cNvSpPr>
          <p:nvPr>
            <p:ph type="sldNum" idx="50"/>
          </p:nvPr>
        </p:nvSpPr>
        <p:spPr>
          <a:xfrm>
            <a:off x="35640" y="4975560"/>
            <a:ext cx="336240" cy="147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68616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686160">
              <a:lnSpc>
                <a:spcPct val="100000"/>
              </a:lnSpc>
              <a:buNone/>
              <a:tabLst>
                <a:tab pos="0" algn="l"/>
              </a:tabLst>
            </a:pPr>
            <a:fld id="{E2425716-32E5-4D65-AD12-9CF84C577C2F}" type="slidenum">
              <a: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36" name="PlaceHolder 4"/>
          <p:cNvSpPr>
            <a:spLocks noGrp="1"/>
          </p:cNvSpPr>
          <p:nvPr>
            <p:ph type="body"/>
          </p:nvPr>
        </p:nvSpPr>
        <p:spPr>
          <a:xfrm>
            <a:off x="0" y="1422360"/>
            <a:ext cx="4543560" cy="349128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txBody>
          <a:bodyPr lIns="0" tIns="540000" rIns="0" bIns="0" anchor="t">
            <a:noAutofit/>
          </a:bodyPr>
          <a:lstStyle>
            <a:lvl1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</a:lstStyle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Inhaltsplatzhalter</a:t>
            </a: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237" name="PlaceHolder 5"/>
          <p:cNvSpPr>
            <a:spLocks noGrp="1"/>
          </p:cNvSpPr>
          <p:nvPr>
            <p:ph type="body"/>
          </p:nvPr>
        </p:nvSpPr>
        <p:spPr>
          <a:xfrm>
            <a:off x="4599360" y="1422360"/>
            <a:ext cx="4543560" cy="349128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txBody>
          <a:bodyPr lIns="0" tIns="540000" rIns="0" bIns="0" anchor="t">
            <a:noAutofit/>
          </a:bodyPr>
          <a:lstStyle>
            <a:lvl1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</a:lstStyle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Inhaltsplatzhalter</a:t>
            </a: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238" name="PlaceHolder 6"/>
          <p:cNvSpPr>
            <a:spLocks noGrp="1"/>
          </p:cNvSpPr>
          <p:nvPr>
            <p:ph type="body"/>
          </p:nvPr>
        </p:nvSpPr>
        <p:spPr>
          <a:xfrm>
            <a:off x="521640" y="1088280"/>
            <a:ext cx="8100000" cy="323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8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el + drei Bil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39" name="Gruppieren 6"/>
          <p:cNvGrpSpPr/>
          <p:nvPr/>
        </p:nvGrpSpPr>
        <p:grpSpPr>
          <a:xfrm>
            <a:off x="-5040" y="4950720"/>
            <a:ext cx="9147960" cy="196920"/>
            <a:chOff x="-5040" y="4950720"/>
            <a:chExt cx="9147960" cy="196920"/>
          </a:xfrm>
        </p:grpSpPr>
        <p:sp>
          <p:nvSpPr>
            <p:cNvPr id="1240" name="bk object 18"/>
            <p:cNvSpPr/>
            <p:nvPr/>
          </p:nvSpPr>
          <p:spPr>
            <a:xfrm>
              <a:off x="-5040" y="4950720"/>
              <a:ext cx="483840" cy="196920"/>
            </a:xfrm>
            <a:custGeom>
              <a:avLst/>
              <a:gdLst>
                <a:gd name="textAreaLeft" fmla="*/ 0 w 483840"/>
                <a:gd name="textAreaRight" fmla="*/ 484920 w 483840"/>
                <a:gd name="textAreaTop" fmla="*/ 0 h 196920"/>
                <a:gd name="textAreaBottom" fmla="*/ 198000 h 19692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41" name="bk object 18"/>
            <p:cNvSpPr/>
            <p:nvPr/>
          </p:nvSpPr>
          <p:spPr>
            <a:xfrm>
              <a:off x="522360" y="4950720"/>
              <a:ext cx="8620560" cy="196920"/>
            </a:xfrm>
            <a:custGeom>
              <a:avLst/>
              <a:gdLst>
                <a:gd name="textAreaLeft" fmla="*/ 0 w 8620560"/>
                <a:gd name="textAreaRight" fmla="*/ 8621640 w 8620560"/>
                <a:gd name="textAreaTop" fmla="*/ 0 h 196920"/>
                <a:gd name="textAreaBottom" fmla="*/ 198000 h 19692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42" name="Holder 3"/>
            <p:cNvSpPr/>
            <p:nvPr/>
          </p:nvSpPr>
          <p:spPr>
            <a:xfrm>
              <a:off x="8194680" y="4966200"/>
              <a:ext cx="448560" cy="1666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1243" name="Gerader Verbinder 11"/>
          <p:cNvCxnSpPr/>
          <p:nvPr/>
        </p:nvCxnSpPr>
        <p:spPr>
          <a:xfrm>
            <a:off x="521280" y="974520"/>
            <a:ext cx="6833160" cy="108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1244" name="Grafik 9"/>
          <p:cNvGrpSpPr/>
          <p:nvPr/>
        </p:nvGrpSpPr>
        <p:grpSpPr>
          <a:xfrm>
            <a:off x="7741440" y="394200"/>
            <a:ext cx="1049040" cy="619920"/>
            <a:chOff x="7741440" y="394200"/>
            <a:chExt cx="1049040" cy="619920"/>
          </a:xfrm>
        </p:grpSpPr>
        <p:grpSp>
          <p:nvGrpSpPr>
            <p:cNvPr id="1245" name="Grafik 9"/>
            <p:cNvGrpSpPr/>
            <p:nvPr/>
          </p:nvGrpSpPr>
          <p:grpSpPr>
            <a:xfrm>
              <a:off x="7741440" y="394200"/>
              <a:ext cx="883800" cy="431280"/>
              <a:chOff x="7741440" y="394200"/>
              <a:chExt cx="883800" cy="431280"/>
            </a:xfrm>
          </p:grpSpPr>
          <p:sp>
            <p:nvSpPr>
              <p:cNvPr id="1246" name="Freihandform: Form 20"/>
              <p:cNvSpPr/>
              <p:nvPr/>
            </p:nvSpPr>
            <p:spPr>
              <a:xfrm>
                <a:off x="8358120" y="480600"/>
                <a:ext cx="267120" cy="26748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267480"/>
                  <a:gd name="textAreaBottom" fmla="*/ 268560 h 267480"/>
                  <a:gd name="GluePoint1X" fmla="*/ 0 w 746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47" name="Freihandform: Form 21"/>
              <p:cNvSpPr/>
              <p:nvPr/>
            </p:nvSpPr>
            <p:spPr>
              <a:xfrm>
                <a:off x="7741440" y="394200"/>
                <a:ext cx="267120" cy="34740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347400"/>
                  <a:gd name="textAreaBottom" fmla="*/ 348480 h 347400"/>
                  <a:gd name="GluePoint1X" fmla="*/ 0 w 968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48" name="Freihandform: Form 22"/>
              <p:cNvSpPr/>
              <p:nvPr/>
            </p:nvSpPr>
            <p:spPr>
              <a:xfrm>
                <a:off x="8050680" y="394200"/>
                <a:ext cx="267120" cy="34740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347400"/>
                  <a:gd name="textAreaBottom" fmla="*/ 348480 h 347400"/>
                  <a:gd name="GluePoint1X" fmla="*/ 0 w 968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49" name="Freihandform: Form 23"/>
              <p:cNvSpPr/>
              <p:nvPr/>
            </p:nvSpPr>
            <p:spPr>
              <a:xfrm>
                <a:off x="784800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50" name="Freihandform: Form 24"/>
              <p:cNvSpPr/>
              <p:nvPr/>
            </p:nvSpPr>
            <p:spPr>
              <a:xfrm>
                <a:off x="795816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51" name="Freihandform: Form 25"/>
              <p:cNvSpPr/>
              <p:nvPr/>
            </p:nvSpPr>
            <p:spPr>
              <a:xfrm>
                <a:off x="821232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252" name="Freihandform: Form 26"/>
            <p:cNvSpPr/>
            <p:nvPr/>
          </p:nvSpPr>
          <p:spPr>
            <a:xfrm>
              <a:off x="7741440" y="817920"/>
              <a:ext cx="42480" cy="56880"/>
            </a:xfrm>
            <a:custGeom>
              <a:avLst/>
              <a:gdLst>
                <a:gd name="textAreaLeft" fmla="*/ 0 w 42480"/>
                <a:gd name="textAreaRight" fmla="*/ 43560 w 42480"/>
                <a:gd name="textAreaTop" fmla="*/ 0 h 56880"/>
                <a:gd name="textAreaBottom" fmla="*/ 57960 h 56880"/>
                <a:gd name="GluePoint1X" fmla="*/ 0 w 161"/>
                <a:gd name="GluePoint1Y" fmla="*/ 0 h 121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53" name="Freihandform: Form 27"/>
            <p:cNvSpPr/>
            <p:nvPr/>
          </p:nvSpPr>
          <p:spPr>
            <a:xfrm>
              <a:off x="7799760" y="834120"/>
              <a:ext cx="35280" cy="42480"/>
            </a:xfrm>
            <a:custGeom>
              <a:avLst/>
              <a:gdLst>
                <a:gd name="textAreaLeft" fmla="*/ 0 w 35280"/>
                <a:gd name="textAreaRight" fmla="*/ 36360 w 35280"/>
                <a:gd name="textAreaTop" fmla="*/ 0 h 42480"/>
                <a:gd name="textAreaBottom" fmla="*/ 43560 h 42480"/>
              </a:gdLst>
              <a:ahLst/>
              <a:cxnLst/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54" name="Freihandform: Form 28"/>
            <p:cNvSpPr/>
            <p:nvPr/>
          </p:nvSpPr>
          <p:spPr>
            <a:xfrm>
              <a:off x="784908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255" name="Grafik 9"/>
            <p:cNvGrpSpPr/>
            <p:nvPr/>
          </p:nvGrpSpPr>
          <p:grpSpPr>
            <a:xfrm>
              <a:off x="7872120" y="834120"/>
              <a:ext cx="74160" cy="40680"/>
              <a:chOff x="7872120" y="834120"/>
              <a:chExt cx="74160" cy="40680"/>
            </a:xfrm>
          </p:grpSpPr>
          <p:sp>
            <p:nvSpPr>
              <p:cNvPr id="1256" name="Freihandform: Form 30"/>
              <p:cNvSpPr/>
              <p:nvPr/>
            </p:nvSpPr>
            <p:spPr>
              <a:xfrm>
                <a:off x="7872120" y="834120"/>
                <a:ext cx="33480" cy="406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0680"/>
                  <a:gd name="textAreaBottom" fmla="*/ 41760 h 40680"/>
                </a:gdLst>
                <a:ahLst/>
                <a:cxnLst/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57" name="Freihandform: Form 31"/>
              <p:cNvSpPr/>
              <p:nvPr/>
            </p:nvSpPr>
            <p:spPr>
              <a:xfrm>
                <a:off x="7922160" y="834120"/>
                <a:ext cx="24120" cy="40680"/>
              </a:xfrm>
              <a:custGeom>
                <a:avLst/>
                <a:gdLst>
                  <a:gd name="textAreaLeft" fmla="*/ 0 w 24120"/>
                  <a:gd name="textAreaRight" fmla="*/ 25200 w 24120"/>
                  <a:gd name="textAreaTop" fmla="*/ 0 h 40680"/>
                  <a:gd name="textAreaBottom" fmla="*/ 41760 h 40680"/>
                </a:gdLst>
                <a:ahLst/>
                <a:cxnLst/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2240" tIns="-3240" rIns="1224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258" name="Freihandform: Form 32"/>
            <p:cNvSpPr/>
            <p:nvPr/>
          </p:nvSpPr>
          <p:spPr>
            <a:xfrm>
              <a:off x="795924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259" name="Grafik 9"/>
            <p:cNvGrpSpPr/>
            <p:nvPr/>
          </p:nvGrpSpPr>
          <p:grpSpPr>
            <a:xfrm>
              <a:off x="7979760" y="812160"/>
              <a:ext cx="78120" cy="64440"/>
              <a:chOff x="7979760" y="812160"/>
              <a:chExt cx="78120" cy="64440"/>
            </a:xfrm>
          </p:grpSpPr>
          <p:sp>
            <p:nvSpPr>
              <p:cNvPr id="1260" name="Freihandform: Form 34"/>
              <p:cNvSpPr/>
              <p:nvPr/>
            </p:nvSpPr>
            <p:spPr>
              <a:xfrm>
                <a:off x="7979760" y="834120"/>
                <a:ext cx="33480" cy="424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2480"/>
                  <a:gd name="textAreaBottom" fmla="*/ 43560 h 42480"/>
                </a:gdLst>
                <a:ahLst/>
                <a:cxnLst/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1440" rIns="1692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61" name="Freihandform: Form 35"/>
              <p:cNvSpPr/>
              <p:nvPr/>
            </p:nvSpPr>
            <p:spPr>
              <a:xfrm>
                <a:off x="8024400" y="812160"/>
                <a:ext cx="33480" cy="622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62280"/>
                  <a:gd name="textAreaBottom" fmla="*/ 63360 h 62280"/>
                  <a:gd name="GluePoint1X" fmla="*/ 0 w 176"/>
                  <a:gd name="GluePoint1Y" fmla="*/ 0 h 96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18360" rIns="1692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262" name="Freihandform: Form 36"/>
            <p:cNvSpPr/>
            <p:nvPr/>
          </p:nvSpPr>
          <p:spPr>
            <a:xfrm>
              <a:off x="8106480" y="817920"/>
              <a:ext cx="42480" cy="56880"/>
            </a:xfrm>
            <a:custGeom>
              <a:avLst/>
              <a:gdLst>
                <a:gd name="textAreaLeft" fmla="*/ 0 w 42480"/>
                <a:gd name="textAreaRight" fmla="*/ 43560 w 42480"/>
                <a:gd name="textAreaTop" fmla="*/ 0 h 56880"/>
                <a:gd name="textAreaBottom" fmla="*/ 57960 h 56880"/>
                <a:gd name="GluePoint1X" fmla="*/ 0 w 161"/>
                <a:gd name="GluePoint1Y" fmla="*/ 0 h 121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63" name="Freihandform: Form 37"/>
            <p:cNvSpPr/>
            <p:nvPr/>
          </p:nvSpPr>
          <p:spPr>
            <a:xfrm>
              <a:off x="8164800" y="834120"/>
              <a:ext cx="35280" cy="42480"/>
            </a:xfrm>
            <a:custGeom>
              <a:avLst/>
              <a:gdLst>
                <a:gd name="textAreaLeft" fmla="*/ 0 w 35280"/>
                <a:gd name="textAreaRight" fmla="*/ 36360 w 35280"/>
                <a:gd name="textAreaTop" fmla="*/ 0 h 42480"/>
                <a:gd name="textAreaBottom" fmla="*/ 43560 h 42480"/>
              </a:gdLst>
              <a:ahLst/>
              <a:cxnLst/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64" name="Freihandform: Form 38"/>
            <p:cNvSpPr/>
            <p:nvPr/>
          </p:nvSpPr>
          <p:spPr>
            <a:xfrm>
              <a:off x="821340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265" name="Grafik 9"/>
            <p:cNvGrpSpPr/>
            <p:nvPr/>
          </p:nvGrpSpPr>
          <p:grpSpPr>
            <a:xfrm>
              <a:off x="7741440" y="834120"/>
              <a:ext cx="1049040" cy="180000"/>
              <a:chOff x="7741440" y="834120"/>
              <a:chExt cx="1049040" cy="180000"/>
            </a:xfrm>
          </p:grpSpPr>
          <p:sp>
            <p:nvSpPr>
              <p:cNvPr id="1266" name="Freihandform: Form 40"/>
              <p:cNvSpPr/>
              <p:nvPr/>
            </p:nvSpPr>
            <p:spPr>
              <a:xfrm>
                <a:off x="8236440" y="834120"/>
                <a:ext cx="33480" cy="406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0680"/>
                  <a:gd name="textAreaBottom" fmla="*/ 41760 h 40680"/>
                </a:gdLst>
                <a:ahLst/>
                <a:cxnLst/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67" name="Freihandform: Form 41"/>
              <p:cNvSpPr/>
              <p:nvPr/>
            </p:nvSpPr>
            <p:spPr>
              <a:xfrm>
                <a:off x="8284680" y="834120"/>
                <a:ext cx="35280" cy="42480"/>
              </a:xfrm>
              <a:custGeom>
                <a:avLst/>
                <a:gdLst>
                  <a:gd name="textAreaLeft" fmla="*/ 0 w 35280"/>
                  <a:gd name="textAreaRight" fmla="*/ 36360 w 35280"/>
                  <a:gd name="textAreaTop" fmla="*/ 0 h 42480"/>
                  <a:gd name="textAreaBottom" fmla="*/ 43560 h 42480"/>
                </a:gdLst>
                <a:ahLst/>
                <a:cxnLst/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640" tIns="-1440" rIns="1764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68" name="Freihandform: Form 42"/>
              <p:cNvSpPr/>
              <p:nvPr/>
            </p:nvSpPr>
            <p:spPr>
              <a:xfrm>
                <a:off x="7741440" y="914040"/>
                <a:ext cx="883440" cy="62280"/>
              </a:xfrm>
              <a:custGeom>
                <a:avLst/>
                <a:gdLst>
                  <a:gd name="textAreaLeft" fmla="*/ 0 w 883440"/>
                  <a:gd name="textAreaRight" fmla="*/ 884520 w 883440"/>
                  <a:gd name="textAreaTop" fmla="*/ 0 h 62280"/>
                  <a:gd name="textAreaBottom" fmla="*/ 63360 h 62280"/>
                </a:gdLst>
                <a:ahLst/>
                <a:cxnLst/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69" name="Freihandform: Form 43"/>
              <p:cNvSpPr/>
              <p:nvPr/>
            </p:nvSpPr>
            <p:spPr>
              <a:xfrm>
                <a:off x="8677440" y="915480"/>
                <a:ext cx="113040" cy="98640"/>
              </a:xfrm>
              <a:custGeom>
                <a:avLst/>
                <a:gdLst>
                  <a:gd name="textAreaLeft" fmla="*/ 0 w 113040"/>
                  <a:gd name="textAreaRight" fmla="*/ 114120 w 113040"/>
                  <a:gd name="textAreaTop" fmla="*/ 0 h 98640"/>
                  <a:gd name="textAreaBottom" fmla="*/ 99720 h 98640"/>
                  <a:gd name="GluePoint1X" fmla="*/ 0 w 277"/>
                  <a:gd name="GluePoint1Y" fmla="*/ 0 h 317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520" tIns="45000" rIns="5652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1270" name="Freihandform: Form 44"/>
          <p:cNvSpPr/>
          <p:nvPr/>
        </p:nvSpPr>
        <p:spPr>
          <a:xfrm>
            <a:off x="-5040" y="407880"/>
            <a:ext cx="336240" cy="293760"/>
          </a:xfrm>
          <a:custGeom>
            <a:avLst/>
            <a:gdLst>
              <a:gd name="textAreaLeft" fmla="*/ 0 w 336240"/>
              <a:gd name="textAreaRight" fmla="*/ 337320 w 336240"/>
              <a:gd name="textAreaTop" fmla="*/ 0 h 293760"/>
              <a:gd name="textAreaBottom" fmla="*/ 294840 h 293760"/>
              <a:gd name="GluePoint1X" fmla="*/ 0 w 819"/>
              <a:gd name="GluePoint1Y" fmla="*/ 0 h 937"/>
            </a:gdLst>
            <a:ahLst/>
            <a:cxnLst>
              <a:cxn ang="0">
                <a:pos x="GluePoint1X" y="GluePoint1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271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5600" cy="45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title style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272" name="PlaceHolder 2"/>
          <p:cNvSpPr>
            <a:spLocks noGrp="1"/>
          </p:cNvSpPr>
          <p:nvPr>
            <p:ph type="ftr" idx="51"/>
          </p:nvPr>
        </p:nvSpPr>
        <p:spPr>
          <a:xfrm>
            <a:off x="628560" y="4975560"/>
            <a:ext cx="7128720" cy="147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73" name="PlaceHolder 3"/>
          <p:cNvSpPr>
            <a:spLocks noGrp="1"/>
          </p:cNvSpPr>
          <p:nvPr>
            <p:ph type="sldNum" idx="52"/>
          </p:nvPr>
        </p:nvSpPr>
        <p:spPr>
          <a:xfrm>
            <a:off x="35640" y="4975560"/>
            <a:ext cx="336240" cy="147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68616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686160">
              <a:lnSpc>
                <a:spcPct val="100000"/>
              </a:lnSpc>
              <a:buNone/>
              <a:tabLst>
                <a:tab pos="0" algn="l"/>
              </a:tabLst>
            </a:pPr>
            <a:fld id="{435B5BDA-1B19-491C-B68C-9990EF9A8E36}" type="slidenum">
              <a: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74" name="PlaceHolder 4"/>
          <p:cNvSpPr>
            <a:spLocks noGrp="1"/>
          </p:cNvSpPr>
          <p:nvPr>
            <p:ph type="body"/>
          </p:nvPr>
        </p:nvSpPr>
        <p:spPr>
          <a:xfrm>
            <a:off x="0" y="1422360"/>
            <a:ext cx="2977920" cy="349128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txBody>
          <a:bodyPr lIns="0" tIns="540000" rIns="0" bIns="0" anchor="t">
            <a:noAutofit/>
          </a:bodyPr>
          <a:lstStyle>
            <a:lvl1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</a:lstStyle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Inhaltsplatzhalter</a:t>
            </a: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275" name="PlaceHolder 5"/>
          <p:cNvSpPr>
            <a:spLocks noGrp="1"/>
          </p:cNvSpPr>
          <p:nvPr>
            <p:ph type="body"/>
          </p:nvPr>
        </p:nvSpPr>
        <p:spPr>
          <a:xfrm>
            <a:off x="3032640" y="1422360"/>
            <a:ext cx="3078000" cy="349128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txBody>
          <a:bodyPr lIns="0" tIns="540000" rIns="0" bIns="0" anchor="t">
            <a:noAutofit/>
          </a:bodyPr>
          <a:lstStyle>
            <a:lvl1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</a:lstStyle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Inhaltsplatzhalter</a:t>
            </a: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276" name="PlaceHolder 6"/>
          <p:cNvSpPr>
            <a:spLocks noGrp="1"/>
          </p:cNvSpPr>
          <p:nvPr>
            <p:ph type="body"/>
          </p:nvPr>
        </p:nvSpPr>
        <p:spPr>
          <a:xfrm>
            <a:off x="6165000" y="1422360"/>
            <a:ext cx="2977920" cy="349128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txBody>
          <a:bodyPr lIns="0" tIns="540000" rIns="0" bIns="0" anchor="t">
            <a:noAutofit/>
          </a:bodyPr>
          <a:lstStyle>
            <a:lvl1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</a:lstStyle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Inhaltsplatzhalter</a:t>
            </a: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277" name="PlaceHolder 7"/>
          <p:cNvSpPr>
            <a:spLocks noGrp="1"/>
          </p:cNvSpPr>
          <p:nvPr>
            <p:ph type="body"/>
          </p:nvPr>
        </p:nvSpPr>
        <p:spPr>
          <a:xfrm>
            <a:off x="521640" y="1088280"/>
            <a:ext cx="8100000" cy="323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8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Überschrift + Bild groß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78" name="Gruppieren 6"/>
          <p:cNvGrpSpPr/>
          <p:nvPr/>
        </p:nvGrpSpPr>
        <p:grpSpPr>
          <a:xfrm>
            <a:off x="-5040" y="4950720"/>
            <a:ext cx="9147960" cy="196920"/>
            <a:chOff x="-5040" y="4950720"/>
            <a:chExt cx="9147960" cy="196920"/>
          </a:xfrm>
        </p:grpSpPr>
        <p:sp>
          <p:nvSpPr>
            <p:cNvPr id="1279" name="bk object 18"/>
            <p:cNvSpPr/>
            <p:nvPr/>
          </p:nvSpPr>
          <p:spPr>
            <a:xfrm>
              <a:off x="-5040" y="4950720"/>
              <a:ext cx="483840" cy="196920"/>
            </a:xfrm>
            <a:custGeom>
              <a:avLst/>
              <a:gdLst>
                <a:gd name="textAreaLeft" fmla="*/ 0 w 483840"/>
                <a:gd name="textAreaRight" fmla="*/ 484920 w 483840"/>
                <a:gd name="textAreaTop" fmla="*/ 0 h 196920"/>
                <a:gd name="textAreaBottom" fmla="*/ 198000 h 19692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80" name="bk object 18"/>
            <p:cNvSpPr/>
            <p:nvPr/>
          </p:nvSpPr>
          <p:spPr>
            <a:xfrm>
              <a:off x="522360" y="4950720"/>
              <a:ext cx="8620560" cy="196920"/>
            </a:xfrm>
            <a:custGeom>
              <a:avLst/>
              <a:gdLst>
                <a:gd name="textAreaLeft" fmla="*/ 0 w 8620560"/>
                <a:gd name="textAreaRight" fmla="*/ 8621640 w 8620560"/>
                <a:gd name="textAreaTop" fmla="*/ 0 h 196920"/>
                <a:gd name="textAreaBottom" fmla="*/ 198000 h 19692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81" name="Holder 3"/>
            <p:cNvSpPr/>
            <p:nvPr/>
          </p:nvSpPr>
          <p:spPr>
            <a:xfrm>
              <a:off x="8194680" y="4966200"/>
              <a:ext cx="448560" cy="1666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1282" name="Gerader Verbinder 11"/>
          <p:cNvCxnSpPr/>
          <p:nvPr/>
        </p:nvCxnSpPr>
        <p:spPr>
          <a:xfrm>
            <a:off x="521280" y="974520"/>
            <a:ext cx="6833160" cy="108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1283" name="Grafik 9"/>
          <p:cNvGrpSpPr/>
          <p:nvPr/>
        </p:nvGrpSpPr>
        <p:grpSpPr>
          <a:xfrm>
            <a:off x="7741440" y="394200"/>
            <a:ext cx="1049040" cy="619920"/>
            <a:chOff x="7741440" y="394200"/>
            <a:chExt cx="1049040" cy="619920"/>
          </a:xfrm>
        </p:grpSpPr>
        <p:grpSp>
          <p:nvGrpSpPr>
            <p:cNvPr id="1284" name="Grafik 9"/>
            <p:cNvGrpSpPr/>
            <p:nvPr/>
          </p:nvGrpSpPr>
          <p:grpSpPr>
            <a:xfrm>
              <a:off x="7741440" y="394200"/>
              <a:ext cx="883800" cy="431280"/>
              <a:chOff x="7741440" y="394200"/>
              <a:chExt cx="883800" cy="431280"/>
            </a:xfrm>
          </p:grpSpPr>
          <p:sp>
            <p:nvSpPr>
              <p:cNvPr id="1285" name="Freihandform: Form 20"/>
              <p:cNvSpPr/>
              <p:nvPr/>
            </p:nvSpPr>
            <p:spPr>
              <a:xfrm>
                <a:off x="8358120" y="480600"/>
                <a:ext cx="267120" cy="26748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267480"/>
                  <a:gd name="textAreaBottom" fmla="*/ 268560 h 267480"/>
                  <a:gd name="GluePoint1X" fmla="*/ 0 w 746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86" name="Freihandform: Form 21"/>
              <p:cNvSpPr/>
              <p:nvPr/>
            </p:nvSpPr>
            <p:spPr>
              <a:xfrm>
                <a:off x="7741440" y="394200"/>
                <a:ext cx="267120" cy="34740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347400"/>
                  <a:gd name="textAreaBottom" fmla="*/ 348480 h 347400"/>
                  <a:gd name="GluePoint1X" fmla="*/ 0 w 968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87" name="Freihandform: Form 22"/>
              <p:cNvSpPr/>
              <p:nvPr/>
            </p:nvSpPr>
            <p:spPr>
              <a:xfrm>
                <a:off x="8050680" y="394200"/>
                <a:ext cx="267120" cy="34740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347400"/>
                  <a:gd name="textAreaBottom" fmla="*/ 348480 h 347400"/>
                  <a:gd name="GluePoint1X" fmla="*/ 0 w 968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88" name="Freihandform: Form 23"/>
              <p:cNvSpPr/>
              <p:nvPr/>
            </p:nvSpPr>
            <p:spPr>
              <a:xfrm>
                <a:off x="784800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89" name="Freihandform: Form 24"/>
              <p:cNvSpPr/>
              <p:nvPr/>
            </p:nvSpPr>
            <p:spPr>
              <a:xfrm>
                <a:off x="795816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90" name="Freihandform: Form 25"/>
              <p:cNvSpPr/>
              <p:nvPr/>
            </p:nvSpPr>
            <p:spPr>
              <a:xfrm>
                <a:off x="821232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291" name="Freihandform: Form 26"/>
            <p:cNvSpPr/>
            <p:nvPr/>
          </p:nvSpPr>
          <p:spPr>
            <a:xfrm>
              <a:off x="7741440" y="817920"/>
              <a:ext cx="42480" cy="56880"/>
            </a:xfrm>
            <a:custGeom>
              <a:avLst/>
              <a:gdLst>
                <a:gd name="textAreaLeft" fmla="*/ 0 w 42480"/>
                <a:gd name="textAreaRight" fmla="*/ 43560 w 42480"/>
                <a:gd name="textAreaTop" fmla="*/ 0 h 56880"/>
                <a:gd name="textAreaBottom" fmla="*/ 57960 h 56880"/>
                <a:gd name="GluePoint1X" fmla="*/ 0 w 161"/>
                <a:gd name="GluePoint1Y" fmla="*/ 0 h 121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92" name="Freihandform: Form 27"/>
            <p:cNvSpPr/>
            <p:nvPr/>
          </p:nvSpPr>
          <p:spPr>
            <a:xfrm>
              <a:off x="7799760" y="834120"/>
              <a:ext cx="35280" cy="42480"/>
            </a:xfrm>
            <a:custGeom>
              <a:avLst/>
              <a:gdLst>
                <a:gd name="textAreaLeft" fmla="*/ 0 w 35280"/>
                <a:gd name="textAreaRight" fmla="*/ 36360 w 35280"/>
                <a:gd name="textAreaTop" fmla="*/ 0 h 42480"/>
                <a:gd name="textAreaBottom" fmla="*/ 43560 h 42480"/>
              </a:gdLst>
              <a:ahLst/>
              <a:cxnLst/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93" name="Freihandform: Form 28"/>
            <p:cNvSpPr/>
            <p:nvPr/>
          </p:nvSpPr>
          <p:spPr>
            <a:xfrm>
              <a:off x="784908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294" name="Grafik 9"/>
            <p:cNvGrpSpPr/>
            <p:nvPr/>
          </p:nvGrpSpPr>
          <p:grpSpPr>
            <a:xfrm>
              <a:off x="7872120" y="834120"/>
              <a:ext cx="74160" cy="40680"/>
              <a:chOff x="7872120" y="834120"/>
              <a:chExt cx="74160" cy="40680"/>
            </a:xfrm>
          </p:grpSpPr>
          <p:sp>
            <p:nvSpPr>
              <p:cNvPr id="1295" name="Freihandform: Form 30"/>
              <p:cNvSpPr/>
              <p:nvPr/>
            </p:nvSpPr>
            <p:spPr>
              <a:xfrm>
                <a:off x="7872120" y="834120"/>
                <a:ext cx="33480" cy="406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0680"/>
                  <a:gd name="textAreaBottom" fmla="*/ 41760 h 40680"/>
                </a:gdLst>
                <a:ahLst/>
                <a:cxnLst/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96" name="Freihandform: Form 31"/>
              <p:cNvSpPr/>
              <p:nvPr/>
            </p:nvSpPr>
            <p:spPr>
              <a:xfrm>
                <a:off x="7922160" y="834120"/>
                <a:ext cx="24120" cy="40680"/>
              </a:xfrm>
              <a:custGeom>
                <a:avLst/>
                <a:gdLst>
                  <a:gd name="textAreaLeft" fmla="*/ 0 w 24120"/>
                  <a:gd name="textAreaRight" fmla="*/ 25200 w 24120"/>
                  <a:gd name="textAreaTop" fmla="*/ 0 h 40680"/>
                  <a:gd name="textAreaBottom" fmla="*/ 41760 h 40680"/>
                </a:gdLst>
                <a:ahLst/>
                <a:cxnLst/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2240" tIns="-3240" rIns="1224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297" name="Freihandform: Form 32"/>
            <p:cNvSpPr/>
            <p:nvPr/>
          </p:nvSpPr>
          <p:spPr>
            <a:xfrm>
              <a:off x="795924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298" name="Grafik 9"/>
            <p:cNvGrpSpPr/>
            <p:nvPr/>
          </p:nvGrpSpPr>
          <p:grpSpPr>
            <a:xfrm>
              <a:off x="7979760" y="812160"/>
              <a:ext cx="78120" cy="64440"/>
              <a:chOff x="7979760" y="812160"/>
              <a:chExt cx="78120" cy="64440"/>
            </a:xfrm>
          </p:grpSpPr>
          <p:sp>
            <p:nvSpPr>
              <p:cNvPr id="1299" name="Freihandform: Form 34"/>
              <p:cNvSpPr/>
              <p:nvPr/>
            </p:nvSpPr>
            <p:spPr>
              <a:xfrm>
                <a:off x="7979760" y="834120"/>
                <a:ext cx="33480" cy="424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2480"/>
                  <a:gd name="textAreaBottom" fmla="*/ 43560 h 42480"/>
                </a:gdLst>
                <a:ahLst/>
                <a:cxnLst/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1440" rIns="1692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00" name="Freihandform: Form 35"/>
              <p:cNvSpPr/>
              <p:nvPr/>
            </p:nvSpPr>
            <p:spPr>
              <a:xfrm>
                <a:off x="8024400" y="812160"/>
                <a:ext cx="33480" cy="622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62280"/>
                  <a:gd name="textAreaBottom" fmla="*/ 63360 h 62280"/>
                  <a:gd name="GluePoint1X" fmla="*/ 0 w 176"/>
                  <a:gd name="GluePoint1Y" fmla="*/ 0 h 96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18360" rIns="1692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301" name="Freihandform: Form 36"/>
            <p:cNvSpPr/>
            <p:nvPr/>
          </p:nvSpPr>
          <p:spPr>
            <a:xfrm>
              <a:off x="8106480" y="817920"/>
              <a:ext cx="42480" cy="56880"/>
            </a:xfrm>
            <a:custGeom>
              <a:avLst/>
              <a:gdLst>
                <a:gd name="textAreaLeft" fmla="*/ 0 w 42480"/>
                <a:gd name="textAreaRight" fmla="*/ 43560 w 42480"/>
                <a:gd name="textAreaTop" fmla="*/ 0 h 56880"/>
                <a:gd name="textAreaBottom" fmla="*/ 57960 h 56880"/>
                <a:gd name="GluePoint1X" fmla="*/ 0 w 161"/>
                <a:gd name="GluePoint1Y" fmla="*/ 0 h 121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02" name="Freihandform: Form 37"/>
            <p:cNvSpPr/>
            <p:nvPr/>
          </p:nvSpPr>
          <p:spPr>
            <a:xfrm>
              <a:off x="8164800" y="834120"/>
              <a:ext cx="35280" cy="42480"/>
            </a:xfrm>
            <a:custGeom>
              <a:avLst/>
              <a:gdLst>
                <a:gd name="textAreaLeft" fmla="*/ 0 w 35280"/>
                <a:gd name="textAreaRight" fmla="*/ 36360 w 35280"/>
                <a:gd name="textAreaTop" fmla="*/ 0 h 42480"/>
                <a:gd name="textAreaBottom" fmla="*/ 43560 h 42480"/>
              </a:gdLst>
              <a:ahLst/>
              <a:cxnLst/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03" name="Freihandform: Form 38"/>
            <p:cNvSpPr/>
            <p:nvPr/>
          </p:nvSpPr>
          <p:spPr>
            <a:xfrm>
              <a:off x="821340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304" name="Grafik 9"/>
            <p:cNvGrpSpPr/>
            <p:nvPr/>
          </p:nvGrpSpPr>
          <p:grpSpPr>
            <a:xfrm>
              <a:off x="7741440" y="834120"/>
              <a:ext cx="1049040" cy="180000"/>
              <a:chOff x="7741440" y="834120"/>
              <a:chExt cx="1049040" cy="180000"/>
            </a:xfrm>
          </p:grpSpPr>
          <p:sp>
            <p:nvSpPr>
              <p:cNvPr id="1305" name="Freihandform: Form 40"/>
              <p:cNvSpPr/>
              <p:nvPr/>
            </p:nvSpPr>
            <p:spPr>
              <a:xfrm>
                <a:off x="8236440" y="834120"/>
                <a:ext cx="33480" cy="406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0680"/>
                  <a:gd name="textAreaBottom" fmla="*/ 41760 h 40680"/>
                </a:gdLst>
                <a:ahLst/>
                <a:cxnLst/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06" name="Freihandform: Form 41"/>
              <p:cNvSpPr/>
              <p:nvPr/>
            </p:nvSpPr>
            <p:spPr>
              <a:xfrm>
                <a:off x="8284680" y="834120"/>
                <a:ext cx="35280" cy="42480"/>
              </a:xfrm>
              <a:custGeom>
                <a:avLst/>
                <a:gdLst>
                  <a:gd name="textAreaLeft" fmla="*/ 0 w 35280"/>
                  <a:gd name="textAreaRight" fmla="*/ 36360 w 35280"/>
                  <a:gd name="textAreaTop" fmla="*/ 0 h 42480"/>
                  <a:gd name="textAreaBottom" fmla="*/ 43560 h 42480"/>
                </a:gdLst>
                <a:ahLst/>
                <a:cxnLst/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640" tIns="-1440" rIns="1764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07" name="Freihandform: Form 42"/>
              <p:cNvSpPr/>
              <p:nvPr/>
            </p:nvSpPr>
            <p:spPr>
              <a:xfrm>
                <a:off x="7741440" y="914040"/>
                <a:ext cx="883440" cy="62280"/>
              </a:xfrm>
              <a:custGeom>
                <a:avLst/>
                <a:gdLst>
                  <a:gd name="textAreaLeft" fmla="*/ 0 w 883440"/>
                  <a:gd name="textAreaRight" fmla="*/ 884520 w 883440"/>
                  <a:gd name="textAreaTop" fmla="*/ 0 h 62280"/>
                  <a:gd name="textAreaBottom" fmla="*/ 63360 h 62280"/>
                </a:gdLst>
                <a:ahLst/>
                <a:cxnLst/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08" name="Freihandform: Form 43"/>
              <p:cNvSpPr/>
              <p:nvPr/>
            </p:nvSpPr>
            <p:spPr>
              <a:xfrm>
                <a:off x="8677440" y="915480"/>
                <a:ext cx="113040" cy="98640"/>
              </a:xfrm>
              <a:custGeom>
                <a:avLst/>
                <a:gdLst>
                  <a:gd name="textAreaLeft" fmla="*/ 0 w 113040"/>
                  <a:gd name="textAreaRight" fmla="*/ 114120 w 113040"/>
                  <a:gd name="textAreaTop" fmla="*/ 0 h 98640"/>
                  <a:gd name="textAreaBottom" fmla="*/ 99720 h 98640"/>
                  <a:gd name="GluePoint1X" fmla="*/ 0 w 277"/>
                  <a:gd name="GluePoint1Y" fmla="*/ 0 h 317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520" tIns="45000" rIns="5652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1309" name="Freihandform: Form 44"/>
          <p:cNvSpPr/>
          <p:nvPr/>
        </p:nvSpPr>
        <p:spPr>
          <a:xfrm>
            <a:off x="-5040" y="407880"/>
            <a:ext cx="336240" cy="293760"/>
          </a:xfrm>
          <a:custGeom>
            <a:avLst/>
            <a:gdLst>
              <a:gd name="textAreaLeft" fmla="*/ 0 w 336240"/>
              <a:gd name="textAreaRight" fmla="*/ 337320 w 336240"/>
              <a:gd name="textAreaTop" fmla="*/ 0 h 293760"/>
              <a:gd name="textAreaBottom" fmla="*/ 294840 h 293760"/>
              <a:gd name="GluePoint1X" fmla="*/ 0 w 819"/>
              <a:gd name="GluePoint1Y" fmla="*/ 0 h 937"/>
            </a:gdLst>
            <a:ahLst/>
            <a:cxnLst>
              <a:cxn ang="0">
                <a:pos x="GluePoint1X" y="GluePoint1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310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5600" cy="45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title style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311" name="PlaceHolder 2"/>
          <p:cNvSpPr>
            <a:spLocks noGrp="1"/>
          </p:cNvSpPr>
          <p:nvPr>
            <p:ph type="ftr" idx="53"/>
          </p:nvPr>
        </p:nvSpPr>
        <p:spPr>
          <a:xfrm>
            <a:off x="628560" y="4975560"/>
            <a:ext cx="7128720" cy="147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12" name="PlaceHolder 3"/>
          <p:cNvSpPr>
            <a:spLocks noGrp="1"/>
          </p:cNvSpPr>
          <p:nvPr>
            <p:ph type="sldNum" idx="54"/>
          </p:nvPr>
        </p:nvSpPr>
        <p:spPr>
          <a:xfrm>
            <a:off x="35640" y="4975560"/>
            <a:ext cx="336240" cy="147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68616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686160">
              <a:lnSpc>
                <a:spcPct val="100000"/>
              </a:lnSpc>
              <a:buNone/>
              <a:tabLst>
                <a:tab pos="0" algn="l"/>
              </a:tabLst>
            </a:pPr>
            <a:fld id="{1C40D36B-3718-4FFB-9C93-9451FCEC3031}" type="slidenum">
              <a: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13" name="PlaceHolder 4"/>
          <p:cNvSpPr>
            <a:spLocks noGrp="1"/>
          </p:cNvSpPr>
          <p:nvPr>
            <p:ph type="body"/>
          </p:nvPr>
        </p:nvSpPr>
        <p:spPr>
          <a:xfrm>
            <a:off x="0" y="1422360"/>
            <a:ext cx="9142920" cy="349128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txBody>
          <a:bodyPr lIns="0" tIns="540000" rIns="0" bIns="0" anchor="t">
            <a:noAutofit/>
          </a:bodyPr>
          <a:lstStyle>
            <a:lvl1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</a:lstStyle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Inhaltsplatzhalter</a:t>
            </a: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314" name="PlaceHolder 5"/>
          <p:cNvSpPr>
            <a:spLocks noGrp="1"/>
          </p:cNvSpPr>
          <p:nvPr>
            <p:ph type="body"/>
          </p:nvPr>
        </p:nvSpPr>
        <p:spPr>
          <a:xfrm>
            <a:off x="521640" y="1088280"/>
            <a:ext cx="8100000" cy="323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8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7.xml"/><Relationship Id="rId3" Type="http://schemas.openxmlformats.org/officeDocument/2006/relationships/slideLayout" Target="../slideLayouts/slideLayout8.xml"/><Relationship Id="rId4" Type="http://schemas.openxmlformats.org/officeDocument/2006/relationships/slideLayout" Target="../slideLayouts/slideLayout9.xml"/><Relationship Id="rId5" Type="http://schemas.openxmlformats.org/officeDocument/2006/relationships/slideLayout" Target="../slideLayouts/slideLayout10.xml"/><Relationship Id="rId6" Type="http://schemas.openxmlformats.org/officeDocument/2006/relationships/slideLayout" Target="../slideLayouts/slideLayout11.xml"/><Relationship Id="rId7" Type="http://schemas.openxmlformats.org/officeDocument/2006/relationships/slideLayout" Target="../slideLayouts/slideLayout12.xml"/><Relationship Id="rId8" Type="http://schemas.openxmlformats.org/officeDocument/2006/relationships/slideLayout" Target="../slideLayouts/slideLayout13.xml"/><Relationship Id="rId9" Type="http://schemas.openxmlformats.org/officeDocument/2006/relationships/slideLayout" Target="../slideLayouts/slideLayout14.xml"/><Relationship Id="rId10" Type="http://schemas.openxmlformats.org/officeDocument/2006/relationships/slideLayout" Target="../slideLayouts/slideLayout15.xml"/><Relationship Id="rId11" Type="http://schemas.openxmlformats.org/officeDocument/2006/relationships/slideLayout" Target="../slideLayouts/slideLayout16.xml"/><Relationship Id="rId12" Type="http://schemas.openxmlformats.org/officeDocument/2006/relationships/slideLayout" Target="../slideLayouts/slideLayout17.xml"/><Relationship Id="rId13" Type="http://schemas.openxmlformats.org/officeDocument/2006/relationships/slideLayout" Target="../slideLayouts/slideLayout18.xml"/><Relationship Id="rId14" Type="http://schemas.openxmlformats.org/officeDocument/2006/relationships/slideLayout" Target="../slideLayouts/slideLayout19.xml"/><Relationship Id="rId15" Type="http://schemas.openxmlformats.org/officeDocument/2006/relationships/slideLayout" Target="../slideLayouts/slideLayout20.xml"/><Relationship Id="rId16" Type="http://schemas.openxmlformats.org/officeDocument/2006/relationships/slideLayout" Target="../slideLayouts/slideLayout21.xml"/><Relationship Id="rId17" Type="http://schemas.openxmlformats.org/officeDocument/2006/relationships/slideLayout" Target="../slideLayouts/slideLayout22.xml"/><Relationship Id="rId18" Type="http://schemas.openxmlformats.org/officeDocument/2006/relationships/slideLayout" Target="../slideLayouts/slideLayout23.xml"/><Relationship Id="rId19" Type="http://schemas.openxmlformats.org/officeDocument/2006/relationships/slideLayout" Target="../slideLayouts/slideLayout24.xml"/><Relationship Id="rId20" Type="http://schemas.openxmlformats.org/officeDocument/2006/relationships/slideLayout" Target="../slideLayouts/slideLayout25.xml"/><Relationship Id="rId21" Type="http://schemas.openxmlformats.org/officeDocument/2006/relationships/slideLayout" Target="../slideLayouts/slideLayout26.xml"/><Relationship Id="rId22" Type="http://schemas.openxmlformats.org/officeDocument/2006/relationships/slideLayout" Target="../slideLayouts/slideLayout27.xml"/><Relationship Id="rId23" Type="http://schemas.openxmlformats.org/officeDocument/2006/relationships/slideLayout" Target="../slideLayouts/slideLayout28.xml"/><Relationship Id="rId24" Type="http://schemas.openxmlformats.org/officeDocument/2006/relationships/slideLayout" Target="../slideLayouts/slideLayout29.xml"/><Relationship Id="rId25" Type="http://schemas.openxmlformats.org/officeDocument/2006/relationships/slideLayout" Target="../slideLayouts/slideLayout30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6" r:id="rId2"/>
    <p:sldLayoutId id="2147483657" r:id="rId3"/>
    <p:sldLayoutId id="2147483658" r:id="rId4"/>
    <p:sldLayoutId id="2147483659" r:id="rId5"/>
    <p:sldLayoutId id="2147483660" r:id="rId6"/>
    <p:sldLayoutId id="2147483661" r:id="rId7"/>
    <p:sldLayoutId id="2147483662" r:id="rId8"/>
    <p:sldLayoutId id="2147483663" r:id="rId9"/>
    <p:sldLayoutId id="2147483664" r:id="rId10"/>
    <p:sldLayoutId id="2147483665" r:id="rId11"/>
    <p:sldLayoutId id="2147483666" r:id="rId12"/>
    <p:sldLayoutId id="2147483667" r:id="rId13"/>
    <p:sldLayoutId id="2147483668" r:id="rId14"/>
    <p:sldLayoutId id="2147483669" r:id="rId15"/>
    <p:sldLayoutId id="2147483670" r:id="rId16"/>
    <p:sldLayoutId id="2147483671" r:id="rId17"/>
    <p:sldLayoutId id="2147483672" r:id="rId18"/>
    <p:sldLayoutId id="2147483673" r:id="rId19"/>
    <p:sldLayoutId id="2147483674" r:id="rId20"/>
    <p:sldLayoutId id="2147483675" r:id="rId21"/>
    <p:sldLayoutId id="2147483676" r:id="rId22"/>
    <p:sldLayoutId id="2147483677" r:id="rId23"/>
    <p:sldLayoutId id="2147483678" r:id="rId24"/>
    <p:sldLayoutId id="2147483679" r:id="rId25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hyperlink" Target="https://github.com/hhu-bsinfo/HeineOS" TargetMode="External"/><Relationship Id="rId2" Type="http://schemas.openxmlformats.org/officeDocument/2006/relationships/slideLayout" Target="../slideLayouts/slideLayout14.xml"/><Relationship Id="rId3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hyperlink" Target="https://osdev.org/" TargetMode="External"/><Relationship Id="rId2" Type="http://schemas.openxmlformats.org/officeDocument/2006/relationships/slideLayout" Target="../slideLayouts/slideLayout14.xml"/><Relationship Id="rId3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4.xml"/><Relationship Id="rId3" Type="http://schemas.openxmlformats.org/officeDocument/2006/relationships/notesSlide" Target="../notesSlides/notesSlide18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1" name="PlaceHolder 1"/>
          <p:cNvSpPr>
            <a:spLocks noGrp="1"/>
          </p:cNvSpPr>
          <p:nvPr>
            <p:ph type="title"/>
          </p:nvPr>
        </p:nvSpPr>
        <p:spPr>
          <a:xfrm>
            <a:off x="3600000" y="2268000"/>
            <a:ext cx="4948920" cy="1068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36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Betriebssystem-Entwicklung</a:t>
            </a:r>
            <a:br>
              <a:rPr sz="3600"/>
            </a:br>
            <a:br>
              <a:rPr sz="3600"/>
            </a:br>
            <a:r>
              <a:rPr lang="de-DE" sz="24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1. Einführung</a:t>
            </a:r>
            <a:endParaRPr lang="de-DE" sz="24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322" name="PlaceHolder 2"/>
          <p:cNvSpPr>
            <a:spLocks noGrp="1"/>
          </p:cNvSpPr>
          <p:nvPr>
            <p:ph type="subTitle"/>
          </p:nvPr>
        </p:nvSpPr>
        <p:spPr>
          <a:xfrm>
            <a:off x="3654360" y="3494160"/>
            <a:ext cx="4399920" cy="60372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Prof. Dr. Michael Schöttner</a:t>
            </a:r>
            <a:br>
              <a:rPr sz="1600"/>
            </a:br>
            <a:r>
              <a:rPr lang="en-US" sz="16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Dr. Fabian Ruhland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3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5600" cy="45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Vorschau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324" name="PlaceHolder 2"/>
          <p:cNvSpPr>
            <a:spLocks noGrp="1"/>
          </p:cNvSpPr>
          <p:nvPr>
            <p:ph/>
          </p:nvPr>
        </p:nvSpPr>
        <p:spPr>
          <a:xfrm>
            <a:off x="521640" y="1206720"/>
            <a:ext cx="8095320" cy="370692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600" b="0" u="none" strike="noStrike">
                <a:solidFill>
                  <a:srgbClr val="00669F"/>
                </a:solidFill>
                <a:effectLst/>
                <a:uFillTx/>
                <a:latin typeface="Arial"/>
              </a:rPr>
              <a:t>Organisation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en-GB" sz="1600" b="0" u="none" strike="noStrike">
                <a:solidFill>
                  <a:srgbClr val="00669F"/>
                </a:solidFill>
                <a:effectLst/>
                <a:uFillTx/>
                <a:latin typeface="Arial"/>
              </a:rPr>
              <a:t>Lernziele und Nutzen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en-GB" sz="1600" b="0" u="none" strike="noStrike">
                <a:solidFill>
                  <a:srgbClr val="00669F"/>
                </a:solidFill>
                <a:effectLst/>
                <a:uFillTx/>
                <a:latin typeface="Arial"/>
              </a:rPr>
              <a:t>Inhalte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en-GB" sz="1600" b="0" u="none" strike="noStrike">
                <a:solidFill>
                  <a:srgbClr val="00669F"/>
                </a:solidFill>
                <a:effectLst/>
                <a:uFillTx/>
                <a:latin typeface="Arial"/>
              </a:rPr>
              <a:t>Literatur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en-GB" sz="1600" b="0" u="none" strike="noStrike">
                <a:solidFill>
                  <a:srgbClr val="00669F"/>
                </a:solidFill>
                <a:effectLst/>
                <a:uFillTx/>
                <a:latin typeface="Arial"/>
              </a:rPr>
              <a:t>Einordnung der Veranstaltung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1"/>
          </p:nvPr>
        </p:nvSpPr>
        <p:spPr/>
        <p:txBody>
          <a:bodyPr/>
          <a:p>
            <a:r>
              <a:t>1. Einführung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2"/>
          </p:nvPr>
        </p:nvSpPr>
        <p:spPr/>
        <p:txBody>
          <a:bodyPr/>
          <a:p>
            <a:fld id="{704B962D-B623-4E9B-8E81-AFEF7D0DEB28}" type="slidenum">
              <a:t>2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5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5600" cy="45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Vorschau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326" name="Rounded Rectangle 1"/>
          <p:cNvSpPr/>
          <p:nvPr/>
        </p:nvSpPr>
        <p:spPr>
          <a:xfrm>
            <a:off x="372960" y="1206720"/>
            <a:ext cx="3261960" cy="358920"/>
          </a:xfrm>
          <a:prstGeom prst="roundRect">
            <a:avLst>
              <a:gd name="adj" fmla="val 16667"/>
            </a:avLst>
          </a:prstGeom>
          <a:noFill/>
          <a:ln w="25400">
            <a:solidFill>
              <a:srgbClr val="FE1001"/>
            </a:solidFill>
          </a:ln>
          <a:effectLst>
            <a:outerShdw algn="tl" blurRad="38160" dir="2700000" dist="12218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35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1327" name="Inhaltsplatzhalter 7"/>
          <p:cNvSpPr/>
          <p:nvPr/>
        </p:nvSpPr>
        <p:spPr>
          <a:xfrm>
            <a:off x="521640" y="1206720"/>
            <a:ext cx="8095320" cy="37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72000" rIns="0" bIns="0" anchor="t">
            <a:noAutofit/>
          </a:bodyPr>
          <a:p>
            <a:pPr defTabSz="914400">
              <a:lnSpc>
                <a:spcPct val="90000"/>
              </a:lnSpc>
              <a:spcBef>
                <a:spcPts val="601"/>
              </a:spcBef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1.1 Organisation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601"/>
              </a:spcBef>
              <a:tabLst>
                <a:tab pos="0" algn="l"/>
              </a:tabLst>
            </a:pP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601"/>
              </a:spcBef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1.2 Lernziele und Nutzen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601"/>
              </a:spcBef>
              <a:tabLst>
                <a:tab pos="0" algn="l"/>
              </a:tabLst>
            </a:pP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601"/>
              </a:spcBef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1.3 Inhalte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601"/>
              </a:spcBef>
              <a:tabLst>
                <a:tab pos="0" algn="l"/>
              </a:tabLst>
            </a:pP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601"/>
              </a:spcBef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1.4 Literatur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601"/>
              </a:spcBef>
              <a:tabLst>
                <a:tab pos="0" algn="l"/>
              </a:tabLst>
            </a:pP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601"/>
              </a:spcBef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1.5 Einordnung der Veranstaltung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1"/>
          </p:nvPr>
        </p:nvSpPr>
        <p:spPr/>
        <p:txBody>
          <a:bodyPr/>
          <a:p>
            <a:r>
              <a:t>1. Einführung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2"/>
          </p:nvPr>
        </p:nvSpPr>
        <p:spPr/>
        <p:txBody>
          <a:bodyPr/>
          <a:p>
            <a:fld id="{D3F01AE7-7FF8-4E02-B040-A92C8426B0AE}" type="slidenum">
              <a:t>3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8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5600" cy="45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1.1 Organisation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329" name="PlaceHolder 2"/>
          <p:cNvSpPr>
            <a:spLocks noGrp="1"/>
          </p:cNvSpPr>
          <p:nvPr>
            <p:ph/>
          </p:nvPr>
        </p:nvSpPr>
        <p:spPr>
          <a:xfrm>
            <a:off x="521640" y="1206720"/>
            <a:ext cx="8095320" cy="370692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Vorlesung: 1 SWS und Übung: 3 SWS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Präsenztermine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Montag, 10:30 - 10:00Uhr, 25.12.01.51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Donnerstag,14:30 - 16:00Uhr, 25.12.01.51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Hauptziel: Jede Person baut ein eigenes kleines 64-Bit Betriebssystem für x86</a:t>
            </a:r>
            <a:br>
              <a:rPr sz="1600"/>
            </a:br>
            <a:r>
              <a: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(Name: </a:t>
            </a:r>
            <a:r>
              <a:rPr lang="de-DE" sz="1600" b="1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HeineOS</a:t>
            </a: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)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Dies entsteht durch die Übungen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Für die verschiedenen Komponenten gibt es jeweils Vorgaben, </a:t>
            </a:r>
            <a:br>
              <a:rPr sz="1400"/>
            </a:b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sodass nicht alles selbst programmiert werden muss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1"/>
          </p:nvPr>
        </p:nvSpPr>
        <p:spPr/>
        <p:txBody>
          <a:bodyPr/>
          <a:p>
            <a:r>
              <a:t>1.1 Organisation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2"/>
          </p:nvPr>
        </p:nvSpPr>
        <p:spPr/>
        <p:txBody>
          <a:bodyPr/>
          <a:p>
            <a:fld id="{50009CB0-E78C-4F98-BEC9-89BF3A4E1A1B}" type="slidenum">
              <a:t>4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0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5600" cy="45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1.1 Organisation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331" name="PlaceHolder 2"/>
          <p:cNvSpPr>
            <a:spLocks noGrp="1"/>
          </p:cNvSpPr>
          <p:nvPr>
            <p:ph/>
          </p:nvPr>
        </p:nvSpPr>
        <p:spPr>
          <a:xfrm>
            <a:off x="521640" y="1206720"/>
            <a:ext cx="8095320" cy="370692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Vorlesungs- und Übungsunterlagen:</a:t>
            </a:r>
            <a:br>
              <a:rPr sz="1600"/>
            </a:b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auf GitHub (</a:t>
            </a: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  <a:hlinkClick r:id="rId1"/>
              </a:rPr>
              <a:t>https://github.com/hhu-bsinfo/HeineOS</a:t>
            </a: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)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Rocketchat-Grupe (Betriebssystementwicklung 2026)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Voraussetzungen: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Betriebssystem-Grundkenntnisse empfohlen 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Spaß and hardwarenaher Programmierung 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Durchhaltevermögen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1"/>
          </p:nvPr>
        </p:nvSpPr>
        <p:spPr/>
        <p:txBody>
          <a:bodyPr/>
          <a:p>
            <a:r>
              <a:t>1.1 Organisation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2"/>
          </p:nvPr>
        </p:nvSpPr>
        <p:spPr/>
        <p:txBody>
          <a:bodyPr/>
          <a:p>
            <a:fld id="{8199C473-5E74-4D6D-9982-7074C8C560E0}" type="slidenum">
              <a:t>5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2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5600" cy="45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Übungen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333" name="PlaceHolder 2"/>
          <p:cNvSpPr>
            <a:spLocks noGrp="1"/>
          </p:cNvSpPr>
          <p:nvPr>
            <p:ph/>
          </p:nvPr>
        </p:nvSpPr>
        <p:spPr>
          <a:xfrm>
            <a:off x="521640" y="1206720"/>
            <a:ext cx="8095320" cy="370692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Ziel: jede Person soll am Ende ein eigenes kleines Betriebssystem geschrieben haben </a:t>
            </a: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Wingdings"/>
              </a:rPr>
              <a:t></a:t>
            </a: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 verpflichtende Abgabe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Die Übungsblätter bauen aufeinander auf, wodurch sich das Betriebssystem ergibt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Das Betriebssystem muss in Qemu laufen!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Rechner zum Testen auf echter Hardware wird in der Übung bereitgestellt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Die Programmierung erfolgt in Rust (punktuell wird Assembler benötigt)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1"/>
          </p:nvPr>
        </p:nvSpPr>
        <p:spPr/>
        <p:txBody>
          <a:bodyPr/>
          <a:p>
            <a:r>
              <a:t>1.1 Organisation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2"/>
          </p:nvPr>
        </p:nvSpPr>
        <p:spPr/>
        <p:txBody>
          <a:bodyPr/>
          <a:p>
            <a:fld id="{7FF43A4C-2F86-4040-8FA8-095C9CB0428E}" type="slidenum">
              <a:t>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4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5600" cy="45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Prüfung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335" name="PlaceHolder 2"/>
          <p:cNvSpPr>
            <a:spLocks noGrp="1"/>
          </p:cNvSpPr>
          <p:nvPr>
            <p:ph/>
          </p:nvPr>
        </p:nvSpPr>
        <p:spPr>
          <a:xfrm>
            <a:off x="521640" y="1206720"/>
            <a:ext cx="8095320" cy="370692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5 ECTS für den Studiengang Master Informatik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Prüfungsform: Portfolio + Prüfungsgespräch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Das eigene Betriebssystems muss zwei Wochen vor dem Gespräch abgegeben werden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Im Prüfungsgespräch muss eine Demo vorgeführt werden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Für die Note 1.0 müssen alle Funktionen aus allen Übungsblättern </a:t>
            </a:r>
            <a:br>
              <a:rPr sz="1400"/>
            </a:b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funktionieren sowie eine Anwendung oder Erweiterung vorzeigbar sein.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Die Beantwortung der Fragen zum eigenen Projekt fließt auch in die Bewertung ein.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1"/>
          </p:nvPr>
        </p:nvSpPr>
        <p:spPr/>
        <p:txBody>
          <a:bodyPr/>
          <a:p>
            <a:r>
              <a:t>1.1 Organisation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2"/>
          </p:nvPr>
        </p:nvSpPr>
        <p:spPr/>
        <p:txBody>
          <a:bodyPr/>
          <a:p>
            <a:fld id="{ADC976BE-6949-4494-84C4-0CCF7F1E43D7}" type="slidenum">
              <a:t>7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6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5600" cy="45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Vorschau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337" name="Rounded Rectangle 1"/>
          <p:cNvSpPr/>
          <p:nvPr/>
        </p:nvSpPr>
        <p:spPr>
          <a:xfrm>
            <a:off x="372960" y="1782720"/>
            <a:ext cx="3261960" cy="358920"/>
          </a:xfrm>
          <a:prstGeom prst="roundRect">
            <a:avLst>
              <a:gd name="adj" fmla="val 16667"/>
            </a:avLst>
          </a:prstGeom>
          <a:noFill/>
          <a:ln w="25400">
            <a:solidFill>
              <a:srgbClr val="FE1001"/>
            </a:solidFill>
          </a:ln>
          <a:effectLst>
            <a:outerShdw algn="tl" blurRad="38160" dir="2700000" dist="12218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35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1338" name="Inhaltsplatzhalter 7"/>
          <p:cNvSpPr/>
          <p:nvPr/>
        </p:nvSpPr>
        <p:spPr>
          <a:xfrm>
            <a:off x="521640" y="1206720"/>
            <a:ext cx="8095320" cy="37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72000" rIns="0" bIns="0" anchor="t">
            <a:noAutofit/>
          </a:bodyPr>
          <a:p>
            <a:pPr defTabSz="914400">
              <a:lnSpc>
                <a:spcPct val="90000"/>
              </a:lnSpc>
              <a:spcBef>
                <a:spcPts val="601"/>
              </a:spcBef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1.1 Organisation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601"/>
              </a:spcBef>
              <a:tabLst>
                <a:tab pos="0" algn="l"/>
              </a:tabLst>
            </a:pP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601"/>
              </a:spcBef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1.2 Lernziele und Nutzen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601"/>
              </a:spcBef>
              <a:tabLst>
                <a:tab pos="0" algn="l"/>
              </a:tabLst>
            </a:pP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601"/>
              </a:spcBef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1.3 Inhalte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601"/>
              </a:spcBef>
              <a:tabLst>
                <a:tab pos="0" algn="l"/>
              </a:tabLst>
            </a:pP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601"/>
              </a:spcBef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1.4 Literatur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601"/>
              </a:spcBef>
              <a:tabLst>
                <a:tab pos="0" algn="l"/>
              </a:tabLst>
            </a:pP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601"/>
              </a:spcBef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1.5 Einordnung der Veranstaltung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1"/>
          </p:nvPr>
        </p:nvSpPr>
        <p:spPr/>
        <p:txBody>
          <a:bodyPr/>
          <a:p>
            <a:r>
              <a:t>1. Einführung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2"/>
          </p:nvPr>
        </p:nvSpPr>
        <p:spPr/>
        <p:txBody>
          <a:bodyPr/>
          <a:p>
            <a:fld id="{1D4C5DE7-2052-498B-A082-2403DDE51F79}" type="slidenum">
              <a:t>8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9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5600" cy="45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1.2 Lernziele und Nutzen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340" name="PlaceHolder 2"/>
          <p:cNvSpPr>
            <a:spLocks noGrp="1"/>
          </p:cNvSpPr>
          <p:nvPr>
            <p:ph/>
          </p:nvPr>
        </p:nvSpPr>
        <p:spPr>
          <a:xfrm>
            <a:off x="521640" y="1206720"/>
            <a:ext cx="8095320" cy="370692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Vertieftes Verständnis für Betriebssystem-Techniken/-Konzepten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Struktur 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Funktionsweise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Implementierung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Grundlegende BS-Funktionen in Rust implementieren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Der Weg ist das Ziel: </a:t>
            </a:r>
            <a:r>
              <a:rPr lang="de-DE" sz="1600" b="1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HeineOS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Entwicklung eines eigenen Betriebssystems von der Pike auf 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x86-Technologie besser verstehen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1"/>
          </p:nvPr>
        </p:nvSpPr>
        <p:spPr/>
        <p:txBody>
          <a:bodyPr/>
          <a:p>
            <a:r>
              <a:t>1.2 Lernziele und Nutzen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2"/>
          </p:nvPr>
        </p:nvSpPr>
        <p:spPr/>
        <p:txBody>
          <a:bodyPr/>
          <a:p>
            <a:fld id="{250421B1-6797-4A85-891E-E6AD0C096FD7}" type="slidenum">
              <a:t>9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1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5600" cy="45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1.2 Lernziele und Nutzen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342" name="PlaceHolder 2"/>
          <p:cNvSpPr>
            <a:spLocks noGrp="1"/>
          </p:cNvSpPr>
          <p:nvPr>
            <p:ph/>
          </p:nvPr>
        </p:nvSpPr>
        <p:spPr>
          <a:xfrm>
            <a:off x="521640" y="1206720"/>
            <a:ext cx="8095320" cy="370692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Kenntnisse nützlich für die Entwicklung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von Kernel-Komponenten und Treibern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von Middleware und Anwendungen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Zusätzliche Möglichkeiten auf der Hardware-Ebene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Bei Bedarf Leistungsreserven der Hardware voll nutzbar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„If you want to travel around the world and be invited to speak at a lot of different places, just write a UNIX operating system“ - Linus Torvalds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343" name="WordArt 4"/>
          <p:cNvSpPr txBox="1"/>
          <p:nvPr/>
        </p:nvSpPr>
        <p:spPr>
          <a:xfrm rot="21103800">
            <a:off x="2377080" y="2820600"/>
            <a:ext cx="6586200" cy="974520"/>
          </a:xfrm>
          <a:prstGeom prst="rect">
            <a:avLst/>
          </a:prstGeom>
        </p:spPr>
        <p:txBody>
          <a:bodyPr numCol="1" spcCol="0" wrap="none" lIns="0" tIns="0" rIns="0" bIns="0" anchor="ctr" anchorCtr="1">
            <a:prstTxWarp prst="textCurveUp">
              <a:avLst>
                <a:gd name="adj" fmla="val 45977"/>
              </a:avLst>
            </a:prstTxWarp>
            <a:noAutofit/>
            <a:scene3d>
              <a:camera prst="legacyPerspectiveFront">
                <a:rot lat="19799999" lon="19439998" rev="0"/>
              </a:camera>
              <a:lightRig dir="t" rig="legacyNormal2"/>
            </a:scene3d>
            <a:sp3d extrusionH="354000" prstMaterial="legacyMatte">
              <a:extrusionClr>
                <a:srgbClr val="939676"/>
              </a:extrusionClr>
              <a:contourClr>
                <a:srgbClr val="FFFFFF"/>
              </a:contourClr>
            </a:sp3d>
          </a:bodyPr>
          <a:p>
            <a:pPr algn="ctr" defTabSz="686160">
              <a:lnSpc>
                <a:spcPct val="100000"/>
              </a:lnSpc>
            </a:pPr>
            <a:r>
              <a:rPr lang="en-GB" sz="2650" b="0" u="none" spc="536" strike="noStrike">
                <a:ln w="0">
                  <a:noFill/>
                </a:ln>
                <a:gradFill rotWithShape="0">
                  <a:gsLst>
                    <a:gs pos="0">
                      <a:srgbClr val="707070"/>
                    </a:gs>
                    <a:gs pos="50000">
                      <a:srgbClr val="FFFFFF"/>
                    </a:gs>
                    <a:gs pos="100000">
                      <a:srgbClr val="707070"/>
                    </a:gs>
                  </a:gsLst>
                  <a:lin ang="3636000"/>
                </a:gradFill>
                <a:uFillTx/>
                <a:latin typeface="Impact"/>
                <a:ea typeface="Times New Roman"/>
              </a:rPr>
              <a:t>Programming to the bare metal</a:t>
            </a:r>
            <a:endParaRPr lang="de-DE" sz="2650" b="0" u="none" strike="noStrike">
              <a:ln w="0">
                <a:noFill/>
              </a:ln>
              <a:gradFill rotWithShape="0">
                <a:gsLst>
                  <a:gs pos="0">
                    <a:srgbClr val="707070"/>
                  </a:gs>
                  <a:gs pos="50000">
                    <a:srgbClr val="FFFFFF"/>
                  </a:gs>
                  <a:gs pos="100000">
                    <a:srgbClr val="707070"/>
                  </a:gs>
                </a:gsLst>
                <a:lin ang="3636000"/>
              </a:gra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1"/>
          </p:nvPr>
        </p:nvSpPr>
        <p:spPr/>
        <p:txBody>
          <a:bodyPr/>
          <a:p>
            <a:r>
              <a:t>1.2 Lernziele und Nutzen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2"/>
          </p:nvPr>
        </p:nvSpPr>
        <p:spPr/>
        <p:txBody>
          <a:bodyPr/>
          <a:p>
            <a:fld id="{84B79E61-7A3A-45DA-8366-8081D0A92E96}" type="slidenum">
              <a:t>10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4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5600" cy="45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Vorschau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345" name="Rounded Rectangle 1"/>
          <p:cNvSpPr/>
          <p:nvPr/>
        </p:nvSpPr>
        <p:spPr>
          <a:xfrm>
            <a:off x="372960" y="2359080"/>
            <a:ext cx="3261960" cy="358920"/>
          </a:xfrm>
          <a:prstGeom prst="roundRect">
            <a:avLst>
              <a:gd name="adj" fmla="val 16667"/>
            </a:avLst>
          </a:prstGeom>
          <a:noFill/>
          <a:ln w="25400">
            <a:solidFill>
              <a:srgbClr val="FE1001"/>
            </a:solidFill>
          </a:ln>
          <a:effectLst>
            <a:outerShdw algn="tl" blurRad="38160" dir="2700000" dist="12218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35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1346" name="Inhaltsplatzhalter 7"/>
          <p:cNvSpPr/>
          <p:nvPr/>
        </p:nvSpPr>
        <p:spPr>
          <a:xfrm>
            <a:off x="521640" y="1206720"/>
            <a:ext cx="8095320" cy="37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72000" rIns="0" bIns="0" anchor="t">
            <a:noAutofit/>
          </a:bodyPr>
          <a:p>
            <a:pPr defTabSz="914400">
              <a:lnSpc>
                <a:spcPct val="90000"/>
              </a:lnSpc>
              <a:spcBef>
                <a:spcPts val="601"/>
              </a:spcBef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1.1 Organisation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601"/>
              </a:spcBef>
              <a:tabLst>
                <a:tab pos="0" algn="l"/>
              </a:tabLst>
            </a:pP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601"/>
              </a:spcBef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1.2 Lernziele und Nutzen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601"/>
              </a:spcBef>
              <a:tabLst>
                <a:tab pos="0" algn="l"/>
              </a:tabLst>
            </a:pP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601"/>
              </a:spcBef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1.3 Inhalte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601"/>
              </a:spcBef>
              <a:tabLst>
                <a:tab pos="0" algn="l"/>
              </a:tabLst>
            </a:pP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601"/>
              </a:spcBef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1.4 Literatur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601"/>
              </a:spcBef>
              <a:tabLst>
                <a:tab pos="0" algn="l"/>
              </a:tabLst>
            </a:pP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601"/>
              </a:spcBef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1.5 Einordnung der Veranstaltung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1"/>
          </p:nvPr>
        </p:nvSpPr>
        <p:spPr/>
        <p:txBody>
          <a:bodyPr/>
          <a:p>
            <a:r>
              <a:t>1. Einführung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2"/>
          </p:nvPr>
        </p:nvSpPr>
        <p:spPr/>
        <p:txBody>
          <a:bodyPr/>
          <a:p>
            <a:fld id="{F413FAA8-E5C5-4D64-889C-7EE9169A6A61}" type="slidenum">
              <a:t>11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7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5600" cy="45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Inhalte der Vorlesung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348" name="PlaceHolder 2"/>
          <p:cNvSpPr>
            <a:spLocks noGrp="1"/>
          </p:cNvSpPr>
          <p:nvPr>
            <p:ph/>
          </p:nvPr>
        </p:nvSpPr>
        <p:spPr>
          <a:xfrm>
            <a:off x="521640" y="1206720"/>
            <a:ext cx="8095320" cy="370692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p>
            <a:pPr marL="343080" indent="-34308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Arial"/>
              <a:buAutoNum type="arabicPeriod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Einleitung (mit PC-Speaker)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343080" indent="-34308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Arial"/>
              <a:buAutoNum type="arabicPeriod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BS-Entwicklung (Bootvorgang &amp; Debugging)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343080" indent="-34308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Arial"/>
              <a:buAutoNum type="arabicPeriod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x86-64 Architektur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343080" indent="-34308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Arial"/>
              <a:buAutoNum type="arabicPeriod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Interrupts (PIC &amp; APIC)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343080" indent="-34308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Arial"/>
              <a:buAutoNum type="arabicPeriod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Koroutinen &amp; Threads &amp; Scheduling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343080" indent="-34308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Arial"/>
              <a:buAutoNum type="arabicPeriod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Synchronisierung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343080" indent="-34308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Arial"/>
              <a:buAutoNum type="arabicPeriod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Gerätetreiberarchitekturen (Linux, Windows)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1"/>
          </p:nvPr>
        </p:nvSpPr>
        <p:spPr/>
        <p:txBody>
          <a:bodyPr/>
          <a:p>
            <a:r>
              <a:t>1.3 Inhalte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2"/>
          </p:nvPr>
        </p:nvSpPr>
        <p:spPr/>
        <p:txBody>
          <a:bodyPr/>
          <a:p>
            <a:fld id="{6A51F687-2262-474D-845E-813F33D7A32C}" type="slidenum">
              <a:t>12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9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5600" cy="45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Inhalte der Übungen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350" name="PlaceHolder 2"/>
          <p:cNvSpPr>
            <a:spLocks noGrp="1"/>
          </p:cNvSpPr>
          <p:nvPr>
            <p:ph/>
          </p:nvPr>
        </p:nvSpPr>
        <p:spPr>
          <a:xfrm>
            <a:off x="521640" y="1206720"/>
            <a:ext cx="8095320" cy="370692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p>
            <a:pPr marL="343080" indent="-34308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Arial"/>
              <a:buAutoNum type="arabicPeriod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Ein-/Ausgabe: Serielle Schnittstelle, Bildschirm &amp; Tastatur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343080" indent="-34308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Arial"/>
              <a:buAutoNum type="arabicPeriod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Heap-Verwaltung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343080" indent="-34308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Arial"/>
              <a:buAutoNum type="arabicPeriod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Interrupts: PIC &amp; Tastatur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343080" indent="-34308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Arial"/>
              <a:buAutoNum type="arabicPeriod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Nebenläufigkeit: Koroutinen, kooperative Threads, Scheduler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343080" indent="-34308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Arial"/>
              <a:buAutoNum type="arabicPeriod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Preemptives Multi-Threading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343080" indent="-34308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Arial"/>
              <a:buAutoNum type="arabicPeriod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Dateisystem &amp; GameBoy Emulator (Peanut-GB)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343080" indent="-34308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Arial"/>
              <a:buAutoNum type="arabicPeriod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Eine eigene Anwendung oder Erweiterung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1"/>
          </p:nvPr>
        </p:nvSpPr>
        <p:spPr/>
        <p:txBody>
          <a:bodyPr/>
          <a:p>
            <a:r>
              <a:t>1.3 Inhalte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2"/>
          </p:nvPr>
        </p:nvSpPr>
        <p:spPr/>
        <p:txBody>
          <a:bodyPr/>
          <a:p>
            <a:fld id="{64B619B6-6F83-42B7-9403-20184B063164}" type="slidenum">
              <a:t>13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1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5600" cy="45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Komponenten von HeineOS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grpSp>
        <p:nvGrpSpPr>
          <p:cNvPr id="1352" name="Group 1"/>
          <p:cNvGrpSpPr/>
          <p:nvPr/>
        </p:nvGrpSpPr>
        <p:grpSpPr>
          <a:xfrm>
            <a:off x="1415520" y="1416960"/>
            <a:ext cx="5819760" cy="2923920"/>
            <a:chOff x="1415520" y="1416960"/>
            <a:chExt cx="5819760" cy="2923920"/>
          </a:xfrm>
        </p:grpSpPr>
        <p:sp>
          <p:nvSpPr>
            <p:cNvPr id="1353" name="Abgerundetes Rechteck 3"/>
            <p:cNvSpPr/>
            <p:nvPr/>
          </p:nvSpPr>
          <p:spPr>
            <a:xfrm>
              <a:off x="1415520" y="3846600"/>
              <a:ext cx="5819760" cy="494280"/>
            </a:xfrm>
            <a:prstGeom prst="roundRect">
              <a:avLst>
                <a:gd name="adj" fmla="val 16667"/>
              </a:avLst>
            </a:prstGeom>
            <a:gradFill rotWithShape="0">
              <a:gsLst>
                <a:gs pos="0">
                  <a:srgbClr val="FFBB9D"/>
                </a:gs>
                <a:gs pos="50000">
                  <a:srgbClr val="FBB190"/>
                </a:gs>
                <a:gs pos="100000">
                  <a:srgbClr val="FAA57B"/>
                </a:gs>
              </a:gsLst>
              <a:lin ang="5400000"/>
            </a:gradFill>
            <a:ln>
              <a:solidFill>
                <a:srgbClr val="EE7F00"/>
              </a:solidFill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686160">
                <a:lnSpc>
                  <a:spcPct val="100000"/>
                </a:lnSpc>
              </a:pPr>
              <a:r>
                <a: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rPr>
                <a:t>Hardware</a:t>
              </a:r>
              <a:endParaRPr lang="de-DE" sz="13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54" name="Abgerundetes Rechteck 4"/>
            <p:cNvSpPr/>
            <p:nvPr/>
          </p:nvSpPr>
          <p:spPr>
            <a:xfrm>
              <a:off x="1415520" y="2945160"/>
              <a:ext cx="1674720" cy="732600"/>
            </a:xfrm>
            <a:prstGeom prst="roundRect">
              <a:avLst>
                <a:gd name="adj" fmla="val 16667"/>
              </a:avLst>
            </a:prstGeom>
            <a:gradFill rotWithShape="0">
              <a:gsLst>
                <a:gs pos="0">
                  <a:srgbClr val="C4DB9D"/>
                </a:gs>
                <a:gs pos="50000">
                  <a:srgbClr val="B9D090"/>
                </a:gs>
                <a:gs pos="100000">
                  <a:srgbClr val="B1CE7B"/>
                </a:gs>
              </a:gsLst>
              <a:lin ang="5400000"/>
            </a:gradFill>
            <a:ln>
              <a:solidFill>
                <a:srgbClr val="8CB110"/>
              </a:solidFill>
            </a:ln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686160">
                <a:lnSpc>
                  <a:spcPct val="100000"/>
                </a:lnSpc>
              </a:pPr>
              <a:r>
                <a: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rPr>
                <a:t>Geräte-Treiber</a:t>
              </a:r>
              <a:endParaRPr lang="de-DE" sz="13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55" name="Abgerundetes Rechteck 5"/>
            <p:cNvSpPr/>
            <p:nvPr/>
          </p:nvSpPr>
          <p:spPr>
            <a:xfrm>
              <a:off x="1415520" y="1416960"/>
              <a:ext cx="5819760" cy="494280"/>
            </a:xfrm>
            <a:prstGeom prst="roundRect">
              <a:avLst>
                <a:gd name="adj" fmla="val 16667"/>
              </a:avLst>
            </a:prstGeom>
            <a:gradFill rotWithShape="0">
              <a:gsLst>
                <a:gs pos="0">
                  <a:srgbClr val="ADD9D5"/>
                </a:gs>
                <a:gs pos="50000">
                  <a:srgbClr val="A0D2CD"/>
                </a:gs>
                <a:gs pos="100000">
                  <a:srgbClr val="8FCFC8"/>
                </a:gs>
              </a:gsLst>
              <a:lin ang="5400000"/>
            </a:gradFill>
            <a:ln>
              <a:solidFill>
                <a:srgbClr val="57BAB1"/>
              </a:solidFill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686160">
                <a:lnSpc>
                  <a:spcPct val="100000"/>
                </a:lnSpc>
              </a:pPr>
              <a:r>
                <a: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rPr>
                <a:t>Anwendungen</a:t>
              </a:r>
              <a:endParaRPr lang="de-DE" sz="13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56" name="Abgerundetes Rechteck 6"/>
            <p:cNvSpPr/>
            <p:nvPr/>
          </p:nvSpPr>
          <p:spPr>
            <a:xfrm>
              <a:off x="3376080" y="2945160"/>
              <a:ext cx="1674720" cy="732600"/>
            </a:xfrm>
            <a:prstGeom prst="roundRect">
              <a:avLst>
                <a:gd name="adj" fmla="val 16667"/>
              </a:avLst>
            </a:prstGeom>
            <a:gradFill rotWithShape="0">
              <a:gsLst>
                <a:gs pos="0">
                  <a:srgbClr val="C4DB9D"/>
                </a:gs>
                <a:gs pos="50000">
                  <a:srgbClr val="B9D090"/>
                </a:gs>
                <a:gs pos="100000">
                  <a:srgbClr val="B1CE7B"/>
                </a:gs>
              </a:gsLst>
              <a:lin ang="5400000"/>
            </a:gradFill>
            <a:ln>
              <a:solidFill>
                <a:srgbClr val="8CB110"/>
              </a:solidFill>
            </a:ln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686160">
                <a:lnSpc>
                  <a:spcPct val="100000"/>
                </a:lnSpc>
              </a:pPr>
              <a:r>
                <a: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rPr>
                <a:t>Interrupt-Behandlung</a:t>
              </a:r>
              <a:endParaRPr lang="de-DE" sz="13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57" name="Abgerundetes Rechteck 7"/>
            <p:cNvSpPr/>
            <p:nvPr/>
          </p:nvSpPr>
          <p:spPr>
            <a:xfrm>
              <a:off x="3376080" y="2066040"/>
              <a:ext cx="1674720" cy="732600"/>
            </a:xfrm>
            <a:prstGeom prst="roundRect">
              <a:avLst>
                <a:gd name="adj" fmla="val 16667"/>
              </a:avLst>
            </a:prstGeom>
            <a:gradFill rotWithShape="0">
              <a:gsLst>
                <a:gs pos="0">
                  <a:srgbClr val="C4DB9D"/>
                </a:gs>
                <a:gs pos="50000">
                  <a:srgbClr val="B9D090"/>
                </a:gs>
                <a:gs pos="100000">
                  <a:srgbClr val="B1CE7B"/>
                </a:gs>
              </a:gsLst>
              <a:lin ang="5400000"/>
            </a:gradFill>
            <a:ln>
              <a:solidFill>
                <a:srgbClr val="8CB110"/>
              </a:solidFill>
            </a:ln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686160">
                <a:lnSpc>
                  <a:spcPct val="100000"/>
                </a:lnSpc>
              </a:pPr>
              <a:r>
                <a: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rPr>
                <a:t>Speicher-Verwaltung</a:t>
              </a:r>
              <a:endParaRPr lang="de-DE" sz="13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58" name="Abgerundetes Rechteck 8"/>
            <p:cNvSpPr/>
            <p:nvPr/>
          </p:nvSpPr>
          <p:spPr>
            <a:xfrm>
              <a:off x="5369760" y="2945160"/>
              <a:ext cx="1865520" cy="732600"/>
            </a:xfrm>
            <a:prstGeom prst="roundRect">
              <a:avLst>
                <a:gd name="adj" fmla="val 16667"/>
              </a:avLst>
            </a:prstGeom>
            <a:gradFill rotWithShape="0">
              <a:gsLst>
                <a:gs pos="0">
                  <a:srgbClr val="C4DB9D"/>
                </a:gs>
                <a:gs pos="50000">
                  <a:srgbClr val="B9D090"/>
                </a:gs>
                <a:gs pos="100000">
                  <a:srgbClr val="B1CE7B"/>
                </a:gs>
              </a:gsLst>
              <a:lin ang="5400000"/>
            </a:gradFill>
            <a:ln>
              <a:solidFill>
                <a:srgbClr val="8CB110"/>
              </a:solidFill>
            </a:ln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686160">
                <a:lnSpc>
                  <a:spcPct val="100000"/>
                </a:lnSpc>
              </a:pPr>
              <a:r>
                <a: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rPr>
                <a:t>Synchronisierung</a:t>
              </a:r>
              <a:endParaRPr lang="de-DE" sz="13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59" name="Abgerundetes Rechteck 9"/>
            <p:cNvSpPr/>
            <p:nvPr/>
          </p:nvSpPr>
          <p:spPr>
            <a:xfrm>
              <a:off x="5369760" y="2066040"/>
              <a:ext cx="1865520" cy="732600"/>
            </a:xfrm>
            <a:prstGeom prst="roundRect">
              <a:avLst>
                <a:gd name="adj" fmla="val 16667"/>
              </a:avLst>
            </a:prstGeom>
            <a:gradFill rotWithShape="0">
              <a:gsLst>
                <a:gs pos="0">
                  <a:srgbClr val="C4DB9D"/>
                </a:gs>
                <a:gs pos="50000">
                  <a:srgbClr val="B9D090"/>
                </a:gs>
                <a:gs pos="100000">
                  <a:srgbClr val="B1CE7B"/>
                </a:gs>
              </a:gsLst>
              <a:lin ang="5400000"/>
            </a:gradFill>
            <a:ln>
              <a:solidFill>
                <a:srgbClr val="8CB110"/>
              </a:solidFill>
            </a:ln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686160">
                <a:lnSpc>
                  <a:spcPct val="100000"/>
                </a:lnSpc>
              </a:pPr>
              <a:r>
                <a: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rPr>
                <a:t>Threads &amp; Scheduler</a:t>
              </a:r>
              <a:endParaRPr lang="de-DE" sz="13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60" name="Abgerundetes Rechteck 10"/>
            <p:cNvSpPr/>
            <p:nvPr/>
          </p:nvSpPr>
          <p:spPr>
            <a:xfrm>
              <a:off x="1415520" y="2066040"/>
              <a:ext cx="1674720" cy="732600"/>
            </a:xfrm>
            <a:prstGeom prst="roundRect">
              <a:avLst>
                <a:gd name="adj" fmla="val 16667"/>
              </a:avLst>
            </a:prstGeom>
            <a:gradFill rotWithShape="0">
              <a:gsLst>
                <a:gs pos="0">
                  <a:srgbClr val="C4DB9D"/>
                </a:gs>
                <a:gs pos="50000">
                  <a:srgbClr val="B9D090"/>
                </a:gs>
                <a:gs pos="100000">
                  <a:srgbClr val="B1CE7B"/>
                </a:gs>
              </a:gsLst>
              <a:lin ang="5400000"/>
            </a:gradFill>
            <a:ln>
              <a:solidFill>
                <a:srgbClr val="8CB110"/>
              </a:solidFill>
            </a:ln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686160">
                <a:lnSpc>
                  <a:spcPct val="100000"/>
                </a:lnSpc>
              </a:pPr>
              <a:r>
                <a: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rPr>
                <a:t>Bibliotheken</a:t>
              </a:r>
              <a:endParaRPr lang="de-DE" sz="13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3" name="PlaceHolder 2"/>
          <p:cNvSpPr>
            <a:spLocks noGrp="1"/>
          </p:cNvSpPr>
          <p:nvPr>
            <p:ph type="ftr" idx="21"/>
          </p:nvPr>
        </p:nvSpPr>
        <p:spPr/>
        <p:txBody>
          <a:bodyPr/>
          <a:p>
            <a:r>
              <a:t>1.3 Inhalte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2"/>
          </p:nvPr>
        </p:nvSpPr>
        <p:spPr/>
        <p:txBody>
          <a:bodyPr/>
          <a:p>
            <a:fld id="{F9324930-D186-410B-B503-693E18F7F827}" type="slidenum">
              <a:t>14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1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5600" cy="45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Vorschau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362" name="Rounded Rectangle 1"/>
          <p:cNvSpPr/>
          <p:nvPr/>
        </p:nvSpPr>
        <p:spPr>
          <a:xfrm>
            <a:off x="372960" y="2935080"/>
            <a:ext cx="3261960" cy="358920"/>
          </a:xfrm>
          <a:prstGeom prst="roundRect">
            <a:avLst>
              <a:gd name="adj" fmla="val 16667"/>
            </a:avLst>
          </a:prstGeom>
          <a:noFill/>
          <a:ln w="25400">
            <a:solidFill>
              <a:srgbClr val="FE1001"/>
            </a:solidFill>
          </a:ln>
          <a:effectLst>
            <a:outerShdw algn="tl" blurRad="38160" dir="2700000" dist="12218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35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1363" name="Inhaltsplatzhalter 7"/>
          <p:cNvSpPr/>
          <p:nvPr/>
        </p:nvSpPr>
        <p:spPr>
          <a:xfrm>
            <a:off x="521640" y="1206720"/>
            <a:ext cx="8095320" cy="37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72000" rIns="0" bIns="0" anchor="t">
            <a:noAutofit/>
          </a:bodyPr>
          <a:p>
            <a:pPr defTabSz="914400">
              <a:lnSpc>
                <a:spcPct val="90000"/>
              </a:lnSpc>
              <a:spcBef>
                <a:spcPts val="601"/>
              </a:spcBef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1.1 Organisation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601"/>
              </a:spcBef>
              <a:tabLst>
                <a:tab pos="0" algn="l"/>
              </a:tabLst>
            </a:pP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601"/>
              </a:spcBef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1.2 Lernziele und Nutzen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601"/>
              </a:spcBef>
              <a:tabLst>
                <a:tab pos="0" algn="l"/>
              </a:tabLst>
            </a:pP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601"/>
              </a:spcBef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1.3 Inhalte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601"/>
              </a:spcBef>
              <a:tabLst>
                <a:tab pos="0" algn="l"/>
              </a:tabLst>
            </a:pP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601"/>
              </a:spcBef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1.4 Literatur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601"/>
              </a:spcBef>
              <a:tabLst>
                <a:tab pos="0" algn="l"/>
              </a:tabLst>
            </a:pP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601"/>
              </a:spcBef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1.5 Einordnung der Veranstaltung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1"/>
          </p:nvPr>
        </p:nvSpPr>
        <p:spPr/>
        <p:txBody>
          <a:bodyPr/>
          <a:p>
            <a:r>
              <a:t>1. Einführung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2"/>
          </p:nvPr>
        </p:nvSpPr>
        <p:spPr/>
        <p:txBody>
          <a:bodyPr/>
          <a:p>
            <a:fld id="{D868C9E6-70D6-4BC3-94DE-CB59A184DCAF}" type="slidenum">
              <a:t>15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4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5600" cy="45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1.4 Literatur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365" name="PlaceHolder 2"/>
          <p:cNvSpPr>
            <a:spLocks noGrp="1"/>
          </p:cNvSpPr>
          <p:nvPr>
            <p:ph/>
          </p:nvPr>
        </p:nvSpPr>
        <p:spPr>
          <a:xfrm>
            <a:off x="521640" y="1206720"/>
            <a:ext cx="8095320" cy="370692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sng" strike="noStrike">
                <a:solidFill>
                  <a:srgbClr val="AEABAB"/>
                </a:solidFill>
                <a:effectLst/>
                <a:uFillTx/>
                <a:latin typeface="Arial"/>
                <a:hlinkClick r:id="rId1"/>
              </a:rPr>
              <a:t>https://OSDev.org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Manuals von Intel und AMD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1"/>
          </p:nvPr>
        </p:nvSpPr>
        <p:spPr/>
        <p:txBody>
          <a:bodyPr/>
          <a:p>
            <a:r>
              <a:t>1.4 Literatur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2"/>
          </p:nvPr>
        </p:nvSpPr>
        <p:spPr/>
        <p:txBody>
          <a:bodyPr/>
          <a:p>
            <a:fld id="{E5651C03-5B84-4853-9C09-1AAA9ECE518D}" type="slidenum">
              <a:t>16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6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5600" cy="45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Vorschau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367" name="Rounded Rectangle 1"/>
          <p:cNvSpPr/>
          <p:nvPr/>
        </p:nvSpPr>
        <p:spPr>
          <a:xfrm>
            <a:off x="372960" y="3583080"/>
            <a:ext cx="3261960" cy="358920"/>
          </a:xfrm>
          <a:prstGeom prst="roundRect">
            <a:avLst>
              <a:gd name="adj" fmla="val 16667"/>
            </a:avLst>
          </a:prstGeom>
          <a:noFill/>
          <a:ln w="25400">
            <a:solidFill>
              <a:srgbClr val="FE1001"/>
            </a:solidFill>
          </a:ln>
          <a:effectLst>
            <a:outerShdw algn="tl" blurRad="38160" dir="2700000" dist="12218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35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1368" name="Inhaltsplatzhalter 7"/>
          <p:cNvSpPr/>
          <p:nvPr/>
        </p:nvSpPr>
        <p:spPr>
          <a:xfrm>
            <a:off x="521640" y="1206720"/>
            <a:ext cx="8095320" cy="37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72000" rIns="0" bIns="0" anchor="t">
            <a:noAutofit/>
          </a:bodyPr>
          <a:p>
            <a:pPr defTabSz="914400">
              <a:lnSpc>
                <a:spcPct val="90000"/>
              </a:lnSpc>
              <a:spcBef>
                <a:spcPts val="601"/>
              </a:spcBef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1.1 Organisation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601"/>
              </a:spcBef>
              <a:tabLst>
                <a:tab pos="0" algn="l"/>
              </a:tabLst>
            </a:pP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601"/>
              </a:spcBef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1.2 Lernziele und Nutzen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601"/>
              </a:spcBef>
              <a:tabLst>
                <a:tab pos="0" algn="l"/>
              </a:tabLst>
            </a:pP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601"/>
              </a:spcBef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1.3 Inhalte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601"/>
              </a:spcBef>
              <a:tabLst>
                <a:tab pos="0" algn="l"/>
              </a:tabLst>
            </a:pP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601"/>
              </a:spcBef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1.4 Literatur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601"/>
              </a:spcBef>
              <a:tabLst>
                <a:tab pos="0" algn="l"/>
              </a:tabLst>
            </a:pP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601"/>
              </a:spcBef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1.5 Einordnung der Veranstaltung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1"/>
          </p:nvPr>
        </p:nvSpPr>
        <p:spPr/>
        <p:txBody>
          <a:bodyPr/>
          <a:p>
            <a:r>
              <a:t>1. Einführung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2"/>
          </p:nvPr>
        </p:nvSpPr>
        <p:spPr/>
        <p:txBody>
          <a:bodyPr/>
          <a:p>
            <a:fld id="{87F43253-DC3F-4504-ACBC-136B78FBF016}" type="slidenum">
              <a:t>17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9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5600" cy="45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1.5 Einordnung der Veranstaltung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pic>
        <p:nvPicPr>
          <p:cNvPr id="1370" name=""/>
          <p:cNvPicPr/>
          <p:nvPr/>
        </p:nvPicPr>
        <p:blipFill>
          <a:blip r:embed="rId1"/>
          <a:stretch/>
        </p:blipFill>
        <p:spPr>
          <a:xfrm>
            <a:off x="540000" y="1440000"/>
            <a:ext cx="7899840" cy="2792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" name="PlaceHolder 2"/>
          <p:cNvSpPr>
            <a:spLocks noGrp="1"/>
          </p:cNvSpPr>
          <p:nvPr>
            <p:ph type="ftr" idx="21"/>
          </p:nvPr>
        </p:nvSpPr>
        <p:spPr/>
        <p:txBody>
          <a:bodyPr/>
          <a:p>
            <a:r>
              <a:t>1.5 Einordnung der Veranstaltung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2"/>
          </p:nvPr>
        </p:nvSpPr>
        <p:spPr/>
        <p:txBody>
          <a:bodyPr/>
          <a:p>
            <a:fld id="{6299BE69-51F9-4B98-9612-6E7D4B6619F5}" type="slidenum">
              <a:t>18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HHU_PPT_Vorlage">
  <a:themeElements>
    <a:clrScheme name="HHU">
      <a:dk1>
        <a:srgbClr val="000000"/>
      </a:dk1>
      <a:lt1>
        <a:srgbClr val="FFFFFF"/>
      </a:lt1>
      <a:dk2>
        <a:srgbClr val="006AB3"/>
      </a:dk2>
      <a:lt2>
        <a:srgbClr val="CCCCCC"/>
      </a:lt2>
      <a:accent1>
        <a:srgbClr val="003964"/>
      </a:accent1>
      <a:accent2>
        <a:srgbClr val="57BAB1"/>
      </a:accent2>
      <a:accent3>
        <a:srgbClr val="EE7F00"/>
      </a:accent3>
      <a:accent4>
        <a:srgbClr val="BE0A26"/>
      </a:accent4>
      <a:accent5>
        <a:srgbClr val="8CB110"/>
      </a:accent5>
      <a:accent6>
        <a:srgbClr val="B5CBD6"/>
      </a:accent6>
      <a:hlink>
        <a:srgbClr val="AEABAB"/>
      </a:hlink>
      <a:folHlink>
        <a:srgbClr val="D0CECE"/>
      </a:folHlink>
    </a:clrScheme>
    <a:fontScheme name="HHU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HHU_PPT_Vorlage">
  <a:themeElements>
    <a:clrScheme name="HHU">
      <a:dk1>
        <a:srgbClr val="000000"/>
      </a:dk1>
      <a:lt1>
        <a:srgbClr val="FFFFFF"/>
      </a:lt1>
      <a:dk2>
        <a:srgbClr val="006AB3"/>
      </a:dk2>
      <a:lt2>
        <a:srgbClr val="CCCCCC"/>
      </a:lt2>
      <a:accent1>
        <a:srgbClr val="003964"/>
      </a:accent1>
      <a:accent2>
        <a:srgbClr val="57BAB1"/>
      </a:accent2>
      <a:accent3>
        <a:srgbClr val="EE7F00"/>
      </a:accent3>
      <a:accent4>
        <a:srgbClr val="BE0A26"/>
      </a:accent4>
      <a:accent5>
        <a:srgbClr val="8CB110"/>
      </a:accent5>
      <a:accent6>
        <a:srgbClr val="B5CBD6"/>
      </a:accent6>
      <a:hlink>
        <a:srgbClr val="AEABAB"/>
      </a:hlink>
      <a:folHlink>
        <a:srgbClr val="D0CECE"/>
      </a:folHlink>
    </a:clrScheme>
    <a:fontScheme name="HHU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1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>HHU_PPT_Vorlage</Template>
  <TotalTime>8140</TotalTime>
  <Application>LibreOffice/26.2.2.2$Linux_X86_64 LibreOffice_project/42d76a33568d9a37e1fc00c3228d3881e2f8df73</Application>
  <AppVersion>15.0000</AppVersion>
  <Words>1521</Words>
  <Paragraphs>361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2020-08-15T15:36:48Z</dcterms:created>
  <dc:creator>Microsoft Office User</dc:creator>
  <dc:description/>
  <dc:language>de-DE</dc:language>
  <cp:lastModifiedBy/>
  <dcterms:modified xsi:type="dcterms:W3CDTF">2026-04-13T14:26:13Z</dcterms:modified>
  <cp:revision>924</cp:revision>
  <dc:subject/>
  <dc:title>Lorem ipsum  dolor sit amet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29</vt:i4>
  </property>
  <property fmtid="{D5CDD505-2E9C-101B-9397-08002B2CF9AE}" pid="3" name="PresentationFormat">
    <vt:lpwstr>Custom</vt:lpwstr>
  </property>
  <property fmtid="{D5CDD505-2E9C-101B-9397-08002B2CF9AE}" pid="4" name="Slides">
    <vt:i4>29</vt:i4>
  </property>
</Properties>
</file>