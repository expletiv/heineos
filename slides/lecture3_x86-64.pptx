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7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1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9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5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</p:sldIdLst>
  <p:sldSz cx="9144000" cy="514985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7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Folie mittels Klicken verschieben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7" name="PlaceHolder 4"/>
          <p:cNvSpPr>
            <a:spLocks noGrp="1"/>
          </p:cNvSpPr>
          <p:nvPr>
            <p:ph type="dt" idx="5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8" name="PlaceHolder 5"/>
          <p:cNvSpPr>
            <a:spLocks noGrp="1"/>
          </p:cNvSpPr>
          <p:nvPr>
            <p:ph type="ftr" idx="5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9" name="PlaceHolder 6"/>
          <p:cNvSpPr>
            <a:spLocks noGrp="1"/>
          </p:cNvSpPr>
          <p:nvPr>
            <p:ph type="sldNum" idx="5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7128DB7-4930-40E8-AAAD-C10DD8D47F15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0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3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6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9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2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5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8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1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9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8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1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4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7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5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0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3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6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9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2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5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8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1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4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7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0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3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6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7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9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2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3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5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6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8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1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2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4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5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7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PlaceHolder 1"/>
          <p:cNvSpPr>
            <a:spLocks noGrp="1"/>
          </p:cNvSpPr>
          <p:nvPr>
            <p:ph type="sldImg"/>
          </p:nvPr>
        </p:nvSpPr>
        <p:spPr>
          <a:xfrm>
            <a:off x="689040" y="1143000"/>
            <a:ext cx="5478480" cy="3084840"/>
          </a:xfrm>
          <a:prstGeom prst="rect">
            <a:avLst/>
          </a:prstGeom>
          <a:ln w="0">
            <a:noFill/>
          </a:ln>
        </p:spPr>
      </p:sp>
      <p:sp>
        <p:nvSpPr>
          <p:cNvPr id="1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0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>
              <a:buNone/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3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9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9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1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23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5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29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4" name="Gruppieren 25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3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" name="Freihandform: Form 26"/>
          <p:cNvSpPr/>
          <p:nvPr/>
        </p:nvSpPr>
        <p:spPr>
          <a:xfrm>
            <a:off x="0" y="1422360"/>
            <a:ext cx="3166560" cy="3490920"/>
          </a:xfrm>
          <a:custGeom>
            <a:avLst/>
            <a:gdLst>
              <a:gd name="textAreaLeft" fmla="*/ 0 w 3166560"/>
              <a:gd name="textAreaRight" fmla="*/ 3168000 w 3166560"/>
              <a:gd name="textAreaTop" fmla="*/ 0 h 3490920"/>
              <a:gd name="textAreaBottom" fmla="*/ 3492360 h 3490920"/>
              <a:gd name="GluePoint1X" fmla="*/ 3773588 w 4271120"/>
              <a:gd name="GluePoint1Y" fmla="*/ 3280579 h 4702819"/>
              <a:gd name="GluePoint2X" fmla="*/ 3717970 w 4271120"/>
              <a:gd name="GluePoint2Y" fmla="*/ 3393838 h 4702819"/>
              <a:gd name="GluePoint3X" fmla="*/ 3755385 w 4271120"/>
              <a:gd name="GluePoint3Y" fmla="*/ 3541480 h 4702819"/>
              <a:gd name="GluePoint4X" fmla="*/ 3742240 w 4271120"/>
              <a:gd name="GluePoint4Y" fmla="*/ 3544514 h 4702819"/>
              <a:gd name="GluePoint5X" fmla="*/ 3594598 w 4271120"/>
              <a:gd name="GluePoint5Y" fmla="*/ 3403951 h 4702819"/>
              <a:gd name="GluePoint6X" fmla="*/ 3773588 w 4271120"/>
              <a:gd name="GluePoint6Y" fmla="*/ 3280579 h 4702819"/>
              <a:gd name="GluePoint7X" fmla="*/ 3937409 w 4271120"/>
              <a:gd name="GluePoint7Y" fmla="*/ 2981250 h 4702819"/>
              <a:gd name="GluePoint8X" fmla="*/ 3833252 w 4271120"/>
              <a:gd name="GluePoint8Y" fmla="*/ 3118780 h 4702819"/>
              <a:gd name="GluePoint9X" fmla="*/ 3480327 w 4271120"/>
              <a:gd name="GluePoint9Y" fmla="*/ 3142039 h 4702819"/>
              <a:gd name="GluePoint10X" fmla="*/ 3488417 w 4271120"/>
              <a:gd name="GluePoint10Y" fmla="*/ 3070240 h 4702819"/>
              <a:gd name="GluePoint11X" fmla="*/ 3802914 w 4271120"/>
              <a:gd name="GluePoint11Y" fmla="*/ 3008554 h 4702819"/>
              <a:gd name="GluePoint12X" fmla="*/ 3937409 w 4271120"/>
              <a:gd name="GluePoint12Y" fmla="*/ 2981250 h 4702819"/>
              <a:gd name="GluePoint13X" fmla="*/ 1530647 w 4271120"/>
              <a:gd name="GluePoint13Y" fmla="*/ 2816671 h 4702819"/>
              <a:gd name="GluePoint14X" fmla="*/ 1538737 w 4271120"/>
              <a:gd name="GluePoint14Y" fmla="*/ 2820463 h 4702819"/>
              <a:gd name="GluePoint15X" fmla="*/ 1944246 w 4271120"/>
              <a:gd name="GluePoint15Y" fmla="*/ 3409008 h 4702819"/>
              <a:gd name="GluePoint16X" fmla="*/ 3606733 w 4271120"/>
              <a:gd name="GluePoint16Y" fmla="*/ 3913618 h 4702819"/>
              <a:gd name="GluePoint17X" fmla="*/ 3607744 w 4271120"/>
              <a:gd name="GluePoint17Y" fmla="*/ 3926765 h 4702819"/>
              <a:gd name="GluePoint18X" fmla="*/ 2423576 w 4271120"/>
              <a:gd name="GluePoint18Y" fmla="*/ 3894405 h 4702819"/>
              <a:gd name="GluePoint19X" fmla="*/ 2077731 w 4271120"/>
              <a:gd name="GluePoint19Y" fmla="*/ 3806426 h 4702819"/>
              <a:gd name="GluePoint20X" fmla="*/ 1525591 w 4271120"/>
              <a:gd name="GluePoint20Y" fmla="*/ 2823496 h 4702819"/>
              <a:gd name="GluePoint21X" fmla="*/ 1530647 w 4271120"/>
              <a:gd name="GluePoint21Y" fmla="*/ 2816671 h 4702819"/>
              <a:gd name="GluePoint22X" fmla="*/ 3996062 w 4271120"/>
              <a:gd name="GluePoint22Y" fmla="*/ 2605067 h 4702819"/>
              <a:gd name="GluePoint23X" fmla="*/ 4271120 w 4271120"/>
              <a:gd name="GluePoint23Y" fmla="*/ 2676866 h 4702819"/>
              <a:gd name="GluePoint24X" fmla="*/ 4008197 w 4271120"/>
              <a:gd name="GluePoint24Y" fmla="*/ 2693046 h 4702819"/>
              <a:gd name="GluePoint25X" fmla="*/ 3829207 w 4271120"/>
              <a:gd name="GluePoint25Y" fmla="*/ 2680911 h 4702819"/>
              <a:gd name="GluePoint26X" fmla="*/ 3670441 w 4271120"/>
              <a:gd name="GluePoint26Y" fmla="*/ 2642484 h 4702819"/>
              <a:gd name="GluePoint27X" fmla="*/ 3996062 w 4271120"/>
              <a:gd name="GluePoint27Y" fmla="*/ 2605067 h 4702819"/>
              <a:gd name="GluePoint28X" fmla="*/ 3443991 w 4271120"/>
              <a:gd name="GluePoint28Y" fmla="*/ 1373753 h 4702819"/>
              <a:gd name="GluePoint29X" fmla="*/ 3808982 w 4271120"/>
              <a:gd name="GluePoint29Y" fmla="*/ 1505845 h 4702819"/>
              <a:gd name="GluePoint30X" fmla="*/ 3766510 w 4271120"/>
              <a:gd name="GluePoint30Y" fmla="*/ 1714160 h 4702819"/>
              <a:gd name="GluePoint31X" fmla="*/ 3673475 w 4271120"/>
              <a:gd name="GluePoint31Y" fmla="*/ 1626182 h 4702819"/>
              <a:gd name="GluePoint32X" fmla="*/ 3503586 w 4271120"/>
              <a:gd name="GluePoint32Y" fmla="*/ 1940680 h 4702819"/>
              <a:gd name="GluePoint33X" fmla="*/ 3349877 w 4271120"/>
              <a:gd name="GluePoint33Y" fmla="*/ 1900230 h 4702819"/>
              <a:gd name="GluePoint34X" fmla="*/ 3263920 w 4271120"/>
              <a:gd name="GluePoint34Y" fmla="*/ 1778881 h 4702819"/>
              <a:gd name="GluePoint35X" fmla="*/ 2886727 w 4271120"/>
              <a:gd name="GluePoint35Y" fmla="*/ 1881016 h 4702819"/>
              <a:gd name="GluePoint36X" fmla="*/ 3400439 w 4271120"/>
              <a:gd name="GluePoint36Y" fmla="*/ 1585733 h 4702819"/>
              <a:gd name="GluePoint37X" fmla="*/ 2921109 w 4271120"/>
              <a:gd name="GluePoint37Y" fmla="*/ 1605957 h 4702819"/>
              <a:gd name="GluePoint38X" fmla="*/ 2913019 w 4271120"/>
              <a:gd name="GluePoint38Y" fmla="*/ 1594835 h 4702819"/>
              <a:gd name="GluePoint39X" fmla="*/ 3443991 w 4271120"/>
              <a:gd name="GluePoint39Y" fmla="*/ 1373753 h 4702819"/>
              <a:gd name="GluePoint40X" fmla="*/ 0 w 4271120"/>
              <a:gd name="GluePoint40Y" fmla="*/ 0 h 4702819"/>
              <a:gd name="GluePoint41X" fmla="*/ 115292 w 4271120"/>
              <a:gd name="GluePoint41Y" fmla="*/ 0 h 4702819"/>
              <a:gd name="GluePoint42X" fmla="*/ 274676 w 4271120"/>
              <a:gd name="GluePoint42Y" fmla="*/ 0 h 4702819"/>
              <a:gd name="GluePoint43X" fmla="*/ 3942724 w 4271120"/>
              <a:gd name="GluePoint43Y" fmla="*/ 0 h 4702819"/>
              <a:gd name="GluePoint44X" fmla="*/ 3939432 w 4271120"/>
              <a:gd name="GluePoint44Y" fmla="*/ 53696 h 4702819"/>
              <a:gd name="GluePoint45X" fmla="*/ 3684598 w 4271120"/>
              <a:gd name="GluePoint45Y" fmla="*/ 334822 h 4702819"/>
              <a:gd name="GluePoint46X" fmla="*/ 3981904 w 4271120"/>
              <a:gd name="GluePoint46Y" fmla="*/ 155833 h 4702819"/>
              <a:gd name="GluePoint47X" fmla="*/ 3993028 w 4271120"/>
              <a:gd name="GluePoint47Y" fmla="*/ 404599 h 4702819"/>
              <a:gd name="GluePoint48X" fmla="*/ 3433810 w 4271120"/>
              <a:gd name="GluePoint48Y" fmla="*/ 635163 h 4702819"/>
              <a:gd name="GluePoint49X" fmla="*/ 2283013 w 4271120"/>
              <a:gd name="GluePoint49Y" fmla="*/ 464262 h 4702819"/>
              <a:gd name="GluePoint50X" fmla="*/ 2284025 w 4271120"/>
              <a:gd name="GluePoint50Y" fmla="*/ 455161 h 4702819"/>
              <a:gd name="GluePoint51X" fmla="*/ 2959536 w 4271120"/>
              <a:gd name="GluePoint51Y" fmla="*/ 115383 h 4702819"/>
              <a:gd name="GluePoint52X" fmla="*/ 2949424 w 4271120"/>
              <a:gd name="GluePoint52Y" fmla="*/ 107293 h 4702819"/>
              <a:gd name="GluePoint53X" fmla="*/ 1789525 w 4271120"/>
              <a:gd name="GluePoint53Y" fmla="*/ 314598 h 4702819"/>
              <a:gd name="GluePoint54X" fmla="*/ 1564018 w 4271120"/>
              <a:gd name="GluePoint54Y" fmla="*/ 251900 h 4702819"/>
              <a:gd name="GluePoint55X" fmla="*/ 1554917 w 4271120"/>
              <a:gd name="GluePoint55Y" fmla="*/ 262013 h 4702819"/>
              <a:gd name="GluePoint56X" fmla="*/ 2389194 w 4271120"/>
              <a:gd name="GluePoint56Y" fmla="*/ 907188 h 4702819"/>
              <a:gd name="GluePoint57X" fmla="*/ 2159641 w 4271120"/>
              <a:gd name="GluePoint57Y" fmla="*/ 613927 h 4702819"/>
              <a:gd name="GluePoint58X" fmla="*/ 2255710 w 4271120"/>
              <a:gd name="GluePoint58Y" fmla="*/ 818197 h 4702819"/>
              <a:gd name="GluePoint59X" fmla="*/ 2248631 w 4271120"/>
              <a:gd name="GluePoint59Y" fmla="*/ 897075 h 4702819"/>
              <a:gd name="GluePoint60X" fmla="*/ 2071663 w 4271120"/>
              <a:gd name="GluePoint60Y" fmla="*/ 706960 h 4702819"/>
              <a:gd name="GluePoint61X" fmla="*/ 2063573 w 4271120"/>
              <a:gd name="GluePoint61Y" fmla="*/ 718085 h 4702819"/>
              <a:gd name="GluePoint62X" fmla="*/ 1981662 w 4271120"/>
              <a:gd name="GluePoint62Y" fmla="*/ 1090223 h 4702819"/>
              <a:gd name="GluePoint63X" fmla="*/ 2015034 w 4271120"/>
              <a:gd name="GluePoint63Y" fmla="*/ 1068987 h 4702819"/>
              <a:gd name="GluePoint64X" fmla="*/ 2152563 w 4271120"/>
              <a:gd name="GluePoint64Y" fmla="*/ 876851 h 4702819"/>
              <a:gd name="GluePoint65X" fmla="*/ 2193013 w 4271120"/>
              <a:gd name="GluePoint65Y" fmla="*/ 935503 h 4702819"/>
              <a:gd name="GluePoint66X" fmla="*/ 2042337 w 4271120"/>
              <a:gd name="GluePoint66Y" fmla="*/ 1153931 h 4702819"/>
              <a:gd name="GluePoint67X" fmla="*/ 1195925 w 4271120"/>
              <a:gd name="GluePoint67Y" fmla="*/ 1315731 h 4702819"/>
              <a:gd name="GluePoint68X" fmla="*/ 1759188 w 4271120"/>
              <a:gd name="GluePoint68Y" fmla="*/ 1329888 h 4702819"/>
              <a:gd name="GluePoint69X" fmla="*/ 1762222 w 4271120"/>
              <a:gd name="GluePoint69Y" fmla="*/ 1336967 h 4702819"/>
              <a:gd name="GluePoint70X" fmla="*/ 1303117 w 4271120"/>
              <a:gd name="GluePoint70Y" fmla="*/ 1458316 h 4702819"/>
              <a:gd name="GluePoint71X" fmla="*/ 1879527 w 4271120"/>
              <a:gd name="GluePoint71Y" fmla="*/ 1385506 h 4702819"/>
              <a:gd name="GluePoint72X" fmla="*/ 1882560 w 4271120"/>
              <a:gd name="GluePoint72Y" fmla="*/ 1389551 h 4702819"/>
              <a:gd name="GluePoint73X" fmla="*/ 1158509 w 4271120"/>
              <a:gd name="GluePoint73Y" fmla="*/ 1608992 h 4702819"/>
              <a:gd name="GluePoint74X" fmla="*/ 1500309 w 4271120"/>
              <a:gd name="GluePoint74Y" fmla="*/ 1648430 h 4702819"/>
              <a:gd name="GluePoint75X" fmla="*/ 1502332 w 4271120"/>
              <a:gd name="GluePoint75Y" fmla="*/ 1651464 h 4702819"/>
              <a:gd name="GluePoint76X" fmla="*/ 1323342 w 4271120"/>
              <a:gd name="GluePoint76Y" fmla="*/ 1726296 h 4702819"/>
              <a:gd name="GluePoint77X" fmla="*/ 1387050 w 4271120"/>
              <a:gd name="GluePoint77Y" fmla="*/ 1741465 h 4702819"/>
              <a:gd name="GluePoint78X" fmla="*/ 1442669 w 4271120"/>
              <a:gd name="GluePoint78Y" fmla="*/ 1750566 h 4702819"/>
              <a:gd name="GluePoint79X" fmla="*/ 1983684 w 4271120"/>
              <a:gd name="GluePoint79Y" fmla="*/ 1635284 h 4702819"/>
              <a:gd name="GluePoint80X" fmla="*/ 2041326 w 4271120"/>
              <a:gd name="GluePoint80Y" fmla="*/ 1604947 h 4702819"/>
              <a:gd name="GluePoint81X" fmla="*/ 1993797 w 4271120"/>
              <a:gd name="GluePoint81Y" fmla="*/ 1723262 h 4702819"/>
              <a:gd name="GluePoint82X" fmla="*/ 1881549 w 4271120"/>
              <a:gd name="GluePoint82Y" fmla="*/ 1801128 h 4702819"/>
              <a:gd name="GluePoint83X" fmla="*/ 1868403 w 4271120"/>
              <a:gd name="GluePoint83Y" fmla="*/ 1865847 h 4702819"/>
              <a:gd name="GluePoint84X" fmla="*/ 1001766 w 4271120"/>
              <a:gd name="GluePoint84Y" fmla="*/ 1993265 h 4702819"/>
              <a:gd name="GluePoint85X" fmla="*/ 999744 w 4271120"/>
              <a:gd name="GluePoint85Y" fmla="*/ 1993265 h 4702819"/>
              <a:gd name="GluePoint86X" fmla="*/ 1477051 w 4271120"/>
              <a:gd name="GluePoint86Y" fmla="*/ 2115625 h 4702819"/>
              <a:gd name="GluePoint87X" fmla="*/ 1478062 w 4271120"/>
              <a:gd name="GluePoint87Y" fmla="*/ 2118658 h 4702819"/>
              <a:gd name="GluePoint88X" fmla="*/ 1337500 w 4271120"/>
              <a:gd name="GluePoint88Y" fmla="*/ 2160120 h 4702819"/>
              <a:gd name="GluePoint89X" fmla="*/ 1830987 w 4271120"/>
              <a:gd name="GluePoint89Y" fmla="*/ 2044838 h 4702819"/>
              <a:gd name="GluePoint90X" fmla="*/ 1840088 w 4271120"/>
              <a:gd name="GluePoint90Y" fmla="*/ 2054950 h 4702819"/>
              <a:gd name="GluePoint91X" fmla="*/ 1610536 w 4271120"/>
              <a:gd name="GluePoint91Y" fmla="*/ 2209670 h 4702819"/>
              <a:gd name="GluePoint92X" fmla="*/ 970417 w 4271120"/>
              <a:gd name="GluePoint92Y" fmla="*/ 2143940 h 4702819"/>
              <a:gd name="GluePoint93X" fmla="*/ 1531659 w 4271120"/>
              <a:gd name="GluePoint93Y" fmla="*/ 2446302 h 4702819"/>
              <a:gd name="GluePoint94X" fmla="*/ 1040194 w 4271120"/>
              <a:gd name="GluePoint94Y" fmla="*/ 2520123 h 4702819"/>
              <a:gd name="GluePoint95X" fmla="*/ 1012890 w 4271120"/>
              <a:gd name="GluePoint95Y" fmla="*/ 2497875 h 4702819"/>
              <a:gd name="GluePoint96X" fmla="*/ 585134 w 4271120"/>
              <a:gd name="GluePoint96Y" fmla="*/ 2905408 h 4702819"/>
              <a:gd name="GluePoint97X" fmla="*/ 2443801 w 4271120"/>
              <a:gd name="GluePoint97Y" fmla="*/ 4164407 h 4702819"/>
              <a:gd name="GluePoint98X" fmla="*/ 2680749 w 4271120"/>
              <a:gd name="GluePoint98Y" fmla="*/ 4641304 h 4702819"/>
              <a:gd name="GluePoint99X" fmla="*/ 2704586 w 4271120"/>
              <a:gd name="GluePoint99Y" fmla="*/ 4702819 h 4702819"/>
              <a:gd name="GluePoint100X" fmla="*/ 274676 w 4271120"/>
              <a:gd name="GluePoint100Y" fmla="*/ 4702819 h 4702819"/>
              <a:gd name="GluePoint101X" fmla="*/ 115292 w 4271120"/>
              <a:gd name="GluePoint101Y" fmla="*/ 4702819 h 4702819"/>
              <a:gd name="GluePoint102X" fmla="*/ 0 w 4271120"/>
              <a:gd name="GluePoint102Y" fmla="*/ 4702819 h 470281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1"/>
          <p:cNvSpPr>
            <a:spLocks noGrp="1"/>
          </p:cNvSpPr>
          <p:nvPr>
            <p:ph type="title" hasCustomPrompt="1"/>
          </p:nvPr>
        </p:nvSpPr>
        <p:spPr>
          <a:xfrm>
            <a:off x="3654360" y="2268000"/>
            <a:ext cx="4399560" cy="10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40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41" name="Freihandform: Form 8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Freihandform: Form 9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Freihandform: Form 10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Freihandform: Form 11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5" name="PlaceHolder 2"/>
          <p:cNvSpPr>
            <a:spLocks noGrp="1"/>
          </p:cNvSpPr>
          <p:nvPr>
            <p:ph type="dt" idx="1"/>
          </p:nvPr>
        </p:nvSpPr>
        <p:spPr>
          <a:xfrm>
            <a:off x="52668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1204920"/>
            <a:ext cx="8228160" cy="298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Zweite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Dritte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Vierte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6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Fünfte Gliederungsebene</a:t>
            </a:r>
            <a:endParaRPr lang="de-DE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Sechste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Siebte Gliederungsebene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48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1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2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53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54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0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3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64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7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68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74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9" name="Gruppieren 2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8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Freihandform: Form 25"/>
          <p:cNvSpPr/>
          <p:nvPr/>
        </p:nvSpPr>
        <p:spPr>
          <a:xfrm>
            <a:off x="0" y="1422360"/>
            <a:ext cx="3166560" cy="3490920"/>
          </a:xfrm>
          <a:custGeom>
            <a:avLst/>
            <a:gdLst>
              <a:gd name="textAreaLeft" fmla="*/ 0 w 3166560"/>
              <a:gd name="textAreaRight" fmla="*/ 3168000 w 3166560"/>
              <a:gd name="textAreaTop" fmla="*/ 0 h 3490920"/>
              <a:gd name="textAreaBottom" fmla="*/ 3492360 h 3490920"/>
              <a:gd name="GluePoint1X" fmla="*/ 3773588 w 4271120"/>
              <a:gd name="GluePoint1Y" fmla="*/ 3280579 h 4702819"/>
              <a:gd name="GluePoint2X" fmla="*/ 3717970 w 4271120"/>
              <a:gd name="GluePoint2Y" fmla="*/ 3393838 h 4702819"/>
              <a:gd name="GluePoint3X" fmla="*/ 3755385 w 4271120"/>
              <a:gd name="GluePoint3Y" fmla="*/ 3541480 h 4702819"/>
              <a:gd name="GluePoint4X" fmla="*/ 3742240 w 4271120"/>
              <a:gd name="GluePoint4Y" fmla="*/ 3544514 h 4702819"/>
              <a:gd name="GluePoint5X" fmla="*/ 3594598 w 4271120"/>
              <a:gd name="GluePoint5Y" fmla="*/ 3403951 h 4702819"/>
              <a:gd name="GluePoint6X" fmla="*/ 3773588 w 4271120"/>
              <a:gd name="GluePoint6Y" fmla="*/ 3280579 h 4702819"/>
              <a:gd name="GluePoint7X" fmla="*/ 3937409 w 4271120"/>
              <a:gd name="GluePoint7Y" fmla="*/ 2981250 h 4702819"/>
              <a:gd name="GluePoint8X" fmla="*/ 3833252 w 4271120"/>
              <a:gd name="GluePoint8Y" fmla="*/ 3118780 h 4702819"/>
              <a:gd name="GluePoint9X" fmla="*/ 3480327 w 4271120"/>
              <a:gd name="GluePoint9Y" fmla="*/ 3142039 h 4702819"/>
              <a:gd name="GluePoint10X" fmla="*/ 3488417 w 4271120"/>
              <a:gd name="GluePoint10Y" fmla="*/ 3070240 h 4702819"/>
              <a:gd name="GluePoint11X" fmla="*/ 3802914 w 4271120"/>
              <a:gd name="GluePoint11Y" fmla="*/ 3008554 h 4702819"/>
              <a:gd name="GluePoint12X" fmla="*/ 3937409 w 4271120"/>
              <a:gd name="GluePoint12Y" fmla="*/ 2981250 h 4702819"/>
              <a:gd name="GluePoint13X" fmla="*/ 1530647 w 4271120"/>
              <a:gd name="GluePoint13Y" fmla="*/ 2816671 h 4702819"/>
              <a:gd name="GluePoint14X" fmla="*/ 1538737 w 4271120"/>
              <a:gd name="GluePoint14Y" fmla="*/ 2820463 h 4702819"/>
              <a:gd name="GluePoint15X" fmla="*/ 1944246 w 4271120"/>
              <a:gd name="GluePoint15Y" fmla="*/ 3409008 h 4702819"/>
              <a:gd name="GluePoint16X" fmla="*/ 3606733 w 4271120"/>
              <a:gd name="GluePoint16Y" fmla="*/ 3913618 h 4702819"/>
              <a:gd name="GluePoint17X" fmla="*/ 3607744 w 4271120"/>
              <a:gd name="GluePoint17Y" fmla="*/ 3926765 h 4702819"/>
              <a:gd name="GluePoint18X" fmla="*/ 2423576 w 4271120"/>
              <a:gd name="GluePoint18Y" fmla="*/ 3894405 h 4702819"/>
              <a:gd name="GluePoint19X" fmla="*/ 2077731 w 4271120"/>
              <a:gd name="GluePoint19Y" fmla="*/ 3806426 h 4702819"/>
              <a:gd name="GluePoint20X" fmla="*/ 1525591 w 4271120"/>
              <a:gd name="GluePoint20Y" fmla="*/ 2823496 h 4702819"/>
              <a:gd name="GluePoint21X" fmla="*/ 1530647 w 4271120"/>
              <a:gd name="GluePoint21Y" fmla="*/ 2816671 h 4702819"/>
              <a:gd name="GluePoint22X" fmla="*/ 3996062 w 4271120"/>
              <a:gd name="GluePoint22Y" fmla="*/ 2605067 h 4702819"/>
              <a:gd name="GluePoint23X" fmla="*/ 4271120 w 4271120"/>
              <a:gd name="GluePoint23Y" fmla="*/ 2676866 h 4702819"/>
              <a:gd name="GluePoint24X" fmla="*/ 4008197 w 4271120"/>
              <a:gd name="GluePoint24Y" fmla="*/ 2693046 h 4702819"/>
              <a:gd name="GluePoint25X" fmla="*/ 3829207 w 4271120"/>
              <a:gd name="GluePoint25Y" fmla="*/ 2680911 h 4702819"/>
              <a:gd name="GluePoint26X" fmla="*/ 3670441 w 4271120"/>
              <a:gd name="GluePoint26Y" fmla="*/ 2642484 h 4702819"/>
              <a:gd name="GluePoint27X" fmla="*/ 3996062 w 4271120"/>
              <a:gd name="GluePoint27Y" fmla="*/ 2605067 h 4702819"/>
              <a:gd name="GluePoint28X" fmla="*/ 3443991 w 4271120"/>
              <a:gd name="GluePoint28Y" fmla="*/ 1373753 h 4702819"/>
              <a:gd name="GluePoint29X" fmla="*/ 3808982 w 4271120"/>
              <a:gd name="GluePoint29Y" fmla="*/ 1505845 h 4702819"/>
              <a:gd name="GluePoint30X" fmla="*/ 3766510 w 4271120"/>
              <a:gd name="GluePoint30Y" fmla="*/ 1714160 h 4702819"/>
              <a:gd name="GluePoint31X" fmla="*/ 3673475 w 4271120"/>
              <a:gd name="GluePoint31Y" fmla="*/ 1626182 h 4702819"/>
              <a:gd name="GluePoint32X" fmla="*/ 3503586 w 4271120"/>
              <a:gd name="GluePoint32Y" fmla="*/ 1940680 h 4702819"/>
              <a:gd name="GluePoint33X" fmla="*/ 3349877 w 4271120"/>
              <a:gd name="GluePoint33Y" fmla="*/ 1900230 h 4702819"/>
              <a:gd name="GluePoint34X" fmla="*/ 3263920 w 4271120"/>
              <a:gd name="GluePoint34Y" fmla="*/ 1778881 h 4702819"/>
              <a:gd name="GluePoint35X" fmla="*/ 2886727 w 4271120"/>
              <a:gd name="GluePoint35Y" fmla="*/ 1881016 h 4702819"/>
              <a:gd name="GluePoint36X" fmla="*/ 3400439 w 4271120"/>
              <a:gd name="GluePoint36Y" fmla="*/ 1585733 h 4702819"/>
              <a:gd name="GluePoint37X" fmla="*/ 2921109 w 4271120"/>
              <a:gd name="GluePoint37Y" fmla="*/ 1605957 h 4702819"/>
              <a:gd name="GluePoint38X" fmla="*/ 2913019 w 4271120"/>
              <a:gd name="GluePoint38Y" fmla="*/ 1594835 h 4702819"/>
              <a:gd name="GluePoint39X" fmla="*/ 3443991 w 4271120"/>
              <a:gd name="GluePoint39Y" fmla="*/ 1373753 h 4702819"/>
              <a:gd name="GluePoint40X" fmla="*/ 0 w 4271120"/>
              <a:gd name="GluePoint40Y" fmla="*/ 0 h 4702819"/>
              <a:gd name="GluePoint41X" fmla="*/ 115292 w 4271120"/>
              <a:gd name="GluePoint41Y" fmla="*/ 0 h 4702819"/>
              <a:gd name="GluePoint42X" fmla="*/ 274676 w 4271120"/>
              <a:gd name="GluePoint42Y" fmla="*/ 0 h 4702819"/>
              <a:gd name="GluePoint43X" fmla="*/ 3942724 w 4271120"/>
              <a:gd name="GluePoint43Y" fmla="*/ 0 h 4702819"/>
              <a:gd name="GluePoint44X" fmla="*/ 3939432 w 4271120"/>
              <a:gd name="GluePoint44Y" fmla="*/ 53696 h 4702819"/>
              <a:gd name="GluePoint45X" fmla="*/ 3684598 w 4271120"/>
              <a:gd name="GluePoint45Y" fmla="*/ 334822 h 4702819"/>
              <a:gd name="GluePoint46X" fmla="*/ 3981904 w 4271120"/>
              <a:gd name="GluePoint46Y" fmla="*/ 155833 h 4702819"/>
              <a:gd name="GluePoint47X" fmla="*/ 3993028 w 4271120"/>
              <a:gd name="GluePoint47Y" fmla="*/ 404599 h 4702819"/>
              <a:gd name="GluePoint48X" fmla="*/ 3433810 w 4271120"/>
              <a:gd name="GluePoint48Y" fmla="*/ 635163 h 4702819"/>
              <a:gd name="GluePoint49X" fmla="*/ 2283013 w 4271120"/>
              <a:gd name="GluePoint49Y" fmla="*/ 464262 h 4702819"/>
              <a:gd name="GluePoint50X" fmla="*/ 2284025 w 4271120"/>
              <a:gd name="GluePoint50Y" fmla="*/ 455161 h 4702819"/>
              <a:gd name="GluePoint51X" fmla="*/ 2959536 w 4271120"/>
              <a:gd name="GluePoint51Y" fmla="*/ 115383 h 4702819"/>
              <a:gd name="GluePoint52X" fmla="*/ 2949424 w 4271120"/>
              <a:gd name="GluePoint52Y" fmla="*/ 107293 h 4702819"/>
              <a:gd name="GluePoint53X" fmla="*/ 1789525 w 4271120"/>
              <a:gd name="GluePoint53Y" fmla="*/ 314598 h 4702819"/>
              <a:gd name="GluePoint54X" fmla="*/ 1564018 w 4271120"/>
              <a:gd name="GluePoint54Y" fmla="*/ 251900 h 4702819"/>
              <a:gd name="GluePoint55X" fmla="*/ 1554917 w 4271120"/>
              <a:gd name="GluePoint55Y" fmla="*/ 262013 h 4702819"/>
              <a:gd name="GluePoint56X" fmla="*/ 2389194 w 4271120"/>
              <a:gd name="GluePoint56Y" fmla="*/ 907188 h 4702819"/>
              <a:gd name="GluePoint57X" fmla="*/ 2159641 w 4271120"/>
              <a:gd name="GluePoint57Y" fmla="*/ 613927 h 4702819"/>
              <a:gd name="GluePoint58X" fmla="*/ 2255710 w 4271120"/>
              <a:gd name="GluePoint58Y" fmla="*/ 818197 h 4702819"/>
              <a:gd name="GluePoint59X" fmla="*/ 2248631 w 4271120"/>
              <a:gd name="GluePoint59Y" fmla="*/ 897075 h 4702819"/>
              <a:gd name="GluePoint60X" fmla="*/ 2071663 w 4271120"/>
              <a:gd name="GluePoint60Y" fmla="*/ 706960 h 4702819"/>
              <a:gd name="GluePoint61X" fmla="*/ 2063573 w 4271120"/>
              <a:gd name="GluePoint61Y" fmla="*/ 718085 h 4702819"/>
              <a:gd name="GluePoint62X" fmla="*/ 1981662 w 4271120"/>
              <a:gd name="GluePoint62Y" fmla="*/ 1090223 h 4702819"/>
              <a:gd name="GluePoint63X" fmla="*/ 2015034 w 4271120"/>
              <a:gd name="GluePoint63Y" fmla="*/ 1068987 h 4702819"/>
              <a:gd name="GluePoint64X" fmla="*/ 2152563 w 4271120"/>
              <a:gd name="GluePoint64Y" fmla="*/ 876851 h 4702819"/>
              <a:gd name="GluePoint65X" fmla="*/ 2193013 w 4271120"/>
              <a:gd name="GluePoint65Y" fmla="*/ 935503 h 4702819"/>
              <a:gd name="GluePoint66X" fmla="*/ 2042337 w 4271120"/>
              <a:gd name="GluePoint66Y" fmla="*/ 1153931 h 4702819"/>
              <a:gd name="GluePoint67X" fmla="*/ 1195925 w 4271120"/>
              <a:gd name="GluePoint67Y" fmla="*/ 1315731 h 4702819"/>
              <a:gd name="GluePoint68X" fmla="*/ 1759188 w 4271120"/>
              <a:gd name="GluePoint68Y" fmla="*/ 1329888 h 4702819"/>
              <a:gd name="GluePoint69X" fmla="*/ 1762222 w 4271120"/>
              <a:gd name="GluePoint69Y" fmla="*/ 1336967 h 4702819"/>
              <a:gd name="GluePoint70X" fmla="*/ 1303117 w 4271120"/>
              <a:gd name="GluePoint70Y" fmla="*/ 1458316 h 4702819"/>
              <a:gd name="GluePoint71X" fmla="*/ 1879527 w 4271120"/>
              <a:gd name="GluePoint71Y" fmla="*/ 1385506 h 4702819"/>
              <a:gd name="GluePoint72X" fmla="*/ 1882560 w 4271120"/>
              <a:gd name="GluePoint72Y" fmla="*/ 1389551 h 4702819"/>
              <a:gd name="GluePoint73X" fmla="*/ 1158509 w 4271120"/>
              <a:gd name="GluePoint73Y" fmla="*/ 1608992 h 4702819"/>
              <a:gd name="GluePoint74X" fmla="*/ 1500309 w 4271120"/>
              <a:gd name="GluePoint74Y" fmla="*/ 1648430 h 4702819"/>
              <a:gd name="GluePoint75X" fmla="*/ 1502332 w 4271120"/>
              <a:gd name="GluePoint75Y" fmla="*/ 1651464 h 4702819"/>
              <a:gd name="GluePoint76X" fmla="*/ 1323342 w 4271120"/>
              <a:gd name="GluePoint76Y" fmla="*/ 1726296 h 4702819"/>
              <a:gd name="GluePoint77X" fmla="*/ 1387050 w 4271120"/>
              <a:gd name="GluePoint77Y" fmla="*/ 1741465 h 4702819"/>
              <a:gd name="GluePoint78X" fmla="*/ 1442669 w 4271120"/>
              <a:gd name="GluePoint78Y" fmla="*/ 1750566 h 4702819"/>
              <a:gd name="GluePoint79X" fmla="*/ 1983684 w 4271120"/>
              <a:gd name="GluePoint79Y" fmla="*/ 1635284 h 4702819"/>
              <a:gd name="GluePoint80X" fmla="*/ 2041326 w 4271120"/>
              <a:gd name="GluePoint80Y" fmla="*/ 1604947 h 4702819"/>
              <a:gd name="GluePoint81X" fmla="*/ 1993797 w 4271120"/>
              <a:gd name="GluePoint81Y" fmla="*/ 1723262 h 4702819"/>
              <a:gd name="GluePoint82X" fmla="*/ 1881549 w 4271120"/>
              <a:gd name="GluePoint82Y" fmla="*/ 1801128 h 4702819"/>
              <a:gd name="GluePoint83X" fmla="*/ 1868403 w 4271120"/>
              <a:gd name="GluePoint83Y" fmla="*/ 1865847 h 4702819"/>
              <a:gd name="GluePoint84X" fmla="*/ 1001766 w 4271120"/>
              <a:gd name="GluePoint84Y" fmla="*/ 1993265 h 4702819"/>
              <a:gd name="GluePoint85X" fmla="*/ 999744 w 4271120"/>
              <a:gd name="GluePoint85Y" fmla="*/ 1993265 h 4702819"/>
              <a:gd name="GluePoint86X" fmla="*/ 1477051 w 4271120"/>
              <a:gd name="GluePoint86Y" fmla="*/ 2115625 h 4702819"/>
              <a:gd name="GluePoint87X" fmla="*/ 1478062 w 4271120"/>
              <a:gd name="GluePoint87Y" fmla="*/ 2118658 h 4702819"/>
              <a:gd name="GluePoint88X" fmla="*/ 1337500 w 4271120"/>
              <a:gd name="GluePoint88Y" fmla="*/ 2160120 h 4702819"/>
              <a:gd name="GluePoint89X" fmla="*/ 1830987 w 4271120"/>
              <a:gd name="GluePoint89Y" fmla="*/ 2044838 h 4702819"/>
              <a:gd name="GluePoint90X" fmla="*/ 1840088 w 4271120"/>
              <a:gd name="GluePoint90Y" fmla="*/ 2054950 h 4702819"/>
              <a:gd name="GluePoint91X" fmla="*/ 1610536 w 4271120"/>
              <a:gd name="GluePoint91Y" fmla="*/ 2209670 h 4702819"/>
              <a:gd name="GluePoint92X" fmla="*/ 970417 w 4271120"/>
              <a:gd name="GluePoint92Y" fmla="*/ 2143940 h 4702819"/>
              <a:gd name="GluePoint93X" fmla="*/ 1531659 w 4271120"/>
              <a:gd name="GluePoint93Y" fmla="*/ 2446302 h 4702819"/>
              <a:gd name="GluePoint94X" fmla="*/ 1040194 w 4271120"/>
              <a:gd name="GluePoint94Y" fmla="*/ 2520123 h 4702819"/>
              <a:gd name="GluePoint95X" fmla="*/ 1012890 w 4271120"/>
              <a:gd name="GluePoint95Y" fmla="*/ 2497875 h 4702819"/>
              <a:gd name="GluePoint96X" fmla="*/ 585134 w 4271120"/>
              <a:gd name="GluePoint96Y" fmla="*/ 2905408 h 4702819"/>
              <a:gd name="GluePoint97X" fmla="*/ 2443801 w 4271120"/>
              <a:gd name="GluePoint97Y" fmla="*/ 4164407 h 4702819"/>
              <a:gd name="GluePoint98X" fmla="*/ 2680749 w 4271120"/>
              <a:gd name="GluePoint98Y" fmla="*/ 4641304 h 4702819"/>
              <a:gd name="GluePoint99X" fmla="*/ 2704586 w 4271120"/>
              <a:gd name="GluePoint99Y" fmla="*/ 4702819 h 4702819"/>
              <a:gd name="GluePoint100X" fmla="*/ 274676 w 4271120"/>
              <a:gd name="GluePoint100Y" fmla="*/ 4702819 h 4702819"/>
              <a:gd name="GluePoint101X" fmla="*/ 115292 w 4271120"/>
              <a:gd name="GluePoint101Y" fmla="*/ 4702819 h 4702819"/>
              <a:gd name="GluePoint102X" fmla="*/ 0 w 4271120"/>
              <a:gd name="GluePoint102Y" fmla="*/ 4702819 h 4702819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  <a:cxn ang="0">
                <a:pos x="GluePoint24X" y="GluePoint24Y"/>
              </a:cxn>
              <a:cxn ang="0">
                <a:pos x="GluePoint25X" y="GluePoint25Y"/>
              </a:cxn>
              <a:cxn ang="0">
                <a:pos x="GluePoint26X" y="GluePoint26Y"/>
              </a:cxn>
              <a:cxn ang="0">
                <a:pos x="GluePoint27X" y="GluePoint27Y"/>
              </a:cxn>
              <a:cxn ang="0">
                <a:pos x="GluePoint28X" y="GluePoint28Y"/>
              </a:cxn>
              <a:cxn ang="0">
                <a:pos x="GluePoint29X" y="GluePoint29Y"/>
              </a:cxn>
              <a:cxn ang="0">
                <a:pos x="GluePoint30X" y="GluePoint30Y"/>
              </a:cxn>
              <a:cxn ang="0">
                <a:pos x="GluePoint31X" y="GluePoint31Y"/>
              </a:cxn>
              <a:cxn ang="0">
                <a:pos x="GluePoint32X" y="GluePoint32Y"/>
              </a:cxn>
              <a:cxn ang="0">
                <a:pos x="GluePoint33X" y="GluePoint33Y"/>
              </a:cxn>
              <a:cxn ang="0">
                <a:pos x="GluePoint34X" y="GluePoint34Y"/>
              </a:cxn>
              <a:cxn ang="0">
                <a:pos x="GluePoint35X" y="GluePoint35Y"/>
              </a:cxn>
              <a:cxn ang="0">
                <a:pos x="GluePoint36X" y="GluePoint36Y"/>
              </a:cxn>
              <a:cxn ang="0">
                <a:pos x="GluePoint37X" y="GluePoint37Y"/>
              </a:cxn>
              <a:cxn ang="0">
                <a:pos x="GluePoint38X" y="GluePoint38Y"/>
              </a:cxn>
              <a:cxn ang="0">
                <a:pos x="GluePoint39X" y="GluePoint39Y"/>
              </a:cxn>
              <a:cxn ang="0">
                <a:pos x="GluePoint40X" y="GluePoint40Y"/>
              </a:cxn>
              <a:cxn ang="0">
                <a:pos x="GluePoint41X" y="GluePoint41Y"/>
              </a:cxn>
              <a:cxn ang="0">
                <a:pos x="GluePoint42X" y="GluePoint42Y"/>
              </a:cxn>
              <a:cxn ang="0">
                <a:pos x="GluePoint43X" y="GluePoint43Y"/>
              </a:cxn>
              <a:cxn ang="0">
                <a:pos x="GluePoint44X" y="GluePoint44Y"/>
              </a:cxn>
              <a:cxn ang="0">
                <a:pos x="GluePoint45X" y="GluePoint45Y"/>
              </a:cxn>
              <a:cxn ang="0">
                <a:pos x="GluePoint46X" y="GluePoint46Y"/>
              </a:cxn>
              <a:cxn ang="0">
                <a:pos x="GluePoint47X" y="GluePoint47Y"/>
              </a:cxn>
              <a:cxn ang="0">
                <a:pos x="GluePoint48X" y="GluePoint48Y"/>
              </a:cxn>
              <a:cxn ang="0">
                <a:pos x="GluePoint49X" y="GluePoint49Y"/>
              </a:cxn>
              <a:cxn ang="0">
                <a:pos x="GluePoint50X" y="GluePoint50Y"/>
              </a:cxn>
              <a:cxn ang="0">
                <a:pos x="GluePoint51X" y="GluePoint51Y"/>
              </a:cxn>
              <a:cxn ang="0">
                <a:pos x="GluePoint52X" y="GluePoint52Y"/>
              </a:cxn>
              <a:cxn ang="0">
                <a:pos x="GluePoint53X" y="GluePoint53Y"/>
              </a:cxn>
              <a:cxn ang="0">
                <a:pos x="GluePoint54X" y="GluePoint54Y"/>
              </a:cxn>
              <a:cxn ang="0">
                <a:pos x="GluePoint55X" y="GluePoint55Y"/>
              </a:cxn>
              <a:cxn ang="0">
                <a:pos x="GluePoint56X" y="GluePoint56Y"/>
              </a:cxn>
              <a:cxn ang="0">
                <a:pos x="GluePoint57X" y="GluePoint57Y"/>
              </a:cxn>
              <a:cxn ang="0">
                <a:pos x="GluePoint58X" y="GluePoint58Y"/>
              </a:cxn>
              <a:cxn ang="0">
                <a:pos x="GluePoint59X" y="GluePoint59Y"/>
              </a:cxn>
              <a:cxn ang="0">
                <a:pos x="GluePoint60X" y="GluePoint60Y"/>
              </a:cxn>
              <a:cxn ang="0">
                <a:pos x="GluePoint61X" y="GluePoint61Y"/>
              </a:cxn>
              <a:cxn ang="0">
                <a:pos x="GluePoint62X" y="GluePoint62Y"/>
              </a:cxn>
              <a:cxn ang="0">
                <a:pos x="GluePoint63X" y="GluePoint63Y"/>
              </a:cxn>
              <a:cxn ang="0">
                <a:pos x="GluePoint64X" y="GluePoint64Y"/>
              </a:cxn>
              <a:cxn ang="0">
                <a:pos x="GluePoint65X" y="GluePoint65Y"/>
              </a:cxn>
              <a:cxn ang="0">
                <a:pos x="GluePoint66X" y="GluePoint66Y"/>
              </a:cxn>
              <a:cxn ang="0">
                <a:pos x="GluePoint67X" y="GluePoint67Y"/>
              </a:cxn>
              <a:cxn ang="0">
                <a:pos x="GluePoint68X" y="GluePoint68Y"/>
              </a:cxn>
              <a:cxn ang="0">
                <a:pos x="GluePoint69X" y="GluePoint69Y"/>
              </a:cxn>
              <a:cxn ang="0">
                <a:pos x="GluePoint70X" y="GluePoint70Y"/>
              </a:cxn>
              <a:cxn ang="0">
                <a:pos x="GluePoint71X" y="GluePoint71Y"/>
              </a:cxn>
              <a:cxn ang="0">
                <a:pos x="GluePoint72X" y="GluePoint72Y"/>
              </a:cxn>
              <a:cxn ang="0">
                <a:pos x="GluePoint73X" y="GluePoint73Y"/>
              </a:cxn>
              <a:cxn ang="0">
                <a:pos x="GluePoint74X" y="GluePoint74Y"/>
              </a:cxn>
              <a:cxn ang="0">
                <a:pos x="GluePoint75X" y="GluePoint75Y"/>
              </a:cxn>
              <a:cxn ang="0">
                <a:pos x="GluePoint76X" y="GluePoint76Y"/>
              </a:cxn>
              <a:cxn ang="0">
                <a:pos x="GluePoint77X" y="GluePoint77Y"/>
              </a:cxn>
              <a:cxn ang="0">
                <a:pos x="GluePoint78X" y="GluePoint78Y"/>
              </a:cxn>
              <a:cxn ang="0">
                <a:pos x="GluePoint79X" y="GluePoint79Y"/>
              </a:cxn>
              <a:cxn ang="0">
                <a:pos x="GluePoint80X" y="GluePoint80Y"/>
              </a:cxn>
              <a:cxn ang="0">
                <a:pos x="GluePoint81X" y="GluePoint81Y"/>
              </a:cxn>
              <a:cxn ang="0">
                <a:pos x="GluePoint82X" y="GluePoint82Y"/>
              </a:cxn>
              <a:cxn ang="0">
                <a:pos x="GluePoint83X" y="GluePoint83Y"/>
              </a:cxn>
              <a:cxn ang="0">
                <a:pos x="GluePoint84X" y="GluePoint84Y"/>
              </a:cxn>
              <a:cxn ang="0">
                <a:pos x="GluePoint85X" y="GluePoint85Y"/>
              </a:cxn>
              <a:cxn ang="0">
                <a:pos x="GluePoint86X" y="GluePoint86Y"/>
              </a:cxn>
              <a:cxn ang="0">
                <a:pos x="GluePoint87X" y="GluePoint87Y"/>
              </a:cxn>
              <a:cxn ang="0">
                <a:pos x="GluePoint88X" y="GluePoint88Y"/>
              </a:cxn>
              <a:cxn ang="0">
                <a:pos x="GluePoint89X" y="GluePoint89Y"/>
              </a:cxn>
              <a:cxn ang="0">
                <a:pos x="GluePoint90X" y="GluePoint90Y"/>
              </a:cxn>
              <a:cxn ang="0">
                <a:pos x="GluePoint91X" y="GluePoint91Y"/>
              </a:cxn>
              <a:cxn ang="0">
                <a:pos x="GluePoint92X" y="GluePoint92Y"/>
              </a:cxn>
              <a:cxn ang="0">
                <a:pos x="GluePoint93X" y="GluePoint93Y"/>
              </a:cxn>
              <a:cxn ang="0">
                <a:pos x="GluePoint94X" y="GluePoint94Y"/>
              </a:cxn>
              <a:cxn ang="0">
                <a:pos x="GluePoint95X" y="GluePoint95Y"/>
              </a:cxn>
              <a:cxn ang="0">
                <a:pos x="GluePoint96X" y="GluePoint96Y"/>
              </a:cxn>
              <a:cxn ang="0">
                <a:pos x="GluePoint97X" y="GluePoint97Y"/>
              </a:cxn>
              <a:cxn ang="0">
                <a:pos x="GluePoint98X" y="GluePoint98Y"/>
              </a:cxn>
              <a:cxn ang="0">
                <a:pos x="GluePoint99X" y="GluePoint99Y"/>
              </a:cxn>
              <a:cxn ang="0">
                <a:pos x="GluePoint100X" y="GluePoint100Y"/>
              </a:cxn>
              <a:cxn ang="0">
                <a:pos x="GluePoint101X" y="GluePoint101Y"/>
              </a:cxn>
              <a:cxn ang="0">
                <a:pos x="GluePoint102X" y="GluePoint102Y"/>
              </a:cxn>
            </a:cxnLst>
            <a:rect l="textAreaLeft" t="textAreaTop" r="textAreaRight" b="textAreaBottom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1"/>
          <p:cNvSpPr>
            <a:spLocks noGrp="1"/>
          </p:cNvSpPr>
          <p:nvPr>
            <p:ph type="dt" idx="2"/>
          </p:nvPr>
        </p:nvSpPr>
        <p:spPr>
          <a:xfrm>
            <a:off x="52668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899440"/>
            <a:ext cx="6398280" cy="539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87" name="Freihandform: Form 13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Freihandform: Form 14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Freihandform: Form 15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Freihandform: Form 16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9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9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9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0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1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1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2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3" name="Gruppieren 25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24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7" name="PlaceHolder 1"/>
          <p:cNvSpPr>
            <a:spLocks noGrp="1"/>
          </p:cNvSpPr>
          <p:nvPr>
            <p:ph type="dt" idx="3"/>
          </p:nvPr>
        </p:nvSpPr>
        <p:spPr>
          <a:xfrm>
            <a:off x="52668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331720"/>
            <a:ext cx="6398280" cy="110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29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130" name="Freihandform: Form 13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Freihandform: Form 14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2" name="Freihandform: Form 15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Freihandform: Form 16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3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38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39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40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41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47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0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51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3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54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55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7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60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61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65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66" name="Gruppieren 28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67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0" name="PlaceHolder 1"/>
          <p:cNvSpPr>
            <a:spLocks noGrp="1"/>
          </p:cNvSpPr>
          <p:nvPr>
            <p:ph type="dt" idx="4"/>
          </p:nvPr>
        </p:nvSpPr>
        <p:spPr>
          <a:xfrm>
            <a:off x="52668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331720"/>
            <a:ext cx="4935240" cy="110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172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173" name="Freihandform: Form 13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4" name="Freihandform: Form 15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Freihandform: Form 18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Freihandform: Form 19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7" name="PlaceHolder 3"/>
          <p:cNvSpPr>
            <a:spLocks noGrp="1"/>
          </p:cNvSpPr>
          <p:nvPr>
            <p:ph type="body" hasCustomPrompt="1"/>
          </p:nvPr>
        </p:nvSpPr>
        <p:spPr>
          <a:xfrm>
            <a:off x="5621040" y="1088280"/>
            <a:ext cx="3521520" cy="38250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Bild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8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79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82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83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84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85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1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4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95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6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97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98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99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0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01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2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3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04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205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6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7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8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09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10" name="Gruppieren 28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211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3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14" name="PlaceHolder 1"/>
          <p:cNvSpPr>
            <a:spLocks noGrp="1"/>
          </p:cNvSpPr>
          <p:nvPr>
            <p:ph type="dt" idx="5"/>
          </p:nvPr>
        </p:nvSpPr>
        <p:spPr>
          <a:xfrm>
            <a:off x="52668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2250360"/>
            <a:ext cx="2828880" cy="118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16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217" name="Freihandform: Form 13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8" name="Freihandform: Form 17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9" name="Freihandform: Form 18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Freihandform: Form 19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1" name="PlaceHolder 3"/>
          <p:cNvSpPr>
            <a:spLocks noGrp="1"/>
          </p:cNvSpPr>
          <p:nvPr>
            <p:ph type="body" hasCustomPrompt="1"/>
          </p:nvPr>
        </p:nvSpPr>
        <p:spPr>
          <a:xfrm>
            <a:off x="3546000" y="1088280"/>
            <a:ext cx="5596560" cy="38250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folie mit zwei Bilder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2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223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26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2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22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229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0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4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35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6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7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3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239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0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1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243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4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45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4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249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0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53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254" name="Gruppieren 30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25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8" name="PlaceHolder 1"/>
          <p:cNvSpPr>
            <a:spLocks noGrp="1"/>
          </p:cNvSpPr>
          <p:nvPr>
            <p:ph type="dt" idx="6"/>
          </p:nvPr>
        </p:nvSpPr>
        <p:spPr>
          <a:xfrm>
            <a:off x="6564960" y="4460400"/>
            <a:ext cx="2055960" cy="272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title" hasCustomPrompt="1"/>
          </p:nvPr>
        </p:nvSpPr>
        <p:spPr>
          <a:xfrm>
            <a:off x="526680" y="3818520"/>
            <a:ext cx="5772240" cy="56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 bearbeiten</a:t>
            </a:r>
            <a:endParaRPr lang="de-DE" sz="3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260" name="Grafik 6"/>
          <p:cNvGrpSpPr/>
          <p:nvPr/>
        </p:nvGrpSpPr>
        <p:grpSpPr>
          <a:xfrm>
            <a:off x="522720" y="385200"/>
            <a:ext cx="1526760" cy="582120"/>
            <a:chOff x="522720" y="385200"/>
            <a:chExt cx="1526760" cy="582120"/>
          </a:xfrm>
        </p:grpSpPr>
        <p:sp>
          <p:nvSpPr>
            <p:cNvPr id="261" name="Freihandform: Form 17"/>
            <p:cNvSpPr/>
            <p:nvPr/>
          </p:nvSpPr>
          <p:spPr>
            <a:xfrm>
              <a:off x="1888920" y="825480"/>
              <a:ext cx="160560" cy="141840"/>
            </a:xfrm>
            <a:custGeom>
              <a:avLst/>
              <a:gdLst>
                <a:gd name="textAreaLeft" fmla="*/ 0 w 160560"/>
                <a:gd name="textAreaRight" fmla="*/ 162000 w 160560"/>
                <a:gd name="textAreaTop" fmla="*/ 0 h 141840"/>
                <a:gd name="textAreaBottom" fmla="*/ 143280 h 141840"/>
                <a:gd name="GluePoint1X" fmla="*/ 0 w 270992"/>
                <a:gd name="GluePoint1Y" fmla="*/ 242086 h 239376"/>
                <a:gd name="GluePoint2X" fmla="*/ 152659 w 270992"/>
                <a:gd name="GluePoint2Y" fmla="*/ 242086 h 239376"/>
                <a:gd name="GluePoint3X" fmla="*/ 274154 w 270992"/>
                <a:gd name="GluePoint3Y" fmla="*/ 121043 h 239376"/>
                <a:gd name="GluePoint4X" fmla="*/ 152659 w 270992"/>
                <a:gd name="GluePoint4Y" fmla="*/ 0 h 239376"/>
                <a:gd name="GluePoint5X" fmla="*/ 0 w 270992"/>
                <a:gd name="GluePoint5Y" fmla="*/ 0 h 239376"/>
                <a:gd name="GluePoint6X" fmla="*/ 0 w 270992"/>
                <a:gd name="GluePoint6Y" fmla="*/ 242086 h 2393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Freihandform: Form 19"/>
            <p:cNvSpPr/>
            <p:nvPr/>
          </p:nvSpPr>
          <p:spPr>
            <a:xfrm>
              <a:off x="1432440" y="512640"/>
              <a:ext cx="393120" cy="39600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396000"/>
                <a:gd name="textAreaBottom" fmla="*/ 397440 h 396000"/>
                <a:gd name="GluePoint1X" fmla="*/ 662124 w 659414"/>
                <a:gd name="GluePoint1Y" fmla="*/ 0 h 663930"/>
                <a:gd name="GluePoint2X" fmla="*/ 662124 w 659414"/>
                <a:gd name="GluePoint2Y" fmla="*/ 331965 h 663930"/>
                <a:gd name="GluePoint3X" fmla="*/ 331062 w 659414"/>
                <a:gd name="GluePoint3Y" fmla="*/ 663931 h 663930"/>
                <a:gd name="GluePoint4X" fmla="*/ 0 w 659414"/>
                <a:gd name="GluePoint4Y" fmla="*/ 331965 h 663930"/>
                <a:gd name="GluePoint5X" fmla="*/ 0 w 659414"/>
                <a:gd name="GluePoint5Y" fmla="*/ 0 h 663930"/>
                <a:gd name="GluePoint6X" fmla="*/ 168015 w 659414"/>
                <a:gd name="GluePoint6Y" fmla="*/ 0 h 663930"/>
                <a:gd name="GluePoint7X" fmla="*/ 168015 w 659414"/>
                <a:gd name="GluePoint7Y" fmla="*/ 317513 h 663930"/>
                <a:gd name="GluePoint8X" fmla="*/ 331514 w 659414"/>
                <a:gd name="GluePoint8Y" fmla="*/ 490496 h 663930"/>
                <a:gd name="GluePoint9X" fmla="*/ 495012 w 659414"/>
                <a:gd name="GluePoint9Y" fmla="*/ 317513 h 663930"/>
                <a:gd name="GluePoint10X" fmla="*/ 495012 w 659414"/>
                <a:gd name="GluePoint10Y" fmla="*/ 0 h 663930"/>
                <a:gd name="GluePoint11X" fmla="*/ 662124 w 659414"/>
                <a:gd name="GluePoint11Y" fmla="*/ 0 h 6639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Freihandform: Form 20"/>
            <p:cNvSpPr/>
            <p:nvPr/>
          </p:nvSpPr>
          <p:spPr>
            <a:xfrm>
              <a:off x="52272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8015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8015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4" name="Freihandform: Form 23"/>
            <p:cNvSpPr/>
            <p:nvPr/>
          </p:nvSpPr>
          <p:spPr>
            <a:xfrm>
              <a:off x="979200" y="385200"/>
              <a:ext cx="393120" cy="512280"/>
            </a:xfrm>
            <a:custGeom>
              <a:avLst/>
              <a:gdLst>
                <a:gd name="textAreaLeft" fmla="*/ 0 w 393120"/>
                <a:gd name="textAreaRight" fmla="*/ 394560 w 393120"/>
                <a:gd name="textAreaTop" fmla="*/ 0 h 512280"/>
                <a:gd name="textAreaBottom" fmla="*/ 513720 h 512280"/>
                <a:gd name="GluePoint1X" fmla="*/ 167563 w 659414"/>
                <a:gd name="GluePoint1Y" fmla="*/ 859497 h 858142"/>
                <a:gd name="GluePoint2X" fmla="*/ 0 w 659414"/>
                <a:gd name="GluePoint2Y" fmla="*/ 859497 h 858142"/>
                <a:gd name="GluePoint3X" fmla="*/ 0 w 659414"/>
                <a:gd name="GluePoint3Y" fmla="*/ 0 h 858142"/>
                <a:gd name="GluePoint4X" fmla="*/ 168015 w 659414"/>
                <a:gd name="GluePoint4Y" fmla="*/ 0 h 858142"/>
                <a:gd name="GluePoint5X" fmla="*/ 168015 w 659414"/>
                <a:gd name="GluePoint5Y" fmla="*/ 235312 h 858142"/>
                <a:gd name="GluePoint6X" fmla="*/ 331514 w 659414"/>
                <a:gd name="GluePoint6Y" fmla="*/ 195114 h 858142"/>
                <a:gd name="GluePoint7X" fmla="*/ 662576 w 659414"/>
                <a:gd name="GluePoint7Y" fmla="*/ 527080 h 858142"/>
                <a:gd name="GluePoint8X" fmla="*/ 662576 w 659414"/>
                <a:gd name="GluePoint8Y" fmla="*/ 859045 h 858142"/>
                <a:gd name="GluePoint9X" fmla="*/ 494561 w 659414"/>
                <a:gd name="GluePoint9Y" fmla="*/ 859045 h 858142"/>
                <a:gd name="GluePoint10X" fmla="*/ 494561 w 659414"/>
                <a:gd name="GluePoint10Y" fmla="*/ 541533 h 858142"/>
                <a:gd name="GluePoint11X" fmla="*/ 331062 w 659414"/>
                <a:gd name="GluePoint11Y" fmla="*/ 368549 h 858142"/>
                <a:gd name="GluePoint12X" fmla="*/ 167563 w 659414"/>
                <a:gd name="GluePoint12Y" fmla="*/ 541533 h 858142"/>
                <a:gd name="GluePoint13X" fmla="*/ 167563 w 659414"/>
                <a:gd name="GluePoint13Y" fmla="*/ 859497 h 858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solidFill>
              <a:schemeClr val="tx2"/>
            </a:solidFill>
            <a:ln w="451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PlaceHolder 3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6676920" cy="23947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4"/>
          <p:cNvSpPr>
            <a:spLocks noGrp="1"/>
          </p:cNvSpPr>
          <p:nvPr>
            <p:ph type="body" hasCustomPrompt="1"/>
          </p:nvPr>
        </p:nvSpPr>
        <p:spPr>
          <a:xfrm>
            <a:off x="6741000" y="1422360"/>
            <a:ext cx="2401560" cy="23947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de-DE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268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0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271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272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273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274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5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6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7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8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9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0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1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2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3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284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5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86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87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288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9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90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293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294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5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6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7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298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ftr" idx="7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8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738B0BC-F62D-47AF-B46B-4F9458230C4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809964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3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4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30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08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09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310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311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2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3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4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5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6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17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8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9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0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321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2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3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24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325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6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27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8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9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30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331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2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3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4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35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ftr" idx="9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10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A2ACBB6E-0418-40A8-9C1D-B72F647A23F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40200" cy="34228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2000" cy="34228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Kopf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34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34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34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34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34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5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5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35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6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6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36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6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6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36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372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373" name="Gruppieren 52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374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5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6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7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37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379" name="Freihandform: Form 35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0" name="Freihandform: Form 36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1" name="Freihandform: Form 37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2" name="Freihandform: Form 38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3" name="Freihandform: Form 39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4" name="Freihandform: Form 40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85" name="Freihandform: Form 17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6" name="Freihandform: Form 18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7" name="Freihandform: Form 19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8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389" name="Freihandform: Form 33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0" name="Freihandform: Form 34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1" name="Freihandform: Form 21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393" name="Freihandform: Form 31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4" name="Freihandform: Form 32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395" name="Freihandform: Form 23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6" name="Freihandform: Form 24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7" name="Freihandform: Form 25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39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399" name="Freihandform: Form 27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0" name="Freihandform: Form 28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1" name="Freihandform: Form 29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2" name="Freihandform: Form 30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03" name="Grafik 11"/>
          <p:cNvSpPr/>
          <p:nvPr/>
        </p:nvSpPr>
        <p:spPr>
          <a:xfrm>
            <a:off x="0" y="0"/>
            <a:ext cx="3730680" cy="4913640"/>
          </a:xfrm>
          <a:custGeom>
            <a:avLst/>
            <a:gdLst>
              <a:gd name="textAreaLeft" fmla="*/ 0 w 3730680"/>
              <a:gd name="textAreaRight" fmla="*/ 3732120 w 3730680"/>
              <a:gd name="textAreaTop" fmla="*/ 0 h 4913640"/>
              <a:gd name="textAreaBottom" fmla="*/ 4915080 h 4913640"/>
              <a:gd name="GluePoint1X" fmla="*/ 0 w 5015880"/>
              <a:gd name="GluePoint1Y" fmla="*/ 0 h 6597650"/>
              <a:gd name="GluePoint2X" fmla="*/ 5015880 w 5015880"/>
              <a:gd name="GluePoint2Y" fmla="*/ 0 h 6597650"/>
              <a:gd name="GluePoint3X" fmla="*/ 5015880 w 5015880"/>
              <a:gd name="GluePoint3Y" fmla="*/ 6597650 h 6597650"/>
              <a:gd name="GluePoint4X" fmla="*/ 0 w 5015880"/>
              <a:gd name="GluePoint4Y" fmla="*/ 6597650 h 659765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1"/>
          <p:cNvSpPr>
            <a:spLocks noGrp="1"/>
          </p:cNvSpPr>
          <p:nvPr>
            <p:ph type="ftr" idx="11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PlaceHolder 2"/>
          <p:cNvSpPr>
            <a:spLocks noGrp="1"/>
          </p:cNvSpPr>
          <p:nvPr>
            <p:ph type="sldNum" idx="12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38ED163D-6BF9-4816-B454-7B0944D86D79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title" hasCustomPrompt="1"/>
          </p:nvPr>
        </p:nvSpPr>
        <p:spPr>
          <a:xfrm>
            <a:off x="4464000" y="330840"/>
            <a:ext cx="288792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407" name="Gerader Verbinder 45"/>
          <p:cNvCxnSpPr/>
          <p:nvPr/>
        </p:nvCxnSpPr>
        <p:spPr>
          <a:xfrm>
            <a:off x="4464000" y="974520"/>
            <a:ext cx="289080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408" name="PlaceHolder 4"/>
          <p:cNvSpPr>
            <a:spLocks noGrp="1"/>
          </p:cNvSpPr>
          <p:nvPr>
            <p:ph type="body"/>
          </p:nvPr>
        </p:nvSpPr>
        <p:spPr>
          <a:xfrm>
            <a:off x="4464000" y="1422360"/>
            <a:ext cx="436752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5"/>
          <p:cNvSpPr>
            <a:spLocks noGrp="1"/>
          </p:cNvSpPr>
          <p:nvPr>
            <p:ph type="body"/>
          </p:nvPr>
        </p:nvSpPr>
        <p:spPr>
          <a:xfrm>
            <a:off x="4464000" y="1088280"/>
            <a:ext cx="415692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Zwei Inhalte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0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411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2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3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14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15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416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417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8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9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0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1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2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23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4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5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26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427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8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29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0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431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2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33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4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5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36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437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8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9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0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41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43" name="PlaceHolder 2"/>
          <p:cNvSpPr>
            <a:spLocks noGrp="1"/>
          </p:cNvSpPr>
          <p:nvPr>
            <p:ph type="ftr" idx="13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14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D495BAFE-4FD0-4E84-93F2-99FD9526C20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394020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3552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94128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7"/>
          <p:cNvSpPr>
            <a:spLocks noGrp="1"/>
          </p:cNvSpPr>
          <p:nvPr>
            <p:ph type="body"/>
          </p:nvPr>
        </p:nvSpPr>
        <p:spPr>
          <a:xfrm>
            <a:off x="4680720" y="1088280"/>
            <a:ext cx="394128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agramnm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9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45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53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54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455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456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7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8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9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0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1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2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3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4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65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466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7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68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69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470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1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72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3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4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475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476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7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8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9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480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 type="sldNum" idx="15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3418A2B-33AC-428C-9EAF-0CD0EC653C12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 type="ftr" idx="16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PlaceHolder 4"/>
          <p:cNvSpPr>
            <a:spLocks noGrp="1"/>
          </p:cNvSpPr>
          <p:nvPr>
            <p:ph type="body" hasCustomPrompt="1"/>
          </p:nvPr>
        </p:nvSpPr>
        <p:spPr>
          <a:xfrm>
            <a:off x="522360" y="1422360"/>
            <a:ext cx="809892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485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6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487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8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9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490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491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492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493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4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5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6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7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8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499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0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1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2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503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4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05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06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507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8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09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0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1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12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513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4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5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6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17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 type="sldNum" idx="17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04778A9-99CA-4B54-881C-05A4069B9AE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 type="ftr" idx="18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 type="body"/>
          </p:nvPr>
        </p:nvSpPr>
        <p:spPr>
          <a:xfrm>
            <a:off x="6031080" y="1422360"/>
            <a:ext cx="258948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 type="body" hasCustomPrompt="1"/>
          </p:nvPr>
        </p:nvSpPr>
        <p:spPr>
          <a:xfrm>
            <a:off x="522360" y="1422360"/>
            <a:ext cx="530892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23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ellen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4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52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28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29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530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531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2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3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4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5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6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37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8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9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40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541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2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43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44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545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6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47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8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9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50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551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2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3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4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55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 type="sldNum" idx="19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C2501CDC-BE39-4E84-9BFB-ADFD3F0E723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 type="ftr" idx="20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9" name="PlaceHolder 4"/>
          <p:cNvSpPr>
            <a:spLocks noGrp="1"/>
          </p:cNvSpPr>
          <p:nvPr>
            <p:ph type="body"/>
          </p:nvPr>
        </p:nvSpPr>
        <p:spPr>
          <a:xfrm>
            <a:off x="521640" y="1422360"/>
            <a:ext cx="258948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0" name="PlaceHolder 5"/>
          <p:cNvSpPr>
            <a:spLocks noGrp="1"/>
          </p:cNvSpPr>
          <p:nvPr>
            <p:ph type="body" hasCustomPrompt="1"/>
          </p:nvPr>
        </p:nvSpPr>
        <p:spPr>
          <a:xfrm>
            <a:off x="3311640" y="1422360"/>
            <a:ext cx="530892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61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r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2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563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4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5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566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56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56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569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0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1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2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3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4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75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6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7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7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579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0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81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8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583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4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85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6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7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58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589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0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1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2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593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9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595" name="PlaceHolder 2"/>
          <p:cNvSpPr>
            <a:spLocks noGrp="1"/>
          </p:cNvSpPr>
          <p:nvPr>
            <p:ph type="ftr" idx="21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PlaceHolder 3"/>
          <p:cNvSpPr>
            <a:spLocks noGrp="1"/>
          </p:cNvSpPr>
          <p:nvPr>
            <p:ph type="sldNum" idx="22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1EF9473F-5858-4DC6-8355-E3AF949872F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40200" cy="163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98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0200" cy="163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6"/>
          <p:cNvSpPr>
            <a:spLocks noGrp="1"/>
          </p:cNvSpPr>
          <p:nvPr>
            <p:ph type="body"/>
          </p:nvPr>
        </p:nvSpPr>
        <p:spPr>
          <a:xfrm>
            <a:off x="522360" y="3187800"/>
            <a:ext cx="3940200" cy="163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0" name="PlaceHolder 7"/>
          <p:cNvSpPr>
            <a:spLocks noGrp="1"/>
          </p:cNvSpPr>
          <p:nvPr>
            <p:ph type="body"/>
          </p:nvPr>
        </p:nvSpPr>
        <p:spPr>
          <a:xfrm>
            <a:off x="4680000" y="3187800"/>
            <a:ext cx="3942000" cy="1636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e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60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0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0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60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60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1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1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61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2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2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62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2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2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62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32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34" name="PlaceHolder 2"/>
          <p:cNvSpPr>
            <a:spLocks noGrp="1"/>
          </p:cNvSpPr>
          <p:nvPr>
            <p:ph type="ftr" idx="23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PlaceHolder 3"/>
          <p:cNvSpPr>
            <a:spLocks noGrp="1"/>
          </p:cNvSpPr>
          <p:nvPr>
            <p:ph type="sldNum" idx="24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FA32BE5A-E3C8-4EF9-9175-36239B437933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body"/>
          </p:nvPr>
        </p:nvSpPr>
        <p:spPr>
          <a:xfrm>
            <a:off x="522360" y="1422360"/>
            <a:ext cx="394020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7" name="PlaceHolder 5"/>
          <p:cNvSpPr>
            <a:spLocks noGrp="1"/>
          </p:cNvSpPr>
          <p:nvPr>
            <p:ph type="body"/>
          </p:nvPr>
        </p:nvSpPr>
        <p:spPr>
          <a:xfrm>
            <a:off x="4680000" y="1422360"/>
            <a:ext cx="394200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8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9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64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43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44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645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646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7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8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9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0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1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52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3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4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55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656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7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58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59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660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1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62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3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4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65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666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7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8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9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670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 type="ftr" idx="25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 type="sldNum" idx="26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D3F0573A-DB2C-4986-B52F-CA8393BB6213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PlaceHolder 4"/>
          <p:cNvSpPr>
            <a:spLocks noGrp="1"/>
          </p:cNvSpPr>
          <p:nvPr>
            <p:ph type="body" hasCustomPrompt="1"/>
          </p:nvPr>
        </p:nvSpPr>
        <p:spPr>
          <a:xfrm>
            <a:off x="4625640" y="1422360"/>
            <a:ext cx="451692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375300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6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300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Unter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7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678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9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0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681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682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683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684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5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6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7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8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9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90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1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2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93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694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5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96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97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698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9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00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1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2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03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704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5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6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7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08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0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10" name="PlaceHolder 2"/>
          <p:cNvSpPr>
            <a:spLocks noGrp="1"/>
          </p:cNvSpPr>
          <p:nvPr>
            <p:ph type="ftr" idx="27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28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141AA1A-0181-41CF-8179-32F4150566BC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PlaceHolder 4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rech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3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714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5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6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17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18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719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720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1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2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3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4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5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26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7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8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29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730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1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32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3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734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5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36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7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8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39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740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1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2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3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44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46" name="PlaceHolder 2"/>
          <p:cNvSpPr>
            <a:spLocks noGrp="1"/>
          </p:cNvSpPr>
          <p:nvPr>
            <p:ph type="ftr" idx="29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30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EB3BB26-3F7F-47B5-925C-B9EF70D75E76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PlaceHolder 4"/>
          <p:cNvSpPr>
            <a:spLocks noGrp="1"/>
          </p:cNvSpPr>
          <p:nvPr>
            <p:ph type="body" hasCustomPrompt="1"/>
          </p:nvPr>
        </p:nvSpPr>
        <p:spPr>
          <a:xfrm>
            <a:off x="4625640" y="1422360"/>
            <a:ext cx="224064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5"/>
          <p:cNvSpPr>
            <a:spLocks noGrp="1"/>
          </p:cNvSpPr>
          <p:nvPr>
            <p:ph type="body" hasCustomPrompt="1"/>
          </p:nvPr>
        </p:nvSpPr>
        <p:spPr>
          <a:xfrm>
            <a:off x="6921000" y="1422360"/>
            <a:ext cx="222156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6"/>
          <p:cNvSpPr>
            <a:spLocks noGrp="1"/>
          </p:cNvSpPr>
          <p:nvPr>
            <p:ph type="body"/>
          </p:nvPr>
        </p:nvSpPr>
        <p:spPr>
          <a:xfrm>
            <a:off x="522360" y="1422360"/>
            <a:ext cx="375300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51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375300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Bild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2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753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4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5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756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75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75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759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0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1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2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3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4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65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6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7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6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769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0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71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7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773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4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775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6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7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77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779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0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1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2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783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784" name="Gruppieren 53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785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6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7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8" name="PlaceHolder 1"/>
          <p:cNvSpPr>
            <a:spLocks noGrp="1"/>
          </p:cNvSpPr>
          <p:nvPr>
            <p:ph type="ftr" idx="31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PlaceHolder 2"/>
          <p:cNvSpPr>
            <a:spLocks noGrp="1"/>
          </p:cNvSpPr>
          <p:nvPr>
            <p:ph type="sldNum" idx="32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86C4943C-B231-4347-8B21-6D7135DE471D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PlaceHolder 3"/>
          <p:cNvSpPr>
            <a:spLocks noGrp="1"/>
          </p:cNvSpPr>
          <p:nvPr>
            <p:ph type="title" hasCustomPrompt="1"/>
          </p:nvPr>
        </p:nvSpPr>
        <p:spPr>
          <a:xfrm>
            <a:off x="4625640" y="330840"/>
            <a:ext cx="272628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791" name="Gerader Verbinder 46"/>
          <p:cNvCxnSpPr/>
          <p:nvPr/>
        </p:nvCxnSpPr>
        <p:spPr>
          <a:xfrm>
            <a:off x="4625640" y="974520"/>
            <a:ext cx="272916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792" name="PlaceHolder 4"/>
          <p:cNvSpPr>
            <a:spLocks noGrp="1"/>
          </p:cNvSpPr>
          <p:nvPr>
            <p:ph type="body" hasCustomPrompt="1"/>
          </p:nvPr>
        </p:nvSpPr>
        <p:spPr>
          <a:xfrm>
            <a:off x="-6120" y="0"/>
            <a:ext cx="4275720" cy="4913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793" name="PlaceHolder 5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6360" cy="34862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94" name="PlaceHolder 6"/>
          <p:cNvSpPr>
            <a:spLocks noGrp="1"/>
          </p:cNvSpPr>
          <p:nvPr>
            <p:ph type="body"/>
          </p:nvPr>
        </p:nvSpPr>
        <p:spPr>
          <a:xfrm>
            <a:off x="4625640" y="1088280"/>
            <a:ext cx="3995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795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796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797" name="Freihandform: Form 68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8" name="Freihandform: Form 69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9" name="Freihandform: Form 70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0" name="Freihandform: Form 71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1" name="Freihandform: Form 72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2" name="Freihandform: Form 73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03" name="Freihandform: Form 45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4" name="Freihandform: Form 4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5" name="Freihandform: Form 4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06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807" name="Freihandform: Form 66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8" name="Freihandform: Form 67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09" name="Freihandform: Form 50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10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811" name="Freihandform: Form 6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2" name="Freihandform: Form 6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13" name="Freihandform: Form 52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4" name="Freihandform: Form 5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5" name="Freihandform: Form 5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16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817" name="Freihandform: Form 6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8" name="Freihandform: Form 6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9" name="Freihandform: Form 6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0" name="Freihandform: Form 6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zwei Bilder link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82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2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2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82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82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3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3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83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4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4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84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4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4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84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52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853" name="Gruppieren 54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854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5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6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7" name="PlaceHolder 1"/>
          <p:cNvSpPr>
            <a:spLocks noGrp="1"/>
          </p:cNvSpPr>
          <p:nvPr>
            <p:ph type="ftr" idx="33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 type="sldNum" idx="34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DC18589D-830A-4107-AF35-7B06DA6A2514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 type="title" hasCustomPrompt="1"/>
          </p:nvPr>
        </p:nvSpPr>
        <p:spPr>
          <a:xfrm>
            <a:off x="4625640" y="330840"/>
            <a:ext cx="272628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Titel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cxnSp>
        <p:nvCxnSpPr>
          <p:cNvPr id="860" name="Gerader Verbinder 47"/>
          <p:cNvCxnSpPr/>
          <p:nvPr/>
        </p:nvCxnSpPr>
        <p:spPr>
          <a:xfrm>
            <a:off x="4625640" y="974520"/>
            <a:ext cx="272916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sp>
        <p:nvSpPr>
          <p:cNvPr id="861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0"/>
            <a:ext cx="4274640" cy="24296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62" name="PlaceHolder 5"/>
          <p:cNvSpPr>
            <a:spLocks noGrp="1"/>
          </p:cNvSpPr>
          <p:nvPr>
            <p:ph type="body" hasCustomPrompt="1"/>
          </p:nvPr>
        </p:nvSpPr>
        <p:spPr>
          <a:xfrm>
            <a:off x="0" y="2493720"/>
            <a:ext cx="4274640" cy="24195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863" name="PlaceHolder 6"/>
          <p:cNvSpPr>
            <a:spLocks noGrp="1"/>
          </p:cNvSpPr>
          <p:nvPr>
            <p:ph type="body"/>
          </p:nvPr>
        </p:nvSpPr>
        <p:spPr>
          <a:xfrm>
            <a:off x="4625640" y="1422360"/>
            <a:ext cx="3998880" cy="348624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64" name="PlaceHolder 7"/>
          <p:cNvSpPr>
            <a:spLocks noGrp="1"/>
          </p:cNvSpPr>
          <p:nvPr>
            <p:ph type="body"/>
          </p:nvPr>
        </p:nvSpPr>
        <p:spPr>
          <a:xfrm>
            <a:off x="4622400" y="1088280"/>
            <a:ext cx="399888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grpSp>
        <p:nvGrpSpPr>
          <p:cNvPr id="865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866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867" name="Freihandform: Form 69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8" name="Freihandform: Form 70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9" name="Freihandform: Form 71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0" name="Freihandform: Form 72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1" name="Freihandform: Form 73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2" name="Freihandform: Form 74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73" name="Freihandform: Form 45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4" name="Freihandform: Form 46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5" name="Freihandform: Form 49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76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877" name="Freihandform: Form 67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8" name="Freihandform: Form 68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79" name="Freihandform: Form 51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80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881" name="Freihandform: Form 65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2" name="Freihandform: Form 66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883" name="Freihandform: Form 53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4" name="Freihandform: Form 58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5" name="Freihandform: Form 59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886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887" name="Freihandform: Form 61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8" name="Freihandform: Form 62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9" name="Freihandform: Form 63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0" name="Freihandform: Form 64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zw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89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89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89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89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89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0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0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90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1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1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91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1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1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91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22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2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24" name="PlaceHolder 2"/>
          <p:cNvSpPr>
            <a:spLocks noGrp="1"/>
          </p:cNvSpPr>
          <p:nvPr>
            <p:ph type="ftr" idx="35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5" name="PlaceHolder 3"/>
          <p:cNvSpPr>
            <a:spLocks noGrp="1"/>
          </p:cNvSpPr>
          <p:nvPr>
            <p:ph type="sldNum" idx="36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01BE633-215C-49DB-B9C9-1C46357529D4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6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454320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27" name="PlaceHolder 5"/>
          <p:cNvSpPr>
            <a:spLocks noGrp="1"/>
          </p:cNvSpPr>
          <p:nvPr>
            <p:ph type="body" hasCustomPrompt="1"/>
          </p:nvPr>
        </p:nvSpPr>
        <p:spPr>
          <a:xfrm>
            <a:off x="4599360" y="1422360"/>
            <a:ext cx="454320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28" name="PlaceHolder 6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drei Bil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9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93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33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34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935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936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7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8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9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0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1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42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3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4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45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946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7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48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49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950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1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52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3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4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55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956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7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8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9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60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6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62" name="PlaceHolder 2"/>
          <p:cNvSpPr>
            <a:spLocks noGrp="1"/>
          </p:cNvSpPr>
          <p:nvPr>
            <p:ph type="ftr" idx="37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3" name="PlaceHolder 3"/>
          <p:cNvSpPr>
            <a:spLocks noGrp="1"/>
          </p:cNvSpPr>
          <p:nvPr>
            <p:ph type="sldNum" idx="38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35035C7A-9973-4CD4-9A87-2AB0412A64E9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64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297756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65" name="PlaceHolder 5"/>
          <p:cNvSpPr>
            <a:spLocks noGrp="1"/>
          </p:cNvSpPr>
          <p:nvPr>
            <p:ph type="body" hasCustomPrompt="1"/>
          </p:nvPr>
        </p:nvSpPr>
        <p:spPr>
          <a:xfrm>
            <a:off x="3032640" y="1422360"/>
            <a:ext cx="307764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66" name="PlaceHolder 6"/>
          <p:cNvSpPr>
            <a:spLocks noGrp="1"/>
          </p:cNvSpPr>
          <p:nvPr>
            <p:ph type="body" hasCustomPrompt="1"/>
          </p:nvPr>
        </p:nvSpPr>
        <p:spPr>
          <a:xfrm>
            <a:off x="6165000" y="1422360"/>
            <a:ext cx="297756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967" name="PlaceHolder 7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Überschrift + Bild groß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8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969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0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1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972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973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974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975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6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7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8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9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0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81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2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83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84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985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6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87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88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989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0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991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2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93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994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995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6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7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8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999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0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01" name="PlaceHolder 2"/>
          <p:cNvSpPr>
            <a:spLocks noGrp="1"/>
          </p:cNvSpPr>
          <p:nvPr>
            <p:ph type="ftr" idx="39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2" name="PlaceHolder 3"/>
          <p:cNvSpPr>
            <a:spLocks noGrp="1"/>
          </p:cNvSpPr>
          <p:nvPr>
            <p:ph type="sldNum" idx="40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CA20926-DBDB-48ED-91E1-7EA7D77AD619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3" name="PlaceHolder 4"/>
          <p:cNvSpPr>
            <a:spLocks noGrp="1"/>
          </p:cNvSpPr>
          <p:nvPr>
            <p:ph type="body" hasCustomPrompt="1"/>
          </p:nvPr>
        </p:nvSpPr>
        <p:spPr>
          <a:xfrm>
            <a:off x="0" y="1422360"/>
            <a:ext cx="914256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04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8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5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006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7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08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09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10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011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012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3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4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5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6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7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18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19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0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21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022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3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24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25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026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7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28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9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30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31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032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3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4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5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36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3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38" name="PlaceHolder 2"/>
          <p:cNvSpPr>
            <a:spLocks noGrp="1"/>
          </p:cNvSpPr>
          <p:nvPr>
            <p:ph type="ftr" idx="41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9" name="PlaceHolder 3"/>
          <p:cNvSpPr>
            <a:spLocks noGrp="1"/>
          </p:cNvSpPr>
          <p:nvPr>
            <p:ph type="sldNum" idx="42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2707F21-69F1-466B-BF6A-50FFC7CF3C5F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+ Untertitel, gross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0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041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2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43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44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45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046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047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8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9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0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1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2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53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4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5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56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057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8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59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60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061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2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63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4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5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66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067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8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9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0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071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7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073" name="PlaceHolder 2"/>
          <p:cNvSpPr>
            <a:spLocks noGrp="1"/>
          </p:cNvSpPr>
          <p:nvPr>
            <p:ph type="ftr" idx="43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4" name="PlaceHolder 3"/>
          <p:cNvSpPr>
            <a:spLocks noGrp="1"/>
          </p:cNvSpPr>
          <p:nvPr>
            <p:ph type="sldNum" idx="44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08317DA9-6368-45A8-A5A5-24E937636C0B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5" name="PlaceHolder 4"/>
          <p:cNvSpPr>
            <a:spLocks noGrp="1"/>
          </p:cNvSpPr>
          <p:nvPr>
            <p:ph type="body"/>
          </p:nvPr>
        </p:nvSpPr>
        <p:spPr>
          <a:xfrm>
            <a:off x="521640" y="1545840"/>
            <a:ext cx="8099640" cy="331020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0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76" name="PlaceHolder 5"/>
          <p:cNvSpPr>
            <a:spLocks noGrp="1"/>
          </p:cNvSpPr>
          <p:nvPr>
            <p:ph type="body"/>
          </p:nvPr>
        </p:nvSpPr>
        <p:spPr>
          <a:xfrm>
            <a:off x="521640" y="1088280"/>
            <a:ext cx="8099640" cy="32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GB" sz="24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7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078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9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0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081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082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083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084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5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6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7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8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9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90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1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2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93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094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5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96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97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098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9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00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1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2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03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104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5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6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7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08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09" name="PlaceHolder 1"/>
          <p:cNvSpPr>
            <a:spLocks noGrp="1"/>
          </p:cNvSpPr>
          <p:nvPr>
            <p:ph type="ftr" idx="45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10" name="PlaceHolder 2"/>
          <p:cNvSpPr>
            <a:spLocks noGrp="1"/>
          </p:cNvSpPr>
          <p:nvPr>
            <p:ph type="sldNum" idx="46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34935FCC-18E1-40C4-A50F-31444B1FA32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1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112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3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4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15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1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11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118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9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0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1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2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3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24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5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6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2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128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9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30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3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132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3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34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5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6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3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138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9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0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1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42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143" name="Gruppieren 49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144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5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6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47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8280" cy="91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148" name="Grafik 11"/>
          <p:cNvSpPr/>
          <p:nvPr/>
        </p:nvSpPr>
        <p:spPr>
          <a:xfrm>
            <a:off x="0" y="0"/>
            <a:ext cx="3730680" cy="4913640"/>
          </a:xfrm>
          <a:custGeom>
            <a:avLst/>
            <a:gdLst>
              <a:gd name="textAreaLeft" fmla="*/ 0 w 3730680"/>
              <a:gd name="textAreaRight" fmla="*/ 3732120 w 3730680"/>
              <a:gd name="textAreaTop" fmla="*/ 0 h 4913640"/>
              <a:gd name="textAreaBottom" fmla="*/ 4915080 h 4913640"/>
              <a:gd name="GluePoint1X" fmla="*/ 0 w 5015880"/>
              <a:gd name="GluePoint1Y" fmla="*/ 0 h 6597650"/>
              <a:gd name="GluePoint2X" fmla="*/ 5015880 w 5015880"/>
              <a:gd name="GluePoint2Y" fmla="*/ 0 h 6597650"/>
              <a:gd name="GluePoint3X" fmla="*/ 5015880 w 5015880"/>
              <a:gd name="GluePoint3Y" fmla="*/ 6597650 h 6597650"/>
              <a:gd name="GluePoint4X" fmla="*/ 0 w 5015880"/>
              <a:gd name="GluePoint4Y" fmla="*/ 6597650 h 659765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</a:cxnLst>
            <a:rect l="textAreaLeft" t="textAreaTop" r="textAreaRight" b="textAreaBottom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PlaceHolder 2"/>
          <p:cNvSpPr>
            <a:spLocks noGrp="1"/>
          </p:cNvSpPr>
          <p:nvPr>
            <p:ph type="ftr" idx="47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0" name="PlaceHolder 3"/>
          <p:cNvSpPr>
            <a:spLocks noGrp="1"/>
          </p:cNvSpPr>
          <p:nvPr>
            <p:ph type="sldNum" idx="48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72DE4BE7-306F-4E62-B1AE-5843B66C5CA5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151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152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153" name="Freihandform: Form 65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4" name="Freihandform: Form 66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5" name="Freihandform: Form 67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6" name="Freihandform: Form 68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7" name="Freihandform: Form 69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8" name="Freihandform: Form 70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59" name="Freihandform: Form 43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0" name="Freihandform: Form 44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1" name="Freihandform: Form 45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62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163" name="Freihandform: Form 63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4" name="Freihandform: Form 64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65" name="Freihandform: Form 47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66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167" name="Freihandform: Form 61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8" name="Freihandform: Form 62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69" name="Freihandform: Form 53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0" name="Freihandform: Form 54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1" name="Freihandform: Form 55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72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173" name="Freihandform: Form 57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4" name="Freihandform: Form 58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5" name="Freihandform: Form 59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6" name="Freihandform: Form 60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iteltrenner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7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178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9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0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181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182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183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184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5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6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7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8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9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90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1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2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93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194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5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196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197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198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9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00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1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2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03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204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5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6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7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08" name="Freihandform: Form 44" hidden="1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1209" name="Gruppieren 49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21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13" name="PlaceHolder 1"/>
          <p:cNvSpPr>
            <a:spLocks noGrp="1"/>
          </p:cNvSpPr>
          <p:nvPr>
            <p:ph type="title"/>
          </p:nvPr>
        </p:nvSpPr>
        <p:spPr>
          <a:xfrm>
            <a:off x="3843000" y="3034440"/>
            <a:ext cx="4778280" cy="91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14" name="PlaceHolder 2"/>
          <p:cNvSpPr>
            <a:spLocks noGrp="1"/>
          </p:cNvSpPr>
          <p:nvPr>
            <p:ph type="ftr" idx="49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5" name="PlaceHolder 3"/>
          <p:cNvSpPr>
            <a:spLocks noGrp="1"/>
          </p:cNvSpPr>
          <p:nvPr>
            <p:ph type="sldNum" idx="50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EB12AF8C-3CE4-4FDC-BB26-8650BF92DC64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216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217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218" name="Freihandform: Form 65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9" name="Freihandform: Form 66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0" name="Freihandform: Form 67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1" name="Freihandform: Form 68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2" name="Freihandform: Form 69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3" name="Freihandform: Form 70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24" name="Freihandform: Form 43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5" name="Freihandform: Form 44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6" name="Freihandform: Form 45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27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228" name="Freihandform: Form 63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9" name="Freihandform: Form 64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30" name="Freihandform: Form 47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31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232" name="Freihandform: Form 61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3" name="Freihandform: Form 62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34" name="Freihandform: Form 53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5" name="Freihandform: Form 54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6" name="Freihandform: Form 55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37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238" name="Freihandform: Form 57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9" name="Freihandform: Form 58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0" name="Freihandform: Form 59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1" name="Freihandform: Form 60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sverzeichnis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2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243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4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5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46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47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248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249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0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1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2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3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4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55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6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7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58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259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0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61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62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263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4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65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6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7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68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269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0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1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2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273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74" name="PlaceHolder 1"/>
          <p:cNvSpPr>
            <a:spLocks noGrp="1"/>
          </p:cNvSpPr>
          <p:nvPr>
            <p:ph type="title" hasCustomPrompt="1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Inhaltsverzeichnis (Text bearbeiten)</a:t>
            </a:r>
            <a:endParaRPr lang="de-DE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275" name="PlaceHolder 2"/>
          <p:cNvSpPr>
            <a:spLocks noGrp="1"/>
          </p:cNvSpPr>
          <p:nvPr>
            <p:ph type="sldNum" idx="51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26025C2F-1A0A-4FD1-8418-74AD2CC9129D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6" name="PlaceHolder 3"/>
          <p:cNvSpPr>
            <a:spLocks noGrp="1"/>
          </p:cNvSpPr>
          <p:nvPr>
            <p:ph type="ftr" idx="52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7" name="PlaceHolder 4"/>
          <p:cNvSpPr>
            <a:spLocks noGrp="1"/>
          </p:cNvSpPr>
          <p:nvPr>
            <p:ph type="body" hasCustomPrompt="1"/>
          </p:nvPr>
        </p:nvSpPr>
        <p:spPr>
          <a:xfrm>
            <a:off x="5488200" y="1422360"/>
            <a:ext cx="3654360" cy="34909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txBody>
          <a:bodyPr lIns="0" tIns="540000" rIns="0" bIns="0" anchor="t">
            <a:noAutofit/>
          </a:bodyPr>
          <a:lstStyle>
            <a:lvl1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</a:lstStyle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Inhaltsplatzhalter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8108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78" name="PlaceHolder 5"/>
          <p:cNvSpPr>
            <a:spLocks noGrp="1"/>
          </p:cNvSpPr>
          <p:nvPr>
            <p:ph type="body"/>
          </p:nvPr>
        </p:nvSpPr>
        <p:spPr>
          <a:xfrm>
            <a:off x="521640" y="1422360"/>
            <a:ext cx="4584960" cy="349092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95200" indent="-295200" algn="l" defTabSz="914400">
              <a:lnSpc>
                <a:spcPct val="90000"/>
              </a:lnSpc>
              <a:spcBef>
                <a:spcPts val="1199"/>
              </a:spcBef>
              <a:buClr>
                <a:srgbClr val="006AB3"/>
              </a:buClr>
              <a:buFont typeface="Arial"/>
              <a:buAutoNum type="arabicPeriod"/>
              <a:tabLst>
                <a:tab pos="0" algn="l"/>
              </a:tabLst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el +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9" name="Gruppieren 6"/>
          <p:cNvGrpSpPr/>
          <p:nvPr/>
        </p:nvGrpSpPr>
        <p:grpSpPr>
          <a:xfrm>
            <a:off x="-5040" y="4950720"/>
            <a:ext cx="9147600" cy="196560"/>
            <a:chOff x="-5040" y="4950720"/>
            <a:chExt cx="9147600" cy="196560"/>
          </a:xfrm>
        </p:grpSpPr>
        <p:sp>
          <p:nvSpPr>
            <p:cNvPr id="1280" name="bk object 18"/>
            <p:cNvSpPr/>
            <p:nvPr/>
          </p:nvSpPr>
          <p:spPr>
            <a:xfrm>
              <a:off x="-5040" y="4950720"/>
              <a:ext cx="483480" cy="196560"/>
            </a:xfrm>
            <a:custGeom>
              <a:avLst/>
              <a:gdLst>
                <a:gd name="textAreaLeft" fmla="*/ 0 w 483480"/>
                <a:gd name="textAreaRight" fmla="*/ 484920 w 48348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1" name="bk object 18"/>
            <p:cNvSpPr/>
            <p:nvPr/>
          </p:nvSpPr>
          <p:spPr>
            <a:xfrm>
              <a:off x="522360" y="4950720"/>
              <a:ext cx="8620200" cy="196560"/>
            </a:xfrm>
            <a:custGeom>
              <a:avLst/>
              <a:gdLst>
                <a:gd name="textAreaLeft" fmla="*/ 0 w 8620200"/>
                <a:gd name="textAreaRight" fmla="*/ 8621640 w 8620200"/>
                <a:gd name="textAreaTop" fmla="*/ 0 h 196560"/>
                <a:gd name="textAreaBottom" fmla="*/ 198000 h 196560"/>
              </a:gdLst>
              <a:ahLst/>
              <a:cxnLst/>
              <a:rect l="textAreaLeft" t="textAreaTop" r="textAreaRight" b="textAreaBottom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2" name="Holder 3"/>
            <p:cNvSpPr/>
            <p:nvPr/>
          </p:nvSpPr>
          <p:spPr>
            <a:xfrm>
              <a:off x="8194680" y="4966200"/>
              <a:ext cx="448200" cy="166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ctr">
              <a:noAutofit/>
            </a:bodyPr>
            <a:p>
              <a:pPr marL="12600" defTabSz="686160">
                <a:lnSpc>
                  <a:spcPct val="100000"/>
                </a:lnSpc>
                <a:spcBef>
                  <a:spcPts val="6"/>
                </a:spcBef>
              </a:pPr>
              <a:r>
                <a:rPr lang="de-DE" sz="1000" b="1" u="none" spc="11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hhu.de</a:t>
              </a:r>
              <a:endParaRPr lang="de-DE" sz="1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283" name="Gerader Verbinder 11"/>
          <p:cNvCxnSpPr/>
          <p:nvPr/>
        </p:nvCxnSpPr>
        <p:spPr>
          <a:xfrm>
            <a:off x="521280" y="974520"/>
            <a:ext cx="6833520" cy="1440"/>
          </a:xfrm>
          <a:prstGeom prst="straightConnector1">
            <a:avLst/>
          </a:prstGeom>
          <a:ln w="19050">
            <a:solidFill>
              <a:srgbClr val="CCDDE7"/>
            </a:solidFill>
            <a:round/>
          </a:ln>
        </p:spPr>
      </p:cxnSp>
      <p:grpSp>
        <p:nvGrpSpPr>
          <p:cNvPr id="1284" name="Grafik 9"/>
          <p:cNvGrpSpPr/>
          <p:nvPr/>
        </p:nvGrpSpPr>
        <p:grpSpPr>
          <a:xfrm>
            <a:off x="7741440" y="394200"/>
            <a:ext cx="1048680" cy="619560"/>
            <a:chOff x="7741440" y="394200"/>
            <a:chExt cx="1048680" cy="619560"/>
          </a:xfrm>
        </p:grpSpPr>
        <p:grpSp>
          <p:nvGrpSpPr>
            <p:cNvPr id="1285" name="Grafik 9"/>
            <p:cNvGrpSpPr/>
            <p:nvPr/>
          </p:nvGrpSpPr>
          <p:grpSpPr>
            <a:xfrm>
              <a:off x="7741440" y="394200"/>
              <a:ext cx="883440" cy="430920"/>
              <a:chOff x="7741440" y="394200"/>
              <a:chExt cx="883440" cy="430920"/>
            </a:xfrm>
          </p:grpSpPr>
          <p:sp>
            <p:nvSpPr>
              <p:cNvPr id="1286" name="Freihandform: Form 20"/>
              <p:cNvSpPr/>
              <p:nvPr/>
            </p:nvSpPr>
            <p:spPr>
              <a:xfrm>
                <a:off x="8358120" y="480600"/>
                <a:ext cx="266760" cy="26712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267120"/>
                  <a:gd name="textAreaBottom" fmla="*/ 268560 h 267120"/>
                  <a:gd name="GluePoint1X" fmla="*/ 358113 w 357629"/>
                  <a:gd name="GluePoint1Y" fmla="*/ 0 h 357629"/>
                  <a:gd name="GluePoint2X" fmla="*/ 358113 w 357629"/>
                  <a:gd name="GluePoint2Y" fmla="*/ 179540 h 357629"/>
                  <a:gd name="GluePoint3X" fmla="*/ 179057 w 357629"/>
                  <a:gd name="GluePoint3Y" fmla="*/ 359080 h 357629"/>
                  <a:gd name="GluePoint4X" fmla="*/ 0 w 357629"/>
                  <a:gd name="GluePoint4Y" fmla="*/ 179540 h 357629"/>
                  <a:gd name="GluePoint5X" fmla="*/ 0 w 357629"/>
                  <a:gd name="GluePoint5Y" fmla="*/ 0 h 357629"/>
                  <a:gd name="GluePoint6X" fmla="*/ 90857 w 357629"/>
                  <a:gd name="GluePoint6Y" fmla="*/ 0 h 357629"/>
                  <a:gd name="GluePoint7X" fmla="*/ 90857 w 357629"/>
                  <a:gd name="GluePoint7Y" fmla="*/ 171807 h 357629"/>
                  <a:gd name="GluePoint8X" fmla="*/ 179057 w 357629"/>
                  <a:gd name="GluePoint8Y" fmla="*/ 265323 h 357629"/>
                  <a:gd name="GluePoint9X" fmla="*/ 267256 w 357629"/>
                  <a:gd name="GluePoint9Y" fmla="*/ 171807 h 357629"/>
                  <a:gd name="GluePoint10X" fmla="*/ 267256 w 357629"/>
                  <a:gd name="GluePoint10Y" fmla="*/ 0 h 357629"/>
                  <a:gd name="GluePoint11X" fmla="*/ 358113 w 357629"/>
                  <a:gd name="GluePoint11Y" fmla="*/ 0 h 357629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</a:cxnLst>
                <a:rect l="textAreaLeft" t="textAreaTop" r="textAreaRight" b="textAreaBottom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7" name="Freihandform: Form 21"/>
              <p:cNvSpPr/>
              <p:nvPr/>
            </p:nvSpPr>
            <p:spPr>
              <a:xfrm>
                <a:off x="774144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8" name="Freihandform: Form 22"/>
              <p:cNvSpPr/>
              <p:nvPr/>
            </p:nvSpPr>
            <p:spPr>
              <a:xfrm>
                <a:off x="8050680" y="394200"/>
                <a:ext cx="266760" cy="347040"/>
              </a:xfrm>
              <a:custGeom>
                <a:avLst/>
                <a:gdLst>
                  <a:gd name="textAreaLeft" fmla="*/ 0 w 266760"/>
                  <a:gd name="textAreaRight" fmla="*/ 268200 w 266760"/>
                  <a:gd name="textAreaTop" fmla="*/ 0 h 347040"/>
                  <a:gd name="textAreaBottom" fmla="*/ 348480 h 347040"/>
                  <a:gd name="GluePoint1X" fmla="*/ 90857 w 357629"/>
                  <a:gd name="GluePoint1Y" fmla="*/ 464435 h 463952"/>
                  <a:gd name="GluePoint2X" fmla="*/ 0 w 357629"/>
                  <a:gd name="GluePoint2Y" fmla="*/ 464435 h 463952"/>
                  <a:gd name="GluePoint3X" fmla="*/ 0 w 357629"/>
                  <a:gd name="GluePoint3Y" fmla="*/ 0 h 463952"/>
                  <a:gd name="GluePoint4X" fmla="*/ 90857 w 357629"/>
                  <a:gd name="GluePoint4Y" fmla="*/ 0 h 463952"/>
                  <a:gd name="GluePoint5X" fmla="*/ 90857 w 357629"/>
                  <a:gd name="GluePoint5Y" fmla="*/ 127345 h 463952"/>
                  <a:gd name="GluePoint6X" fmla="*/ 179298 w 357629"/>
                  <a:gd name="GluePoint6Y" fmla="*/ 105597 h 463952"/>
                  <a:gd name="GluePoint7X" fmla="*/ 358355 w 357629"/>
                  <a:gd name="GluePoint7Y" fmla="*/ 285137 h 463952"/>
                  <a:gd name="GluePoint8X" fmla="*/ 358355 w 357629"/>
                  <a:gd name="GluePoint8Y" fmla="*/ 464677 h 463952"/>
                  <a:gd name="GluePoint9X" fmla="*/ 267497 w 357629"/>
                  <a:gd name="GluePoint9Y" fmla="*/ 464677 h 463952"/>
                  <a:gd name="GluePoint10X" fmla="*/ 267497 w 357629"/>
                  <a:gd name="GluePoint10Y" fmla="*/ 292870 h 463952"/>
                  <a:gd name="GluePoint11X" fmla="*/ 179298 w 357629"/>
                  <a:gd name="GluePoint11Y" fmla="*/ 199354 h 463952"/>
                  <a:gd name="GluePoint12X" fmla="*/ 91099 w 357629"/>
                  <a:gd name="GluePoint12Y" fmla="*/ 292870 h 463952"/>
                  <a:gd name="GluePoint13X" fmla="*/ 91099 w 357629"/>
                  <a:gd name="GluePoint13Y" fmla="*/ 464435 h 46395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</a:cxnLst>
                <a:rect l="textAreaLeft" t="textAreaTop" r="textAreaRight" b="textAreaBottom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45000" rIns="9000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9" name="Freihandform: Form 23"/>
              <p:cNvSpPr/>
              <p:nvPr/>
            </p:nvSpPr>
            <p:spPr>
              <a:xfrm>
                <a:off x="784800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0" name="Freihandform: Form 24"/>
              <p:cNvSpPr/>
              <p:nvPr/>
            </p:nvSpPr>
            <p:spPr>
              <a:xfrm>
                <a:off x="795816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1" name="Freihandform: Form 25"/>
              <p:cNvSpPr/>
              <p:nvPr/>
            </p:nvSpPr>
            <p:spPr>
              <a:xfrm>
                <a:off x="8212320" y="817560"/>
                <a:ext cx="7560" cy="7560"/>
              </a:xfrm>
              <a:custGeom>
                <a:avLst/>
                <a:gdLst>
                  <a:gd name="textAreaLeft" fmla="*/ 0 w 7560"/>
                  <a:gd name="textAreaRight" fmla="*/ 9000 w 7560"/>
                  <a:gd name="textAreaTop" fmla="*/ 0 h 7560"/>
                  <a:gd name="textAreaBottom" fmla="*/ 9000 h 7560"/>
                  <a:gd name="GluePoint1X" fmla="*/ 10874 w 12082"/>
                  <a:gd name="GluePoint1Y" fmla="*/ 1933 h 12082"/>
                  <a:gd name="GluePoint2X" fmla="*/ 6524 w 12082"/>
                  <a:gd name="GluePoint2Y" fmla="*/ 0 h 12082"/>
                  <a:gd name="GluePoint3X" fmla="*/ 1933 w 12082"/>
                  <a:gd name="GluePoint3Y" fmla="*/ 1933 h 12082"/>
                  <a:gd name="GluePoint4X" fmla="*/ 0 w 12082"/>
                  <a:gd name="GluePoint4Y" fmla="*/ 6283 h 12082"/>
                  <a:gd name="GluePoint5X" fmla="*/ 1933 w 12082"/>
                  <a:gd name="GluePoint5Y" fmla="*/ 10632 h 12082"/>
                  <a:gd name="GluePoint6X" fmla="*/ 6524 w 12082"/>
                  <a:gd name="GluePoint6Y" fmla="*/ 12565 h 12082"/>
                  <a:gd name="GluePoint7X" fmla="*/ 10874 w 12082"/>
                  <a:gd name="GluePoint7Y" fmla="*/ 10632 h 12082"/>
                  <a:gd name="GluePoint8X" fmla="*/ 12807 w 12082"/>
                  <a:gd name="GluePoint8Y" fmla="*/ 6283 h 12082"/>
                  <a:gd name="GluePoint9X" fmla="*/ 10874 w 12082"/>
                  <a:gd name="GluePoint9Y" fmla="*/ 1933 h 1208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</a:cxnLst>
                <a:rect l="textAreaLeft" t="textAreaTop" r="textAreaRight" b="textAreaBottom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3960" tIns="-36000" rIns="3960" bIns="-36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2" name="Freihandform: Form 26"/>
            <p:cNvSpPr/>
            <p:nvPr/>
          </p:nvSpPr>
          <p:spPr>
            <a:xfrm>
              <a:off x="774144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49053 w 57994"/>
                <a:gd name="GluePoint1Y" fmla="*/ 0 h 77325"/>
                <a:gd name="GluePoint2X" fmla="*/ 49053 w 57994"/>
                <a:gd name="GluePoint2Y" fmla="*/ 34071 h 77325"/>
                <a:gd name="GluePoint3X" fmla="*/ 10149 w 57994"/>
                <a:gd name="GluePoint3Y" fmla="*/ 34071 h 77325"/>
                <a:gd name="GluePoint4X" fmla="*/ 10149 w 57994"/>
                <a:gd name="GluePoint4Y" fmla="*/ 0 h 77325"/>
                <a:gd name="GluePoint5X" fmla="*/ 0 w 57994"/>
                <a:gd name="GluePoint5Y" fmla="*/ 0 h 77325"/>
                <a:gd name="GluePoint6X" fmla="*/ 0 w 57994"/>
                <a:gd name="GluePoint6Y" fmla="*/ 78292 h 77325"/>
                <a:gd name="GluePoint7X" fmla="*/ 10149 w 57994"/>
                <a:gd name="GluePoint7Y" fmla="*/ 78292 h 77325"/>
                <a:gd name="GluePoint8X" fmla="*/ 10149 w 57994"/>
                <a:gd name="GluePoint8Y" fmla="*/ 40837 h 77325"/>
                <a:gd name="GluePoint9X" fmla="*/ 49053 w 57994"/>
                <a:gd name="GluePoint9Y" fmla="*/ 40837 h 77325"/>
                <a:gd name="GluePoint10X" fmla="*/ 49053 w 57994"/>
                <a:gd name="GluePoint10Y" fmla="*/ 78292 h 77325"/>
                <a:gd name="GluePoint11X" fmla="*/ 58961 w 57994"/>
                <a:gd name="GluePoint11Y" fmla="*/ 78292 h 77325"/>
                <a:gd name="GluePoint12X" fmla="*/ 58961 w 57994"/>
                <a:gd name="GluePoint12Y" fmla="*/ 0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3" name="Freihandform: Form 27"/>
            <p:cNvSpPr/>
            <p:nvPr/>
          </p:nvSpPr>
          <p:spPr>
            <a:xfrm>
              <a:off x="779976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6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4" name="Freihandform: Form 28"/>
            <p:cNvSpPr/>
            <p:nvPr/>
          </p:nvSpPr>
          <p:spPr>
            <a:xfrm>
              <a:off x="784908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5" name="Grafik 9"/>
            <p:cNvGrpSpPr/>
            <p:nvPr/>
          </p:nvGrpSpPr>
          <p:grpSpPr>
            <a:xfrm>
              <a:off x="7872120" y="834120"/>
              <a:ext cx="73800" cy="40320"/>
              <a:chOff x="7872120" y="834120"/>
              <a:chExt cx="73800" cy="40320"/>
            </a:xfrm>
          </p:grpSpPr>
          <p:sp>
            <p:nvSpPr>
              <p:cNvPr id="1296" name="Freihandform: Form 30"/>
              <p:cNvSpPr/>
              <p:nvPr/>
            </p:nvSpPr>
            <p:spPr>
              <a:xfrm>
                <a:off x="787212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7" name="Freihandform: Form 31"/>
              <p:cNvSpPr/>
              <p:nvPr/>
            </p:nvSpPr>
            <p:spPr>
              <a:xfrm>
                <a:off x="7922160" y="834120"/>
                <a:ext cx="23760" cy="40320"/>
              </a:xfrm>
              <a:custGeom>
                <a:avLst/>
                <a:gdLst>
                  <a:gd name="textAreaLeft" fmla="*/ 0 w 23760"/>
                  <a:gd name="textAreaRight" fmla="*/ 25200 w 23760"/>
                  <a:gd name="textAreaTop" fmla="*/ 0 h 40320"/>
                  <a:gd name="textAreaBottom" fmla="*/ 41760 h 40320"/>
                  <a:gd name="GluePoint1X" fmla="*/ 1208 w 33829"/>
                  <a:gd name="GluePoint1Y" fmla="*/ 56544 h 55577"/>
                  <a:gd name="GluePoint2X" fmla="*/ 10632 w 33829"/>
                  <a:gd name="GluePoint2Y" fmla="*/ 56544 h 55577"/>
                  <a:gd name="GluePoint3X" fmla="*/ 10632 w 33829"/>
                  <a:gd name="GluePoint3Y" fmla="*/ 29964 h 55577"/>
                  <a:gd name="GluePoint4X" fmla="*/ 10874 w 33829"/>
                  <a:gd name="GluePoint4Y" fmla="*/ 24406 h 55577"/>
                  <a:gd name="GluePoint5X" fmla="*/ 11599 w 33829"/>
                  <a:gd name="GluePoint5Y" fmla="*/ 19090 h 55577"/>
                  <a:gd name="GluePoint6X" fmla="*/ 15707 w 33829"/>
                  <a:gd name="GluePoint6Y" fmla="*/ 10391 h 55577"/>
                  <a:gd name="GluePoint7X" fmla="*/ 21748 w 33829"/>
                  <a:gd name="GluePoint7Y" fmla="*/ 7008 h 55577"/>
                  <a:gd name="GluePoint8X" fmla="*/ 27789 w 33829"/>
                  <a:gd name="GluePoint8Y" fmla="*/ 13049 h 55577"/>
                  <a:gd name="GluePoint9X" fmla="*/ 36005 w 33829"/>
                  <a:gd name="GluePoint9Y" fmla="*/ 10149 h 55577"/>
                  <a:gd name="GluePoint10X" fmla="*/ 34796 w 33829"/>
                  <a:gd name="GluePoint10Y" fmla="*/ 5316 h 55577"/>
                  <a:gd name="GluePoint11X" fmla="*/ 32380 w 33829"/>
                  <a:gd name="GluePoint11Y" fmla="*/ 2175 h 55577"/>
                  <a:gd name="GluePoint12X" fmla="*/ 28997 w 33829"/>
                  <a:gd name="GluePoint12Y" fmla="*/ 483 h 55577"/>
                  <a:gd name="GluePoint13X" fmla="*/ 25614 w 33829"/>
                  <a:gd name="GluePoint13Y" fmla="*/ 0 h 55577"/>
                  <a:gd name="GluePoint14X" fmla="*/ 16915 w 33829"/>
                  <a:gd name="GluePoint14Y" fmla="*/ 2658 h 55577"/>
                  <a:gd name="GluePoint15X" fmla="*/ 10632 w 33829"/>
                  <a:gd name="GluePoint15Y" fmla="*/ 10149 h 55577"/>
                  <a:gd name="GluePoint16X" fmla="*/ 9424 w 33829"/>
                  <a:gd name="GluePoint16Y" fmla="*/ 483 h 55577"/>
                  <a:gd name="GluePoint17X" fmla="*/ 0 w 33829"/>
                  <a:gd name="GluePoint17Y" fmla="*/ 1450 h 55577"/>
                  <a:gd name="GluePoint18X" fmla="*/ 242 w 33829"/>
                  <a:gd name="GluePoint18Y" fmla="*/ 3625 h 55577"/>
                  <a:gd name="GluePoint19X" fmla="*/ 725 w 33829"/>
                  <a:gd name="GluePoint19Y" fmla="*/ 7249 h 55577"/>
                  <a:gd name="GluePoint20X" fmla="*/ 967 w 33829"/>
                  <a:gd name="GluePoint20Y" fmla="*/ 11357 h 55577"/>
                  <a:gd name="GluePoint21X" fmla="*/ 1208 w 33829"/>
                  <a:gd name="GluePoint21Y" fmla="*/ 15465 h 55577"/>
                  <a:gd name="GluePoint22X" fmla="*/ 1208 w 33829"/>
                  <a:gd name="GluePoint22Y" fmla="*/ 56544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</a:cxnLst>
                <a:rect l="textAreaLeft" t="textAreaTop" r="textAreaRight" b="textAreaBottom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1880" tIns="-3240" rIns="1188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298" name="Freihandform: Form 32"/>
            <p:cNvSpPr/>
            <p:nvPr/>
          </p:nvSpPr>
          <p:spPr>
            <a:xfrm>
              <a:off x="795924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299" name="Grafik 9"/>
            <p:cNvGrpSpPr/>
            <p:nvPr/>
          </p:nvGrpSpPr>
          <p:grpSpPr>
            <a:xfrm>
              <a:off x="7979760" y="812160"/>
              <a:ext cx="77760" cy="64080"/>
              <a:chOff x="7979760" y="812160"/>
              <a:chExt cx="77760" cy="64080"/>
            </a:xfrm>
          </p:grpSpPr>
          <p:sp>
            <p:nvSpPr>
              <p:cNvPr id="1300" name="Freihandform: Form 34"/>
              <p:cNvSpPr/>
              <p:nvPr/>
            </p:nvSpPr>
            <p:spPr>
              <a:xfrm>
                <a:off x="7979760" y="834120"/>
                <a:ext cx="33120" cy="421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2120"/>
                  <a:gd name="textAreaBottom" fmla="*/ 43560 h 42120"/>
                  <a:gd name="GluePoint1X" fmla="*/ 41804 w 45911"/>
                  <a:gd name="GluePoint1Y" fmla="*/ 44462 h 57994"/>
                  <a:gd name="GluePoint2X" fmla="*/ 33830 w 45911"/>
                  <a:gd name="GluePoint2Y" fmla="*/ 50261 h 57994"/>
                  <a:gd name="GluePoint3X" fmla="*/ 26581 w 45911"/>
                  <a:gd name="GluePoint3Y" fmla="*/ 51711 h 57994"/>
                  <a:gd name="GluePoint4X" fmla="*/ 18848 w 45911"/>
                  <a:gd name="GluePoint4Y" fmla="*/ 50020 h 57994"/>
                  <a:gd name="GluePoint5X" fmla="*/ 13774 w 45911"/>
                  <a:gd name="GluePoint5Y" fmla="*/ 45187 h 57994"/>
                  <a:gd name="GluePoint6X" fmla="*/ 11116 w 45911"/>
                  <a:gd name="GluePoint6Y" fmla="*/ 38179 h 57994"/>
                  <a:gd name="GluePoint7X" fmla="*/ 10391 w 45911"/>
                  <a:gd name="GluePoint7Y" fmla="*/ 30205 h 57994"/>
                  <a:gd name="GluePoint8X" fmla="*/ 11357 w 45911"/>
                  <a:gd name="GluePoint8Y" fmla="*/ 21748 h 57994"/>
                  <a:gd name="GluePoint9X" fmla="*/ 14257 w 45911"/>
                  <a:gd name="GluePoint9Y" fmla="*/ 14015 h 57994"/>
                  <a:gd name="GluePoint10X" fmla="*/ 19331 w 45911"/>
                  <a:gd name="GluePoint10Y" fmla="*/ 8457 h 57994"/>
                  <a:gd name="GluePoint11X" fmla="*/ 26822 w 45911"/>
                  <a:gd name="GluePoint11Y" fmla="*/ 6283 h 57994"/>
                  <a:gd name="GluePoint12X" fmla="*/ 34555 w 45911"/>
                  <a:gd name="GluePoint12Y" fmla="*/ 7733 h 57994"/>
                  <a:gd name="GluePoint13X" fmla="*/ 39629 w 45911"/>
                  <a:gd name="GluePoint13Y" fmla="*/ 11599 h 57994"/>
                  <a:gd name="GluePoint14X" fmla="*/ 44462 w 45911"/>
                  <a:gd name="GluePoint14Y" fmla="*/ 4350 h 57994"/>
                  <a:gd name="GluePoint15X" fmla="*/ 36488 w 45911"/>
                  <a:gd name="GluePoint15Y" fmla="*/ 967 h 57994"/>
                  <a:gd name="GluePoint16X" fmla="*/ 28030 w 45911"/>
                  <a:gd name="GluePoint16Y" fmla="*/ 0 h 57994"/>
                  <a:gd name="GluePoint17X" fmla="*/ 16432 w 45911"/>
                  <a:gd name="GluePoint17Y" fmla="*/ 2175 h 57994"/>
                  <a:gd name="GluePoint18X" fmla="*/ 7491 w 45911"/>
                  <a:gd name="GluePoint18Y" fmla="*/ 8216 h 57994"/>
                  <a:gd name="GluePoint19X" fmla="*/ 1933 w 45911"/>
                  <a:gd name="GluePoint19Y" fmla="*/ 17640 h 57994"/>
                  <a:gd name="GluePoint20X" fmla="*/ 0 w 45911"/>
                  <a:gd name="GluePoint20Y" fmla="*/ 29722 h 57994"/>
                  <a:gd name="GluePoint21X" fmla="*/ 7008 w 45911"/>
                  <a:gd name="GluePoint21Y" fmla="*/ 50986 h 57994"/>
                  <a:gd name="GluePoint22X" fmla="*/ 26581 w 45911"/>
                  <a:gd name="GluePoint22Y" fmla="*/ 58236 h 57994"/>
                  <a:gd name="GluePoint23X" fmla="*/ 31172 w 45911"/>
                  <a:gd name="GluePoint23Y" fmla="*/ 57752 h 57994"/>
                  <a:gd name="GluePoint24X" fmla="*/ 36246 w 45911"/>
                  <a:gd name="GluePoint24Y" fmla="*/ 56303 h 57994"/>
                  <a:gd name="GluePoint25X" fmla="*/ 41321 w 45911"/>
                  <a:gd name="GluePoint25Y" fmla="*/ 53403 h 57994"/>
                  <a:gd name="GluePoint26X" fmla="*/ 46154 w 45911"/>
                  <a:gd name="GluePoint26Y" fmla="*/ 48328 h 57994"/>
                  <a:gd name="GluePoint27X" fmla="*/ 41804 w 45911"/>
                  <a:gd name="GluePoint27Y" fmla="*/ 44462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</a:cxnLst>
                <a:rect l="textAreaLeft" t="textAreaTop" r="textAreaRight" b="textAreaBottom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1440" rIns="1656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1" name="Freihandform: Form 35"/>
              <p:cNvSpPr/>
              <p:nvPr/>
            </p:nvSpPr>
            <p:spPr>
              <a:xfrm>
                <a:off x="8024400" y="812160"/>
                <a:ext cx="33120" cy="619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61920"/>
                  <a:gd name="textAreaBottom" fmla="*/ 63360 h 61920"/>
                  <a:gd name="GluePoint1X" fmla="*/ 9907 w 45911"/>
                  <a:gd name="GluePoint1Y" fmla="*/ 0 h 84574"/>
                  <a:gd name="GluePoint2X" fmla="*/ 0 w 45911"/>
                  <a:gd name="GluePoint2Y" fmla="*/ 0 h 84574"/>
                  <a:gd name="GluePoint3X" fmla="*/ 0 w 45911"/>
                  <a:gd name="GluePoint3Y" fmla="*/ 86266 h 84574"/>
                  <a:gd name="GluePoint4X" fmla="*/ 9907 w 45911"/>
                  <a:gd name="GluePoint4Y" fmla="*/ 86266 h 84574"/>
                  <a:gd name="GluePoint5X" fmla="*/ 9907 w 45911"/>
                  <a:gd name="GluePoint5Y" fmla="*/ 55094 h 84574"/>
                  <a:gd name="GluePoint6X" fmla="*/ 11116 w 45911"/>
                  <a:gd name="GluePoint6Y" fmla="*/ 47845 h 84574"/>
                  <a:gd name="GluePoint7X" fmla="*/ 14499 w 45911"/>
                  <a:gd name="GluePoint7Y" fmla="*/ 42046 h 84574"/>
                  <a:gd name="GluePoint8X" fmla="*/ 19331 w 45911"/>
                  <a:gd name="GluePoint8Y" fmla="*/ 38179 h 84574"/>
                  <a:gd name="GluePoint9X" fmla="*/ 25614 w 45911"/>
                  <a:gd name="GluePoint9Y" fmla="*/ 36730 h 84574"/>
                  <a:gd name="GluePoint10X" fmla="*/ 31655 w 45911"/>
                  <a:gd name="GluePoint10Y" fmla="*/ 37696 h 84574"/>
                  <a:gd name="GluePoint11X" fmla="*/ 35280 w 45911"/>
                  <a:gd name="GluePoint11Y" fmla="*/ 40596 h 84574"/>
                  <a:gd name="GluePoint12X" fmla="*/ 36971 w 45911"/>
                  <a:gd name="GluePoint12Y" fmla="*/ 45187 h 84574"/>
                  <a:gd name="GluePoint13X" fmla="*/ 37454 w 45911"/>
                  <a:gd name="GluePoint13Y" fmla="*/ 51470 h 84574"/>
                  <a:gd name="GluePoint14X" fmla="*/ 37454 w 45911"/>
                  <a:gd name="GluePoint14Y" fmla="*/ 86024 h 84574"/>
                  <a:gd name="GluePoint15X" fmla="*/ 47362 w 45911"/>
                  <a:gd name="GluePoint15Y" fmla="*/ 86024 h 84574"/>
                  <a:gd name="GluePoint16X" fmla="*/ 47362 w 45911"/>
                  <a:gd name="GluePoint16Y" fmla="*/ 51470 h 84574"/>
                  <a:gd name="GluePoint17X" fmla="*/ 46879 w 45911"/>
                  <a:gd name="GluePoint17Y" fmla="*/ 43012 h 84574"/>
                  <a:gd name="GluePoint18X" fmla="*/ 44704 w 45911"/>
                  <a:gd name="GluePoint18Y" fmla="*/ 36005 h 84574"/>
                  <a:gd name="GluePoint19X" fmla="*/ 38904 w 45911"/>
                  <a:gd name="GluePoint19Y" fmla="*/ 31172 h 84574"/>
                  <a:gd name="GluePoint20X" fmla="*/ 28272 w 45911"/>
                  <a:gd name="GluePoint20Y" fmla="*/ 29239 h 84574"/>
                  <a:gd name="GluePoint21X" fmla="*/ 20781 w 45911"/>
                  <a:gd name="GluePoint21Y" fmla="*/ 30447 h 84574"/>
                  <a:gd name="GluePoint22X" fmla="*/ 15465 w 45911"/>
                  <a:gd name="GluePoint22Y" fmla="*/ 33347 h 84574"/>
                  <a:gd name="GluePoint23X" fmla="*/ 12082 w 45911"/>
                  <a:gd name="GluePoint23Y" fmla="*/ 36730 h 84574"/>
                  <a:gd name="GluePoint24X" fmla="*/ 10149 w 45911"/>
                  <a:gd name="GluePoint24Y" fmla="*/ 39388 h 84574"/>
                  <a:gd name="GluePoint25X" fmla="*/ 10149 w 45911"/>
                  <a:gd name="GluePoint25Y" fmla="*/ 0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</a:cxnLst>
                <a:rect l="textAreaLeft" t="textAreaTop" r="textAreaRight" b="textAreaBottom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18360" rIns="1656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302" name="Freihandform: Form 36"/>
            <p:cNvSpPr/>
            <p:nvPr/>
          </p:nvSpPr>
          <p:spPr>
            <a:xfrm>
              <a:off x="8106480" y="817920"/>
              <a:ext cx="42120" cy="56520"/>
            </a:xfrm>
            <a:custGeom>
              <a:avLst/>
              <a:gdLst>
                <a:gd name="textAreaLeft" fmla="*/ 0 w 42120"/>
                <a:gd name="textAreaRight" fmla="*/ 43560 w 42120"/>
                <a:gd name="textAreaTop" fmla="*/ 0 h 56520"/>
                <a:gd name="textAreaBottom" fmla="*/ 57960 h 56520"/>
                <a:gd name="GluePoint1X" fmla="*/ 10149 w 57994"/>
                <a:gd name="GluePoint1Y" fmla="*/ 78292 h 77325"/>
                <a:gd name="GluePoint2X" fmla="*/ 10149 w 57994"/>
                <a:gd name="GluePoint2Y" fmla="*/ 40837 h 77325"/>
                <a:gd name="GluePoint3X" fmla="*/ 48812 w 57994"/>
                <a:gd name="GluePoint3Y" fmla="*/ 40837 h 77325"/>
                <a:gd name="GluePoint4X" fmla="*/ 48812 w 57994"/>
                <a:gd name="GluePoint4Y" fmla="*/ 78292 h 77325"/>
                <a:gd name="GluePoint5X" fmla="*/ 58961 w 57994"/>
                <a:gd name="GluePoint5Y" fmla="*/ 78292 h 77325"/>
                <a:gd name="GluePoint6X" fmla="*/ 58961 w 57994"/>
                <a:gd name="GluePoint6Y" fmla="*/ 0 h 77325"/>
                <a:gd name="GluePoint7X" fmla="*/ 48812 w 57994"/>
                <a:gd name="GluePoint7Y" fmla="*/ 0 h 77325"/>
                <a:gd name="GluePoint8X" fmla="*/ 48812 w 57994"/>
                <a:gd name="GluePoint8Y" fmla="*/ 34071 h 77325"/>
                <a:gd name="GluePoint9X" fmla="*/ 10149 w 57994"/>
                <a:gd name="GluePoint9Y" fmla="*/ 34071 h 77325"/>
                <a:gd name="GluePoint10X" fmla="*/ 10149 w 57994"/>
                <a:gd name="GluePoint10Y" fmla="*/ 0 h 77325"/>
                <a:gd name="GluePoint11X" fmla="*/ 0 w 57994"/>
                <a:gd name="GluePoint11Y" fmla="*/ 0 h 77325"/>
                <a:gd name="GluePoint12X" fmla="*/ 0 w 57994"/>
                <a:gd name="GluePoint12Y" fmla="*/ 78292 h 773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1240" tIns="12960" rIns="21240" bIns="1296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3" name="Freihandform: Form 37"/>
            <p:cNvSpPr/>
            <p:nvPr/>
          </p:nvSpPr>
          <p:spPr>
            <a:xfrm>
              <a:off x="8164800" y="834120"/>
              <a:ext cx="34920" cy="42120"/>
            </a:xfrm>
            <a:custGeom>
              <a:avLst/>
              <a:gdLst>
                <a:gd name="textAreaLeft" fmla="*/ 0 w 34920"/>
                <a:gd name="textAreaRight" fmla="*/ 36360 w 34920"/>
                <a:gd name="textAreaTop" fmla="*/ 0 h 42120"/>
                <a:gd name="textAreaBottom" fmla="*/ 43560 h 42120"/>
                <a:gd name="GluePoint1X" fmla="*/ 9907 w 48328"/>
                <a:gd name="GluePoint1Y" fmla="*/ 24647 h 57994"/>
                <a:gd name="GluePoint2X" fmla="*/ 11599 w 48328"/>
                <a:gd name="GluePoint2Y" fmla="*/ 17640 h 57994"/>
                <a:gd name="GluePoint3X" fmla="*/ 14740 w 48328"/>
                <a:gd name="GluePoint3Y" fmla="*/ 11840 h 57994"/>
                <a:gd name="GluePoint4X" fmla="*/ 19331 w 48328"/>
                <a:gd name="GluePoint4Y" fmla="*/ 7733 h 57994"/>
                <a:gd name="GluePoint5X" fmla="*/ 25372 w 48328"/>
                <a:gd name="GluePoint5Y" fmla="*/ 6283 h 57994"/>
                <a:gd name="GluePoint6X" fmla="*/ 33830 w 48328"/>
                <a:gd name="GluePoint6Y" fmla="*/ 10874 h 57994"/>
                <a:gd name="GluePoint7X" fmla="*/ 36971 w 48328"/>
                <a:gd name="GluePoint7Y" fmla="*/ 22956 h 57994"/>
                <a:gd name="GluePoint8X" fmla="*/ 36971 w 48328"/>
                <a:gd name="GluePoint8Y" fmla="*/ 24889 h 57994"/>
                <a:gd name="GluePoint9X" fmla="*/ 9907 w 48328"/>
                <a:gd name="GluePoint9Y" fmla="*/ 24889 h 57994"/>
                <a:gd name="GluePoint10X" fmla="*/ 9666 w 48328"/>
                <a:gd name="GluePoint10Y" fmla="*/ 30930 h 57994"/>
                <a:gd name="GluePoint11X" fmla="*/ 47120 w 48328"/>
                <a:gd name="GluePoint11Y" fmla="*/ 30930 h 57994"/>
                <a:gd name="GluePoint12X" fmla="*/ 47120 w 48328"/>
                <a:gd name="GluePoint12Y" fmla="*/ 25372 h 57994"/>
                <a:gd name="GluePoint13X" fmla="*/ 46154 w 48328"/>
                <a:gd name="GluePoint13Y" fmla="*/ 16190 h 57994"/>
                <a:gd name="GluePoint14X" fmla="*/ 42529 w 48328"/>
                <a:gd name="GluePoint14Y" fmla="*/ 7974 h 57994"/>
                <a:gd name="GluePoint15X" fmla="*/ 35763 w 48328"/>
                <a:gd name="GluePoint15Y" fmla="*/ 2175 h 57994"/>
                <a:gd name="GluePoint16X" fmla="*/ 25131 w 48328"/>
                <a:gd name="GluePoint16Y" fmla="*/ 0 h 57994"/>
                <a:gd name="GluePoint17X" fmla="*/ 15223 w 48328"/>
                <a:gd name="GluePoint17Y" fmla="*/ 2175 h 57994"/>
                <a:gd name="GluePoint18X" fmla="*/ 7249 w 48328"/>
                <a:gd name="GluePoint18Y" fmla="*/ 8216 h 57994"/>
                <a:gd name="GluePoint19X" fmla="*/ 1933 w 48328"/>
                <a:gd name="GluePoint19Y" fmla="*/ 17398 h 57994"/>
                <a:gd name="GluePoint20X" fmla="*/ 0 w 48328"/>
                <a:gd name="GluePoint20Y" fmla="*/ 29239 h 57994"/>
                <a:gd name="GluePoint21X" fmla="*/ 6766 w 48328"/>
                <a:gd name="GluePoint21Y" fmla="*/ 50986 h 57994"/>
                <a:gd name="GluePoint22X" fmla="*/ 26581 w 48328"/>
                <a:gd name="GluePoint22Y" fmla="*/ 58477 h 57994"/>
                <a:gd name="GluePoint23X" fmla="*/ 38663 w 48328"/>
                <a:gd name="GluePoint23Y" fmla="*/ 55819 h 57994"/>
                <a:gd name="GluePoint24X" fmla="*/ 48328 w 48328"/>
                <a:gd name="GluePoint24Y" fmla="*/ 47845 h 57994"/>
                <a:gd name="GluePoint25X" fmla="*/ 44462 w 48328"/>
                <a:gd name="GluePoint25Y" fmla="*/ 43737 h 57994"/>
                <a:gd name="GluePoint26X" fmla="*/ 35038 w 48328"/>
                <a:gd name="GluePoint26Y" fmla="*/ 50261 h 57994"/>
                <a:gd name="GluePoint27X" fmla="*/ 27305 w 48328"/>
                <a:gd name="GluePoint27Y" fmla="*/ 51711 h 57994"/>
                <a:gd name="GluePoint28X" fmla="*/ 14740 w 48328"/>
                <a:gd name="GluePoint28Y" fmla="*/ 46395 h 57994"/>
                <a:gd name="GluePoint29X" fmla="*/ 9666 w 48328"/>
                <a:gd name="GluePoint29Y" fmla="*/ 30930 h 57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7640" tIns="-1440" rIns="17640" bIns="-14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04" name="Freihandform: Form 38"/>
            <p:cNvSpPr/>
            <p:nvPr/>
          </p:nvSpPr>
          <p:spPr>
            <a:xfrm>
              <a:off x="8213400" y="835200"/>
              <a:ext cx="5760" cy="38520"/>
            </a:xfrm>
            <a:custGeom>
              <a:avLst/>
              <a:gdLst>
                <a:gd name="textAreaLeft" fmla="*/ 0 w 5760"/>
                <a:gd name="textAreaRight" fmla="*/ 7200 w 5760"/>
                <a:gd name="textAreaTop" fmla="*/ 0 h 38520"/>
                <a:gd name="textAreaBottom" fmla="*/ 39960 h 38520"/>
                <a:gd name="GluePoint1X" fmla="*/ 0 w 9665"/>
                <a:gd name="GluePoint1Y" fmla="*/ 0 h 53161"/>
                <a:gd name="GluePoint2X" fmla="*/ 10149 w 9665"/>
                <a:gd name="GluePoint2Y" fmla="*/ 0 h 53161"/>
                <a:gd name="GluePoint3X" fmla="*/ 10149 w 9665"/>
                <a:gd name="GluePoint3Y" fmla="*/ 55094 h 53161"/>
                <a:gd name="GluePoint4X" fmla="*/ 0 w 9665"/>
                <a:gd name="GluePoint4Y" fmla="*/ 55094 h 531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2880" tIns="-5040" rIns="2880" bIns="-5040" anchor="ctr">
              <a:noAutofit/>
            </a:bodyPr>
            <a:p>
              <a:endParaRPr lang="de-DE" sz="1350" b="0" u="none" strike="noStrike">
                <a:solidFill>
                  <a:schemeClr val="dk1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305" name="Grafik 9"/>
            <p:cNvGrpSpPr/>
            <p:nvPr/>
          </p:nvGrpSpPr>
          <p:grpSpPr>
            <a:xfrm>
              <a:off x="7741440" y="834120"/>
              <a:ext cx="1048680" cy="179640"/>
              <a:chOff x="7741440" y="834120"/>
              <a:chExt cx="1048680" cy="179640"/>
            </a:xfrm>
          </p:grpSpPr>
          <p:sp>
            <p:nvSpPr>
              <p:cNvPr id="1306" name="Freihandform: Form 40"/>
              <p:cNvSpPr/>
              <p:nvPr/>
            </p:nvSpPr>
            <p:spPr>
              <a:xfrm>
                <a:off x="8236440" y="834120"/>
                <a:ext cx="33120" cy="40320"/>
              </a:xfrm>
              <a:custGeom>
                <a:avLst/>
                <a:gdLst>
                  <a:gd name="textAreaLeft" fmla="*/ 0 w 33120"/>
                  <a:gd name="textAreaRight" fmla="*/ 34560 w 33120"/>
                  <a:gd name="textAreaTop" fmla="*/ 0 h 40320"/>
                  <a:gd name="textAreaBottom" fmla="*/ 41760 h 40320"/>
                  <a:gd name="GluePoint1X" fmla="*/ 48087 w 45911"/>
                  <a:gd name="GluePoint1Y" fmla="*/ 56786 h 55577"/>
                  <a:gd name="GluePoint2X" fmla="*/ 48087 w 45911"/>
                  <a:gd name="GluePoint2Y" fmla="*/ 22231 h 55577"/>
                  <a:gd name="GluePoint3X" fmla="*/ 47603 w 45911"/>
                  <a:gd name="GluePoint3Y" fmla="*/ 13774 h 55577"/>
                  <a:gd name="GluePoint4X" fmla="*/ 45429 w 45911"/>
                  <a:gd name="GluePoint4Y" fmla="*/ 6766 h 55577"/>
                  <a:gd name="GluePoint5X" fmla="*/ 39629 w 45911"/>
                  <a:gd name="GluePoint5Y" fmla="*/ 1933 h 55577"/>
                  <a:gd name="GluePoint6X" fmla="*/ 28997 w 45911"/>
                  <a:gd name="GluePoint6Y" fmla="*/ 0 h 55577"/>
                  <a:gd name="GluePoint7X" fmla="*/ 21506 w 45911"/>
                  <a:gd name="GluePoint7Y" fmla="*/ 1208 h 55577"/>
                  <a:gd name="GluePoint8X" fmla="*/ 16190 w 45911"/>
                  <a:gd name="GluePoint8Y" fmla="*/ 4350 h 55577"/>
                  <a:gd name="GluePoint9X" fmla="*/ 12565 w 45911"/>
                  <a:gd name="GluePoint9Y" fmla="*/ 7974 h 55577"/>
                  <a:gd name="GluePoint10X" fmla="*/ 10632 w 45911"/>
                  <a:gd name="GluePoint10Y" fmla="*/ 10632 h 55577"/>
                  <a:gd name="GluePoint11X" fmla="*/ 9424 w 45911"/>
                  <a:gd name="GluePoint11Y" fmla="*/ 967 h 55577"/>
                  <a:gd name="GluePoint12X" fmla="*/ 0 w 45911"/>
                  <a:gd name="GluePoint12Y" fmla="*/ 1933 h 55577"/>
                  <a:gd name="GluePoint13X" fmla="*/ 242 w 45911"/>
                  <a:gd name="GluePoint13Y" fmla="*/ 4108 h 55577"/>
                  <a:gd name="GluePoint14X" fmla="*/ 725 w 45911"/>
                  <a:gd name="GluePoint14Y" fmla="*/ 7733 h 55577"/>
                  <a:gd name="GluePoint15X" fmla="*/ 967 w 45911"/>
                  <a:gd name="GluePoint15Y" fmla="*/ 11840 h 55577"/>
                  <a:gd name="GluePoint16X" fmla="*/ 1208 w 45911"/>
                  <a:gd name="GluePoint16Y" fmla="*/ 15948 h 55577"/>
                  <a:gd name="GluePoint17X" fmla="*/ 1208 w 45911"/>
                  <a:gd name="GluePoint17Y" fmla="*/ 56786 h 55577"/>
                  <a:gd name="GluePoint18X" fmla="*/ 11116 w 45911"/>
                  <a:gd name="GluePoint18Y" fmla="*/ 56786 h 55577"/>
                  <a:gd name="GluePoint19X" fmla="*/ 11116 w 45911"/>
                  <a:gd name="GluePoint19Y" fmla="*/ 25856 h 55577"/>
                  <a:gd name="GluePoint20X" fmla="*/ 12324 w 45911"/>
                  <a:gd name="GluePoint20Y" fmla="*/ 18606 h 55577"/>
                  <a:gd name="GluePoint21X" fmla="*/ 15707 w 45911"/>
                  <a:gd name="GluePoint21Y" fmla="*/ 12807 h 55577"/>
                  <a:gd name="GluePoint22X" fmla="*/ 20540 w 45911"/>
                  <a:gd name="GluePoint22Y" fmla="*/ 8941 h 55577"/>
                  <a:gd name="GluePoint23X" fmla="*/ 26822 w 45911"/>
                  <a:gd name="GluePoint23Y" fmla="*/ 7491 h 55577"/>
                  <a:gd name="GluePoint24X" fmla="*/ 32863 w 45911"/>
                  <a:gd name="GluePoint24Y" fmla="*/ 8457 h 55577"/>
                  <a:gd name="GluePoint25X" fmla="*/ 36488 w 45911"/>
                  <a:gd name="GluePoint25Y" fmla="*/ 11357 h 55577"/>
                  <a:gd name="GluePoint26X" fmla="*/ 38179 w 45911"/>
                  <a:gd name="GluePoint26Y" fmla="*/ 15948 h 55577"/>
                  <a:gd name="GluePoint27X" fmla="*/ 38663 w 45911"/>
                  <a:gd name="GluePoint27Y" fmla="*/ 22231 h 55577"/>
                  <a:gd name="GluePoint28X" fmla="*/ 38663 w 45911"/>
                  <a:gd name="GluePoint28Y" fmla="*/ 56786 h 55577"/>
                  <a:gd name="GluePoint29X" fmla="*/ 48087 w 45911"/>
                  <a:gd name="GluePoint29Y" fmla="*/ 56786 h 55577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6560" tIns="-3240" rIns="16560" bIns="-32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7" name="Freihandform: Form 41"/>
              <p:cNvSpPr/>
              <p:nvPr/>
            </p:nvSpPr>
            <p:spPr>
              <a:xfrm>
                <a:off x="8284680" y="834120"/>
                <a:ext cx="34920" cy="42120"/>
              </a:xfrm>
              <a:custGeom>
                <a:avLst/>
                <a:gdLst>
                  <a:gd name="textAreaLeft" fmla="*/ 0 w 34920"/>
                  <a:gd name="textAreaRight" fmla="*/ 36360 w 34920"/>
                  <a:gd name="textAreaTop" fmla="*/ 0 h 42120"/>
                  <a:gd name="textAreaBottom" fmla="*/ 43560 h 42120"/>
                  <a:gd name="GluePoint1X" fmla="*/ 9907 w 48328"/>
                  <a:gd name="GluePoint1Y" fmla="*/ 24647 h 57994"/>
                  <a:gd name="GluePoint2X" fmla="*/ 11599 w 48328"/>
                  <a:gd name="GluePoint2Y" fmla="*/ 17640 h 57994"/>
                  <a:gd name="GluePoint3X" fmla="*/ 14740 w 48328"/>
                  <a:gd name="GluePoint3Y" fmla="*/ 11840 h 57994"/>
                  <a:gd name="GluePoint4X" fmla="*/ 19331 w 48328"/>
                  <a:gd name="GluePoint4Y" fmla="*/ 7733 h 57994"/>
                  <a:gd name="GluePoint5X" fmla="*/ 25372 w 48328"/>
                  <a:gd name="GluePoint5Y" fmla="*/ 6283 h 57994"/>
                  <a:gd name="GluePoint6X" fmla="*/ 33830 w 48328"/>
                  <a:gd name="GluePoint6Y" fmla="*/ 10874 h 57994"/>
                  <a:gd name="GluePoint7X" fmla="*/ 36971 w 48328"/>
                  <a:gd name="GluePoint7Y" fmla="*/ 22956 h 57994"/>
                  <a:gd name="GluePoint8X" fmla="*/ 36971 w 48328"/>
                  <a:gd name="GluePoint8Y" fmla="*/ 24889 h 57994"/>
                  <a:gd name="GluePoint9X" fmla="*/ 9907 w 48328"/>
                  <a:gd name="GluePoint9Y" fmla="*/ 24889 h 57994"/>
                  <a:gd name="GluePoint10X" fmla="*/ 9666 w 48328"/>
                  <a:gd name="GluePoint10Y" fmla="*/ 30930 h 57994"/>
                  <a:gd name="GluePoint11X" fmla="*/ 47120 w 48328"/>
                  <a:gd name="GluePoint11Y" fmla="*/ 30930 h 57994"/>
                  <a:gd name="GluePoint12X" fmla="*/ 47120 w 48328"/>
                  <a:gd name="GluePoint12Y" fmla="*/ 25372 h 57994"/>
                  <a:gd name="GluePoint13X" fmla="*/ 46154 w 48328"/>
                  <a:gd name="GluePoint13Y" fmla="*/ 16190 h 57994"/>
                  <a:gd name="GluePoint14X" fmla="*/ 42529 w 48328"/>
                  <a:gd name="GluePoint14Y" fmla="*/ 7974 h 57994"/>
                  <a:gd name="GluePoint15X" fmla="*/ 35763 w 48328"/>
                  <a:gd name="GluePoint15Y" fmla="*/ 2175 h 57994"/>
                  <a:gd name="GluePoint16X" fmla="*/ 25131 w 48328"/>
                  <a:gd name="GluePoint16Y" fmla="*/ 0 h 57994"/>
                  <a:gd name="GluePoint17X" fmla="*/ 15223 w 48328"/>
                  <a:gd name="GluePoint17Y" fmla="*/ 2175 h 57994"/>
                  <a:gd name="GluePoint18X" fmla="*/ 7249 w 48328"/>
                  <a:gd name="GluePoint18Y" fmla="*/ 8216 h 57994"/>
                  <a:gd name="GluePoint19X" fmla="*/ 1933 w 48328"/>
                  <a:gd name="GluePoint19Y" fmla="*/ 17398 h 57994"/>
                  <a:gd name="GluePoint20X" fmla="*/ 0 w 48328"/>
                  <a:gd name="GluePoint20Y" fmla="*/ 29239 h 57994"/>
                  <a:gd name="GluePoint21X" fmla="*/ 6766 w 48328"/>
                  <a:gd name="GluePoint21Y" fmla="*/ 50986 h 57994"/>
                  <a:gd name="GluePoint22X" fmla="*/ 26581 w 48328"/>
                  <a:gd name="GluePoint22Y" fmla="*/ 58477 h 57994"/>
                  <a:gd name="GluePoint23X" fmla="*/ 38663 w 48328"/>
                  <a:gd name="GluePoint23Y" fmla="*/ 55819 h 57994"/>
                  <a:gd name="GluePoint24X" fmla="*/ 48328 w 48328"/>
                  <a:gd name="GluePoint24Y" fmla="*/ 47845 h 57994"/>
                  <a:gd name="GluePoint25X" fmla="*/ 44462 w 48328"/>
                  <a:gd name="GluePoint25Y" fmla="*/ 43737 h 57994"/>
                  <a:gd name="GluePoint26X" fmla="*/ 35038 w 48328"/>
                  <a:gd name="GluePoint26Y" fmla="*/ 50261 h 57994"/>
                  <a:gd name="GluePoint27X" fmla="*/ 27306 w 48328"/>
                  <a:gd name="GluePoint27Y" fmla="*/ 51711 h 57994"/>
                  <a:gd name="GluePoint28X" fmla="*/ 14740 w 48328"/>
                  <a:gd name="GluePoint28Y" fmla="*/ 46395 h 57994"/>
                  <a:gd name="GluePoint29X" fmla="*/ 9666 w 48328"/>
                  <a:gd name="GluePoint29Y" fmla="*/ 30930 h 5799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</a:cxnLst>
                <a:rect l="textAreaLeft" t="textAreaTop" r="textAreaRight" b="textAreaBottom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17640" tIns="-1440" rIns="17640" bIns="-144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8" name="Freihandform: Form 42"/>
              <p:cNvSpPr/>
              <p:nvPr/>
            </p:nvSpPr>
            <p:spPr>
              <a:xfrm>
                <a:off x="7741440" y="914040"/>
                <a:ext cx="883080" cy="61920"/>
              </a:xfrm>
              <a:custGeom>
                <a:avLst/>
                <a:gdLst>
                  <a:gd name="textAreaLeft" fmla="*/ 0 w 883080"/>
                  <a:gd name="textAreaRight" fmla="*/ 884520 w 883080"/>
                  <a:gd name="textAreaTop" fmla="*/ 0 h 61920"/>
                  <a:gd name="textAreaBottom" fmla="*/ 63360 h 61920"/>
                  <a:gd name="GluePoint1X" fmla="*/ 1181145 w 1179211"/>
                  <a:gd name="GluePoint1Y" fmla="*/ 2658 h 84574"/>
                  <a:gd name="GluePoint2X" fmla="*/ 1176071 w 1179211"/>
                  <a:gd name="GluePoint2Y" fmla="*/ 725 h 84574"/>
                  <a:gd name="GluePoint3X" fmla="*/ 1168580 w 1179211"/>
                  <a:gd name="GluePoint3Y" fmla="*/ 0 h 84574"/>
                  <a:gd name="GluePoint4X" fmla="*/ 1158672 w 1179211"/>
                  <a:gd name="GluePoint4Y" fmla="*/ 1933 h 84574"/>
                  <a:gd name="GluePoint5X" fmla="*/ 1151182 w 1179211"/>
                  <a:gd name="GluePoint5Y" fmla="*/ 8941 h 84574"/>
                  <a:gd name="GluePoint6X" fmla="*/ 1148282 w 1179211"/>
                  <a:gd name="GluePoint6Y" fmla="*/ 16915 h 84574"/>
                  <a:gd name="GluePoint7X" fmla="*/ 1147799 w 1179211"/>
                  <a:gd name="GluePoint7Y" fmla="*/ 25131 h 84574"/>
                  <a:gd name="GluePoint8X" fmla="*/ 1147799 w 1179211"/>
                  <a:gd name="GluePoint8Y" fmla="*/ 29239 h 84574"/>
                  <a:gd name="GluePoint9X" fmla="*/ 1137891 w 1179211"/>
                  <a:gd name="GluePoint9Y" fmla="*/ 29239 h 84574"/>
                  <a:gd name="GluePoint10X" fmla="*/ 1137891 w 1179211"/>
                  <a:gd name="GluePoint10Y" fmla="*/ 35521 h 84574"/>
                  <a:gd name="GluePoint11X" fmla="*/ 1147799 w 1179211"/>
                  <a:gd name="GluePoint11Y" fmla="*/ 35521 h 84574"/>
                  <a:gd name="GluePoint12X" fmla="*/ 1147799 w 1179211"/>
                  <a:gd name="GluePoint12Y" fmla="*/ 84333 h 84574"/>
                  <a:gd name="GluePoint13X" fmla="*/ 1157223 w 1179211"/>
                  <a:gd name="GluePoint13Y" fmla="*/ 84333 h 84574"/>
                  <a:gd name="GluePoint14X" fmla="*/ 1157223 w 1179211"/>
                  <a:gd name="GluePoint14Y" fmla="*/ 35280 h 84574"/>
                  <a:gd name="GluePoint15X" fmla="*/ 1172446 w 1179211"/>
                  <a:gd name="GluePoint15Y" fmla="*/ 35280 h 84574"/>
                  <a:gd name="GluePoint16X" fmla="*/ 1172446 w 1179211"/>
                  <a:gd name="GluePoint16Y" fmla="*/ 28997 h 84574"/>
                  <a:gd name="GluePoint17X" fmla="*/ 1157223 w 1179211"/>
                  <a:gd name="GluePoint17Y" fmla="*/ 28997 h 84574"/>
                  <a:gd name="GluePoint18X" fmla="*/ 1157223 w 1179211"/>
                  <a:gd name="GluePoint18Y" fmla="*/ 25372 h 84574"/>
                  <a:gd name="GluePoint19X" fmla="*/ 1157464 w 1179211"/>
                  <a:gd name="GluePoint19Y" fmla="*/ 18606 h 84574"/>
                  <a:gd name="GluePoint20X" fmla="*/ 1158672 w 1179211"/>
                  <a:gd name="GluePoint20Y" fmla="*/ 12324 h 84574"/>
                  <a:gd name="GluePoint21X" fmla="*/ 1161572 w 1179211"/>
                  <a:gd name="GluePoint21Y" fmla="*/ 7733 h 84574"/>
                  <a:gd name="GluePoint22X" fmla="*/ 1167130 w 1179211"/>
                  <a:gd name="GluePoint22Y" fmla="*/ 5799 h 84574"/>
                  <a:gd name="GluePoint23X" fmla="*/ 1173413 w 1179211"/>
                  <a:gd name="GluePoint23Y" fmla="*/ 7008 h 84574"/>
                  <a:gd name="GluePoint24X" fmla="*/ 1177762 w 1179211"/>
                  <a:gd name="GluePoint24Y" fmla="*/ 9666 h 84574"/>
                  <a:gd name="GluePoint25X" fmla="*/ 1181145 w 1179211"/>
                  <a:gd name="GluePoint25Y" fmla="*/ 2658 h 84574"/>
                  <a:gd name="GluePoint26X" fmla="*/ 1092946 w 1179211"/>
                  <a:gd name="GluePoint26Y" fmla="*/ 84091 h 84574"/>
                  <a:gd name="GluePoint27X" fmla="*/ 1102370 w 1179211"/>
                  <a:gd name="GluePoint27Y" fmla="*/ 84091 h 84574"/>
                  <a:gd name="GluePoint28X" fmla="*/ 1102370 w 1179211"/>
                  <a:gd name="GluePoint28Y" fmla="*/ 57511 h 84574"/>
                  <a:gd name="GluePoint29X" fmla="*/ 1102612 w 1179211"/>
                  <a:gd name="GluePoint29Y" fmla="*/ 51953 h 84574"/>
                  <a:gd name="GluePoint30X" fmla="*/ 1103337 w 1179211"/>
                  <a:gd name="GluePoint30Y" fmla="*/ 46637 h 84574"/>
                  <a:gd name="GluePoint31X" fmla="*/ 1107444 w 1179211"/>
                  <a:gd name="GluePoint31Y" fmla="*/ 37938 h 84574"/>
                  <a:gd name="GluePoint32X" fmla="*/ 1113485 w 1179211"/>
                  <a:gd name="GluePoint32Y" fmla="*/ 34555 h 84574"/>
                  <a:gd name="GluePoint33X" fmla="*/ 1119526 w 1179211"/>
                  <a:gd name="GluePoint33Y" fmla="*/ 40596 h 84574"/>
                  <a:gd name="GluePoint34X" fmla="*/ 1127742 w 1179211"/>
                  <a:gd name="GluePoint34Y" fmla="*/ 37696 h 84574"/>
                  <a:gd name="GluePoint35X" fmla="*/ 1126534 w 1179211"/>
                  <a:gd name="GluePoint35Y" fmla="*/ 32863 h 84574"/>
                  <a:gd name="GluePoint36X" fmla="*/ 1124118 w 1179211"/>
                  <a:gd name="GluePoint36Y" fmla="*/ 29722 h 84574"/>
                  <a:gd name="GluePoint37X" fmla="*/ 1120735 w 1179211"/>
                  <a:gd name="GluePoint37Y" fmla="*/ 28030 h 84574"/>
                  <a:gd name="GluePoint38X" fmla="*/ 1117352 w 1179211"/>
                  <a:gd name="GluePoint38Y" fmla="*/ 27547 h 84574"/>
                  <a:gd name="GluePoint39X" fmla="*/ 1108653 w 1179211"/>
                  <a:gd name="GluePoint39Y" fmla="*/ 30205 h 84574"/>
                  <a:gd name="GluePoint40X" fmla="*/ 1102370 w 1179211"/>
                  <a:gd name="GluePoint40Y" fmla="*/ 37696 h 84574"/>
                  <a:gd name="GluePoint41X" fmla="*/ 1101162 w 1179211"/>
                  <a:gd name="GluePoint41Y" fmla="*/ 28272 h 84574"/>
                  <a:gd name="GluePoint42X" fmla="*/ 1091738 w 1179211"/>
                  <a:gd name="GluePoint42Y" fmla="*/ 29239 h 84574"/>
                  <a:gd name="GluePoint43X" fmla="*/ 1091979 w 1179211"/>
                  <a:gd name="GluePoint43Y" fmla="*/ 31413 h 84574"/>
                  <a:gd name="GluePoint44X" fmla="*/ 1092463 w 1179211"/>
                  <a:gd name="GluePoint44Y" fmla="*/ 35038 h 84574"/>
                  <a:gd name="GluePoint45X" fmla="*/ 1092704 w 1179211"/>
                  <a:gd name="GluePoint45Y" fmla="*/ 39146 h 84574"/>
                  <a:gd name="GluePoint46X" fmla="*/ 1092946 w 1179211"/>
                  <a:gd name="GluePoint46Y" fmla="*/ 43254 h 84574"/>
                  <a:gd name="GluePoint47X" fmla="*/ 1092946 w 1179211"/>
                  <a:gd name="GluePoint47Y" fmla="*/ 84091 h 84574"/>
                  <a:gd name="GluePoint48X" fmla="*/ 1062016 w 1179211"/>
                  <a:gd name="GluePoint48Y" fmla="*/ 72251 h 84574"/>
                  <a:gd name="GluePoint49X" fmla="*/ 1049934 w 1179211"/>
                  <a:gd name="GluePoint49Y" fmla="*/ 78292 h 84574"/>
                  <a:gd name="GluePoint50X" fmla="*/ 1037852 w 1179211"/>
                  <a:gd name="GluePoint50Y" fmla="*/ 72251 h 84574"/>
                  <a:gd name="GluePoint51X" fmla="*/ 1033502 w 1179211"/>
                  <a:gd name="GluePoint51Y" fmla="*/ 55819 h 84574"/>
                  <a:gd name="GluePoint52X" fmla="*/ 1037852 w 1179211"/>
                  <a:gd name="GluePoint52Y" fmla="*/ 39629 h 84574"/>
                  <a:gd name="GluePoint53X" fmla="*/ 1050175 w 1179211"/>
                  <a:gd name="GluePoint53Y" fmla="*/ 33588 h 84574"/>
                  <a:gd name="GluePoint54X" fmla="*/ 1062499 w 1179211"/>
                  <a:gd name="GluePoint54Y" fmla="*/ 39629 h 84574"/>
                  <a:gd name="GluePoint55X" fmla="*/ 1066849 w 1179211"/>
                  <a:gd name="GluePoint55Y" fmla="*/ 55819 h 84574"/>
                  <a:gd name="GluePoint56X" fmla="*/ 1062016 w 1179211"/>
                  <a:gd name="GluePoint56Y" fmla="*/ 72251 h 84574"/>
                  <a:gd name="GluePoint57X" fmla="*/ 1075306 w 1179211"/>
                  <a:gd name="GluePoint57Y" fmla="*/ 44462 h 84574"/>
                  <a:gd name="GluePoint58X" fmla="*/ 1070232 w 1179211"/>
                  <a:gd name="GluePoint58Y" fmla="*/ 35280 h 84574"/>
                  <a:gd name="GluePoint59X" fmla="*/ 1061774 w 1179211"/>
                  <a:gd name="GluePoint59Y" fmla="*/ 29480 h 84574"/>
                  <a:gd name="GluePoint60X" fmla="*/ 1050175 w 1179211"/>
                  <a:gd name="GluePoint60Y" fmla="*/ 27306 h 84574"/>
                  <a:gd name="GluePoint61X" fmla="*/ 1038576 w 1179211"/>
                  <a:gd name="GluePoint61Y" fmla="*/ 29480 h 84574"/>
                  <a:gd name="GluePoint62X" fmla="*/ 1030119 w 1179211"/>
                  <a:gd name="GluePoint62Y" fmla="*/ 35280 h 84574"/>
                  <a:gd name="GluePoint63X" fmla="*/ 1024803 w 1179211"/>
                  <a:gd name="GluePoint63Y" fmla="*/ 44462 h 84574"/>
                  <a:gd name="GluePoint64X" fmla="*/ 1023111 w 1179211"/>
                  <a:gd name="GluePoint64Y" fmla="*/ 56303 h 84574"/>
                  <a:gd name="GluePoint65X" fmla="*/ 1025286 w 1179211"/>
                  <a:gd name="GluePoint65Y" fmla="*/ 68626 h 84574"/>
                  <a:gd name="GluePoint66X" fmla="*/ 1031086 w 1179211"/>
                  <a:gd name="GluePoint66Y" fmla="*/ 77809 h 84574"/>
                  <a:gd name="GluePoint67X" fmla="*/ 1039785 w 1179211"/>
                  <a:gd name="GluePoint67Y" fmla="*/ 83608 h 84574"/>
                  <a:gd name="GluePoint68X" fmla="*/ 1050417 w 1179211"/>
                  <a:gd name="GluePoint68Y" fmla="*/ 85783 h 84574"/>
                  <a:gd name="GluePoint69X" fmla="*/ 1061049 w 1179211"/>
                  <a:gd name="GluePoint69Y" fmla="*/ 83608 h 84574"/>
                  <a:gd name="GluePoint70X" fmla="*/ 1069748 w 1179211"/>
                  <a:gd name="GluePoint70Y" fmla="*/ 77809 h 84574"/>
                  <a:gd name="GluePoint71X" fmla="*/ 1075548 w 1179211"/>
                  <a:gd name="GluePoint71Y" fmla="*/ 68626 h 84574"/>
                  <a:gd name="GluePoint72X" fmla="*/ 1077722 w 1179211"/>
                  <a:gd name="GluePoint72Y" fmla="*/ 56303 h 84574"/>
                  <a:gd name="GluePoint73X" fmla="*/ 1075306 w 1179211"/>
                  <a:gd name="GluePoint73Y" fmla="*/ 44462 h 84574"/>
                  <a:gd name="GluePoint74X" fmla="*/ 998464 w 1179211"/>
                  <a:gd name="GluePoint74Y" fmla="*/ 84816 h 84574"/>
                  <a:gd name="GluePoint75X" fmla="*/ 1007888 w 1179211"/>
                  <a:gd name="GluePoint75Y" fmla="*/ 83850 h 84574"/>
                  <a:gd name="GluePoint76X" fmla="*/ 1007646 w 1179211"/>
                  <a:gd name="GluePoint76Y" fmla="*/ 81675 h 84574"/>
                  <a:gd name="GluePoint77X" fmla="*/ 1007163 w 1179211"/>
                  <a:gd name="GluePoint77Y" fmla="*/ 78050 h 84574"/>
                  <a:gd name="GluePoint78X" fmla="*/ 1006921 w 1179211"/>
                  <a:gd name="GluePoint78Y" fmla="*/ 73942 h 84574"/>
                  <a:gd name="GluePoint79X" fmla="*/ 1006680 w 1179211"/>
                  <a:gd name="GluePoint79Y" fmla="*/ 69834 h 84574"/>
                  <a:gd name="GluePoint80X" fmla="*/ 1006680 w 1179211"/>
                  <a:gd name="GluePoint80Y" fmla="*/ 483 h 84574"/>
                  <a:gd name="GluePoint81X" fmla="*/ 997497 w 1179211"/>
                  <a:gd name="GluePoint81Y" fmla="*/ 483 h 84574"/>
                  <a:gd name="GluePoint82X" fmla="*/ 997497 w 1179211"/>
                  <a:gd name="GluePoint82Y" fmla="*/ 36730 h 84574"/>
                  <a:gd name="GluePoint83X" fmla="*/ 990973 w 1179211"/>
                  <a:gd name="GluePoint83Y" fmla="*/ 29964 h 84574"/>
                  <a:gd name="GluePoint84X" fmla="*/ 980341 w 1179211"/>
                  <a:gd name="GluePoint84Y" fmla="*/ 27064 h 84574"/>
                  <a:gd name="GluePoint85X" fmla="*/ 970675 w 1179211"/>
                  <a:gd name="GluePoint85Y" fmla="*/ 28997 h 84574"/>
                  <a:gd name="GluePoint86X" fmla="*/ 962701 w 1179211"/>
                  <a:gd name="GluePoint86Y" fmla="*/ 34555 h 84574"/>
                  <a:gd name="GluePoint87X" fmla="*/ 957385 w 1179211"/>
                  <a:gd name="GluePoint87Y" fmla="*/ 43737 h 84574"/>
                  <a:gd name="GluePoint88X" fmla="*/ 955452 w 1179211"/>
                  <a:gd name="GluePoint88Y" fmla="*/ 56544 h 84574"/>
                  <a:gd name="GluePoint89X" fmla="*/ 956902 w 1179211"/>
                  <a:gd name="GluePoint89Y" fmla="*/ 67660 h 84574"/>
                  <a:gd name="GluePoint90X" fmla="*/ 961251 w 1179211"/>
                  <a:gd name="GluePoint90Y" fmla="*/ 76842 h 84574"/>
                  <a:gd name="GluePoint91X" fmla="*/ 968742 w 1179211"/>
                  <a:gd name="GluePoint91Y" fmla="*/ 83125 h 84574"/>
                  <a:gd name="GluePoint92X" fmla="*/ 979616 w 1179211"/>
                  <a:gd name="GluePoint92Y" fmla="*/ 85300 h 84574"/>
                  <a:gd name="GluePoint93X" fmla="*/ 986623 w 1179211"/>
                  <a:gd name="GluePoint93Y" fmla="*/ 84091 h 84574"/>
                  <a:gd name="GluePoint94X" fmla="*/ 991698 w 1179211"/>
                  <a:gd name="GluePoint94Y" fmla="*/ 81433 h 84574"/>
                  <a:gd name="GluePoint95X" fmla="*/ 995081 w 1179211"/>
                  <a:gd name="GluePoint95Y" fmla="*/ 78050 h 84574"/>
                  <a:gd name="GluePoint96X" fmla="*/ 997014 w 1179211"/>
                  <a:gd name="GluePoint96Y" fmla="*/ 74909 h 84574"/>
                  <a:gd name="GluePoint97X" fmla="*/ 998464 w 1179211"/>
                  <a:gd name="GluePoint97Y" fmla="*/ 84816 h 84574"/>
                  <a:gd name="GluePoint98X" fmla="*/ 996048 w 1179211"/>
                  <a:gd name="GluePoint98Y" fmla="*/ 67660 h 84574"/>
                  <a:gd name="GluePoint99X" fmla="*/ 991456 w 1179211"/>
                  <a:gd name="GluePoint99Y" fmla="*/ 74667 h 84574"/>
                  <a:gd name="GluePoint100X" fmla="*/ 985657 w 1179211"/>
                  <a:gd name="GluePoint100Y" fmla="*/ 78050 h 84574"/>
                  <a:gd name="GluePoint101X" fmla="*/ 980582 w 1179211"/>
                  <a:gd name="GluePoint101Y" fmla="*/ 78775 h 84574"/>
                  <a:gd name="GluePoint102X" fmla="*/ 974058 w 1179211"/>
                  <a:gd name="GluePoint102Y" fmla="*/ 77084 h 84574"/>
                  <a:gd name="GluePoint103X" fmla="*/ 969467 w 1179211"/>
                  <a:gd name="GluePoint103Y" fmla="*/ 72493 h 84574"/>
                  <a:gd name="GluePoint104X" fmla="*/ 966809 w 1179211"/>
                  <a:gd name="GluePoint104Y" fmla="*/ 65243 h 84574"/>
                  <a:gd name="GluePoint105X" fmla="*/ 965842 w 1179211"/>
                  <a:gd name="GluePoint105Y" fmla="*/ 56303 h 84574"/>
                  <a:gd name="GluePoint106X" fmla="*/ 967051 w 1179211"/>
                  <a:gd name="GluePoint106Y" fmla="*/ 47362 h 84574"/>
                  <a:gd name="GluePoint107X" fmla="*/ 970192 w 1179211"/>
                  <a:gd name="GluePoint107Y" fmla="*/ 40354 h 84574"/>
                  <a:gd name="GluePoint108X" fmla="*/ 975266 w 1179211"/>
                  <a:gd name="GluePoint108Y" fmla="*/ 36005 h 84574"/>
                  <a:gd name="GluePoint109X" fmla="*/ 981549 w 1179211"/>
                  <a:gd name="GluePoint109Y" fmla="*/ 34555 h 84574"/>
                  <a:gd name="GluePoint110X" fmla="*/ 987832 w 1179211"/>
                  <a:gd name="GluePoint110Y" fmla="*/ 35763 h 84574"/>
                  <a:gd name="GluePoint111X" fmla="*/ 992906 w 1179211"/>
                  <a:gd name="GluePoint111Y" fmla="*/ 39629 h 84574"/>
                  <a:gd name="GluePoint112X" fmla="*/ 996531 w 1179211"/>
                  <a:gd name="GluePoint112Y" fmla="*/ 46395 h 84574"/>
                  <a:gd name="GluePoint113X" fmla="*/ 997739 w 1179211"/>
                  <a:gd name="GluePoint113Y" fmla="*/ 56061 h 84574"/>
                  <a:gd name="GluePoint114X" fmla="*/ 996048 w 1179211"/>
                  <a:gd name="GluePoint114Y" fmla="*/ 67660 h 84574"/>
                  <a:gd name="GluePoint115X" fmla="*/ 938537 w 1179211"/>
                  <a:gd name="GluePoint115Y" fmla="*/ 725 h 84574"/>
                  <a:gd name="GluePoint116X" fmla="*/ 928629 w 1179211"/>
                  <a:gd name="GluePoint116Y" fmla="*/ 725 h 84574"/>
                  <a:gd name="GluePoint117X" fmla="*/ 928629 w 1179211"/>
                  <a:gd name="GluePoint117Y" fmla="*/ 84333 h 84574"/>
                  <a:gd name="GluePoint118X" fmla="*/ 938537 w 1179211"/>
                  <a:gd name="GluePoint118Y" fmla="*/ 84333 h 84574"/>
                  <a:gd name="GluePoint119X" fmla="*/ 938537 w 1179211"/>
                  <a:gd name="GluePoint119Y" fmla="*/ 725 h 84574"/>
                  <a:gd name="GluePoint120X" fmla="*/ 897699 w 1179211"/>
                  <a:gd name="GluePoint120Y" fmla="*/ 38179 h 84574"/>
                  <a:gd name="GluePoint121X" fmla="*/ 900841 w 1179211"/>
                  <a:gd name="GluePoint121Y" fmla="*/ 50262 h 84574"/>
                  <a:gd name="GluePoint122X" fmla="*/ 900841 w 1179211"/>
                  <a:gd name="GluePoint122Y" fmla="*/ 52195 h 84574"/>
                  <a:gd name="GluePoint123X" fmla="*/ 873535 w 1179211"/>
                  <a:gd name="GluePoint123Y" fmla="*/ 52195 h 84574"/>
                  <a:gd name="GluePoint124X" fmla="*/ 875227 w 1179211"/>
                  <a:gd name="GluePoint124Y" fmla="*/ 45187 h 84574"/>
                  <a:gd name="GluePoint125X" fmla="*/ 878368 w 1179211"/>
                  <a:gd name="GluePoint125Y" fmla="*/ 39388 h 84574"/>
                  <a:gd name="GluePoint126X" fmla="*/ 882959 w 1179211"/>
                  <a:gd name="GluePoint126Y" fmla="*/ 35280 h 84574"/>
                  <a:gd name="GluePoint127X" fmla="*/ 889000 w 1179211"/>
                  <a:gd name="GluePoint127Y" fmla="*/ 33830 h 84574"/>
                  <a:gd name="GluePoint128X" fmla="*/ 897699 w 1179211"/>
                  <a:gd name="GluePoint128Y" fmla="*/ 38179 h 84574"/>
                  <a:gd name="GluePoint129X" fmla="*/ 910748 w 1179211"/>
                  <a:gd name="GluePoint129Y" fmla="*/ 58236 h 84574"/>
                  <a:gd name="GluePoint130X" fmla="*/ 910748 w 1179211"/>
                  <a:gd name="GluePoint130Y" fmla="*/ 52678 h 84574"/>
                  <a:gd name="GluePoint131X" fmla="*/ 909781 w 1179211"/>
                  <a:gd name="GluePoint131Y" fmla="*/ 43496 h 84574"/>
                  <a:gd name="GluePoint132X" fmla="*/ 906157 w 1179211"/>
                  <a:gd name="GluePoint132Y" fmla="*/ 35280 h 84574"/>
                  <a:gd name="GluePoint133X" fmla="*/ 899391 w 1179211"/>
                  <a:gd name="GluePoint133Y" fmla="*/ 29480 h 84574"/>
                  <a:gd name="GluePoint134X" fmla="*/ 888759 w 1179211"/>
                  <a:gd name="GluePoint134Y" fmla="*/ 27306 h 84574"/>
                  <a:gd name="GluePoint135X" fmla="*/ 878851 w 1179211"/>
                  <a:gd name="GluePoint135Y" fmla="*/ 29480 h 84574"/>
                  <a:gd name="GluePoint136X" fmla="*/ 870877 w 1179211"/>
                  <a:gd name="GluePoint136Y" fmla="*/ 35521 h 84574"/>
                  <a:gd name="GluePoint137X" fmla="*/ 865561 w 1179211"/>
                  <a:gd name="GluePoint137Y" fmla="*/ 44704 h 84574"/>
                  <a:gd name="GluePoint138X" fmla="*/ 863628 w 1179211"/>
                  <a:gd name="GluePoint138Y" fmla="*/ 56544 h 84574"/>
                  <a:gd name="GluePoint139X" fmla="*/ 870394 w 1179211"/>
                  <a:gd name="GluePoint139Y" fmla="*/ 78292 h 84574"/>
                  <a:gd name="GluePoint140X" fmla="*/ 890208 w 1179211"/>
                  <a:gd name="GluePoint140Y" fmla="*/ 85783 h 84574"/>
                  <a:gd name="GluePoint141X" fmla="*/ 902290 w 1179211"/>
                  <a:gd name="GluePoint141Y" fmla="*/ 83125 h 84574"/>
                  <a:gd name="GluePoint142X" fmla="*/ 911956 w 1179211"/>
                  <a:gd name="GluePoint142Y" fmla="*/ 75151 h 84574"/>
                  <a:gd name="GluePoint143X" fmla="*/ 908090 w 1179211"/>
                  <a:gd name="GluePoint143Y" fmla="*/ 71043 h 84574"/>
                  <a:gd name="GluePoint144X" fmla="*/ 898666 w 1179211"/>
                  <a:gd name="GluePoint144Y" fmla="*/ 77567 h 84574"/>
                  <a:gd name="GluePoint145X" fmla="*/ 890933 w 1179211"/>
                  <a:gd name="GluePoint145Y" fmla="*/ 79017 h 84574"/>
                  <a:gd name="GluePoint146X" fmla="*/ 878368 w 1179211"/>
                  <a:gd name="GluePoint146Y" fmla="*/ 73701 h 84574"/>
                  <a:gd name="GluePoint147X" fmla="*/ 873777 w 1179211"/>
                  <a:gd name="GluePoint147Y" fmla="*/ 58477 h 84574"/>
                  <a:gd name="GluePoint148X" fmla="*/ 910748 w 1179211"/>
                  <a:gd name="GluePoint148Y" fmla="*/ 58477 h 84574"/>
                  <a:gd name="GluePoint149X" fmla="*/ 848404 w 1179211"/>
                  <a:gd name="GluePoint149Y" fmla="*/ 61377 h 84574"/>
                  <a:gd name="GluePoint150X" fmla="*/ 844296 w 1179211"/>
                  <a:gd name="GluePoint150Y" fmla="*/ 56544 h 84574"/>
                  <a:gd name="GluePoint151X" fmla="*/ 838980 w 1179211"/>
                  <a:gd name="GluePoint151Y" fmla="*/ 53403 h 84574"/>
                  <a:gd name="GluePoint152X" fmla="*/ 833181 w 1179211"/>
                  <a:gd name="GluePoint152Y" fmla="*/ 51470 h 84574"/>
                  <a:gd name="GluePoint153X" fmla="*/ 824723 w 1179211"/>
                  <a:gd name="GluePoint153Y" fmla="*/ 47603 h 84574"/>
                  <a:gd name="GluePoint154X" fmla="*/ 821582 w 1179211"/>
                  <a:gd name="GluePoint154Y" fmla="*/ 40837 h 84574"/>
                  <a:gd name="GluePoint155X" fmla="*/ 824482 w 1179211"/>
                  <a:gd name="GluePoint155Y" fmla="*/ 35280 h 84574"/>
                  <a:gd name="GluePoint156X" fmla="*/ 831731 w 1179211"/>
                  <a:gd name="GluePoint156Y" fmla="*/ 33105 h 84574"/>
                  <a:gd name="GluePoint157X" fmla="*/ 838980 w 1179211"/>
                  <a:gd name="GluePoint157Y" fmla="*/ 34796 h 84574"/>
                  <a:gd name="GluePoint158X" fmla="*/ 843572 w 1179211"/>
                  <a:gd name="GluePoint158Y" fmla="*/ 38421 h 84574"/>
                  <a:gd name="GluePoint159X" fmla="*/ 848404 w 1179211"/>
                  <a:gd name="GluePoint159Y" fmla="*/ 32380 h 84574"/>
                  <a:gd name="GluePoint160X" fmla="*/ 842605 w 1179211"/>
                  <a:gd name="GluePoint160Y" fmla="*/ 28997 h 84574"/>
                  <a:gd name="GluePoint161X" fmla="*/ 832214 w 1179211"/>
                  <a:gd name="GluePoint161Y" fmla="*/ 27306 h 84574"/>
                  <a:gd name="GluePoint162X" fmla="*/ 824723 w 1179211"/>
                  <a:gd name="GluePoint162Y" fmla="*/ 28272 h 84574"/>
                  <a:gd name="GluePoint163X" fmla="*/ 818441 w 1179211"/>
                  <a:gd name="GluePoint163Y" fmla="*/ 31172 h 84574"/>
                  <a:gd name="GluePoint164X" fmla="*/ 814091 w 1179211"/>
                  <a:gd name="GluePoint164Y" fmla="*/ 36005 h 84574"/>
                  <a:gd name="GluePoint165X" fmla="*/ 812400 w 1179211"/>
                  <a:gd name="GluePoint165Y" fmla="*/ 42771 h 84574"/>
                  <a:gd name="GluePoint166X" fmla="*/ 813850 w 1179211"/>
                  <a:gd name="GluePoint166Y" fmla="*/ 50020 h 84574"/>
                  <a:gd name="GluePoint167X" fmla="*/ 817716 w 1179211"/>
                  <a:gd name="GluePoint167Y" fmla="*/ 54853 h 84574"/>
                  <a:gd name="GluePoint168X" fmla="*/ 822790 w 1179211"/>
                  <a:gd name="GluePoint168Y" fmla="*/ 57752 h 84574"/>
                  <a:gd name="GluePoint169X" fmla="*/ 828106 w 1179211"/>
                  <a:gd name="GluePoint169Y" fmla="*/ 59686 h 84574"/>
                  <a:gd name="GluePoint170X" fmla="*/ 836564 w 1179211"/>
                  <a:gd name="GluePoint170Y" fmla="*/ 63310 h 84574"/>
                  <a:gd name="GluePoint171X" fmla="*/ 839705 w 1179211"/>
                  <a:gd name="GluePoint171Y" fmla="*/ 70559 h 84574"/>
                  <a:gd name="GluePoint172X" fmla="*/ 837047 w 1179211"/>
                  <a:gd name="GluePoint172Y" fmla="*/ 77325 h 84574"/>
                  <a:gd name="GluePoint173X" fmla="*/ 829556 w 1179211"/>
                  <a:gd name="GluePoint173Y" fmla="*/ 79742 h 84574"/>
                  <a:gd name="GluePoint174X" fmla="*/ 824723 w 1179211"/>
                  <a:gd name="GluePoint174Y" fmla="*/ 79017 h 84574"/>
                  <a:gd name="GluePoint175X" fmla="*/ 820616 w 1179211"/>
                  <a:gd name="GluePoint175Y" fmla="*/ 76842 h 84574"/>
                  <a:gd name="GluePoint176X" fmla="*/ 817233 w 1179211"/>
                  <a:gd name="GluePoint176Y" fmla="*/ 74184 h 84574"/>
                  <a:gd name="GluePoint177X" fmla="*/ 814816 w 1179211"/>
                  <a:gd name="GluePoint177Y" fmla="*/ 71768 h 84574"/>
                  <a:gd name="GluePoint178X" fmla="*/ 809983 w 1179211"/>
                  <a:gd name="GluePoint178Y" fmla="*/ 79500 h 84574"/>
                  <a:gd name="GluePoint179X" fmla="*/ 829073 w 1179211"/>
                  <a:gd name="GluePoint179Y" fmla="*/ 85783 h 84574"/>
                  <a:gd name="GluePoint180X" fmla="*/ 836806 w 1179211"/>
                  <a:gd name="GluePoint180Y" fmla="*/ 84575 h 84574"/>
                  <a:gd name="GluePoint181X" fmla="*/ 843088 w 1179211"/>
                  <a:gd name="GluePoint181Y" fmla="*/ 81192 h 84574"/>
                  <a:gd name="GluePoint182X" fmla="*/ 847438 w 1179211"/>
                  <a:gd name="GluePoint182Y" fmla="*/ 75634 h 84574"/>
                  <a:gd name="GluePoint183X" fmla="*/ 849129 w 1179211"/>
                  <a:gd name="GluePoint183Y" fmla="*/ 68143 h 84574"/>
                  <a:gd name="GluePoint184X" fmla="*/ 848404 w 1179211"/>
                  <a:gd name="GluePoint184Y" fmla="*/ 61377 h 84574"/>
                  <a:gd name="GluePoint185X" fmla="*/ 796693 w 1179211"/>
                  <a:gd name="GluePoint185Y" fmla="*/ 61377 h 84574"/>
                  <a:gd name="GluePoint186X" fmla="*/ 792585 w 1179211"/>
                  <a:gd name="GluePoint186Y" fmla="*/ 56544 h 84574"/>
                  <a:gd name="GluePoint187X" fmla="*/ 787269 w 1179211"/>
                  <a:gd name="GluePoint187Y" fmla="*/ 53403 h 84574"/>
                  <a:gd name="GluePoint188X" fmla="*/ 781470 w 1179211"/>
                  <a:gd name="GluePoint188Y" fmla="*/ 51470 h 84574"/>
                  <a:gd name="GluePoint189X" fmla="*/ 773012 w 1179211"/>
                  <a:gd name="GluePoint189Y" fmla="*/ 47603 h 84574"/>
                  <a:gd name="GluePoint190X" fmla="*/ 769871 w 1179211"/>
                  <a:gd name="GluePoint190Y" fmla="*/ 40837 h 84574"/>
                  <a:gd name="GluePoint191X" fmla="*/ 772770 w 1179211"/>
                  <a:gd name="GluePoint191Y" fmla="*/ 35280 h 84574"/>
                  <a:gd name="GluePoint192X" fmla="*/ 780020 w 1179211"/>
                  <a:gd name="GluePoint192Y" fmla="*/ 33105 h 84574"/>
                  <a:gd name="GluePoint193X" fmla="*/ 787269 w 1179211"/>
                  <a:gd name="GluePoint193Y" fmla="*/ 34796 h 84574"/>
                  <a:gd name="GluePoint194X" fmla="*/ 791860 w 1179211"/>
                  <a:gd name="GluePoint194Y" fmla="*/ 38421 h 84574"/>
                  <a:gd name="GluePoint195X" fmla="*/ 796693 w 1179211"/>
                  <a:gd name="GluePoint195Y" fmla="*/ 32380 h 84574"/>
                  <a:gd name="GluePoint196X" fmla="*/ 790894 w 1179211"/>
                  <a:gd name="GluePoint196Y" fmla="*/ 28997 h 84574"/>
                  <a:gd name="GluePoint197X" fmla="*/ 780503 w 1179211"/>
                  <a:gd name="GluePoint197Y" fmla="*/ 27306 h 84574"/>
                  <a:gd name="GluePoint198X" fmla="*/ 773012 w 1179211"/>
                  <a:gd name="GluePoint198Y" fmla="*/ 28272 h 84574"/>
                  <a:gd name="GluePoint199X" fmla="*/ 766729 w 1179211"/>
                  <a:gd name="GluePoint199Y" fmla="*/ 31172 h 84574"/>
                  <a:gd name="GluePoint200X" fmla="*/ 762380 w 1179211"/>
                  <a:gd name="GluePoint200Y" fmla="*/ 36005 h 84574"/>
                  <a:gd name="GluePoint201X" fmla="*/ 760688 w 1179211"/>
                  <a:gd name="GluePoint201Y" fmla="*/ 42771 h 84574"/>
                  <a:gd name="GluePoint202X" fmla="*/ 762138 w 1179211"/>
                  <a:gd name="GluePoint202Y" fmla="*/ 50020 h 84574"/>
                  <a:gd name="GluePoint203X" fmla="*/ 766005 w 1179211"/>
                  <a:gd name="GluePoint203Y" fmla="*/ 54853 h 84574"/>
                  <a:gd name="GluePoint204X" fmla="*/ 771079 w 1179211"/>
                  <a:gd name="GluePoint204Y" fmla="*/ 57752 h 84574"/>
                  <a:gd name="GluePoint205X" fmla="*/ 776395 w 1179211"/>
                  <a:gd name="GluePoint205Y" fmla="*/ 59686 h 84574"/>
                  <a:gd name="GluePoint206X" fmla="*/ 784853 w 1179211"/>
                  <a:gd name="GluePoint206Y" fmla="*/ 63310 h 84574"/>
                  <a:gd name="GluePoint207X" fmla="*/ 787994 w 1179211"/>
                  <a:gd name="GluePoint207Y" fmla="*/ 70559 h 84574"/>
                  <a:gd name="GluePoint208X" fmla="*/ 785336 w 1179211"/>
                  <a:gd name="GluePoint208Y" fmla="*/ 77325 h 84574"/>
                  <a:gd name="GluePoint209X" fmla="*/ 777845 w 1179211"/>
                  <a:gd name="GluePoint209Y" fmla="*/ 79742 h 84574"/>
                  <a:gd name="GluePoint210X" fmla="*/ 773012 w 1179211"/>
                  <a:gd name="GluePoint210Y" fmla="*/ 79017 h 84574"/>
                  <a:gd name="GluePoint211X" fmla="*/ 768904 w 1179211"/>
                  <a:gd name="GluePoint211Y" fmla="*/ 76842 h 84574"/>
                  <a:gd name="GluePoint212X" fmla="*/ 765521 w 1179211"/>
                  <a:gd name="GluePoint212Y" fmla="*/ 74184 h 84574"/>
                  <a:gd name="GluePoint213X" fmla="*/ 763105 w 1179211"/>
                  <a:gd name="GluePoint213Y" fmla="*/ 71768 h 84574"/>
                  <a:gd name="GluePoint214X" fmla="*/ 758272 w 1179211"/>
                  <a:gd name="GluePoint214Y" fmla="*/ 79500 h 84574"/>
                  <a:gd name="GluePoint215X" fmla="*/ 777362 w 1179211"/>
                  <a:gd name="GluePoint215Y" fmla="*/ 85783 h 84574"/>
                  <a:gd name="GluePoint216X" fmla="*/ 785094 w 1179211"/>
                  <a:gd name="GluePoint216Y" fmla="*/ 84575 h 84574"/>
                  <a:gd name="GluePoint217X" fmla="*/ 791377 w 1179211"/>
                  <a:gd name="GluePoint217Y" fmla="*/ 81192 h 84574"/>
                  <a:gd name="GluePoint218X" fmla="*/ 795726 w 1179211"/>
                  <a:gd name="GluePoint218Y" fmla="*/ 75634 h 84574"/>
                  <a:gd name="GluePoint219X" fmla="*/ 797418 w 1179211"/>
                  <a:gd name="GluePoint219Y" fmla="*/ 68143 h 84574"/>
                  <a:gd name="GluePoint220X" fmla="*/ 796693 w 1179211"/>
                  <a:gd name="GluePoint220Y" fmla="*/ 61377 h 84574"/>
                  <a:gd name="GluePoint221X" fmla="*/ 711393 w 1179211"/>
                  <a:gd name="GluePoint221Y" fmla="*/ 6041 h 84574"/>
                  <a:gd name="GluePoint222X" fmla="*/ 707286 w 1179211"/>
                  <a:gd name="GluePoint222Y" fmla="*/ 4350 h 84574"/>
                  <a:gd name="GluePoint223X" fmla="*/ 703178 w 1179211"/>
                  <a:gd name="GluePoint223Y" fmla="*/ 6041 h 84574"/>
                  <a:gd name="GluePoint224X" fmla="*/ 701486 w 1179211"/>
                  <a:gd name="GluePoint224Y" fmla="*/ 9907 h 84574"/>
                  <a:gd name="GluePoint225X" fmla="*/ 703178 w 1179211"/>
                  <a:gd name="GluePoint225Y" fmla="*/ 13774 h 84574"/>
                  <a:gd name="GluePoint226X" fmla="*/ 707286 w 1179211"/>
                  <a:gd name="GluePoint226Y" fmla="*/ 15465 h 84574"/>
                  <a:gd name="GluePoint227X" fmla="*/ 711393 w 1179211"/>
                  <a:gd name="GluePoint227Y" fmla="*/ 13774 h 84574"/>
                  <a:gd name="GluePoint228X" fmla="*/ 713085 w 1179211"/>
                  <a:gd name="GluePoint228Y" fmla="*/ 9907 h 84574"/>
                  <a:gd name="GluePoint229X" fmla="*/ 711393 w 1179211"/>
                  <a:gd name="GluePoint229Y" fmla="*/ 6041 h 84574"/>
                  <a:gd name="GluePoint230X" fmla="*/ 734833 w 1179211"/>
                  <a:gd name="GluePoint230Y" fmla="*/ 6041 h 84574"/>
                  <a:gd name="GluePoint231X" fmla="*/ 730725 w 1179211"/>
                  <a:gd name="GluePoint231Y" fmla="*/ 4350 h 84574"/>
                  <a:gd name="GluePoint232X" fmla="*/ 726617 w 1179211"/>
                  <a:gd name="GluePoint232Y" fmla="*/ 6041 h 84574"/>
                  <a:gd name="GluePoint233X" fmla="*/ 724925 w 1179211"/>
                  <a:gd name="GluePoint233Y" fmla="*/ 9907 h 84574"/>
                  <a:gd name="GluePoint234X" fmla="*/ 726617 w 1179211"/>
                  <a:gd name="GluePoint234Y" fmla="*/ 13774 h 84574"/>
                  <a:gd name="GluePoint235X" fmla="*/ 730725 w 1179211"/>
                  <a:gd name="GluePoint235Y" fmla="*/ 15465 h 84574"/>
                  <a:gd name="GluePoint236X" fmla="*/ 734833 w 1179211"/>
                  <a:gd name="GluePoint236Y" fmla="*/ 13774 h 84574"/>
                  <a:gd name="GluePoint237X" fmla="*/ 736524 w 1179211"/>
                  <a:gd name="GluePoint237Y" fmla="*/ 9907 h 84574"/>
                  <a:gd name="GluePoint238X" fmla="*/ 734833 w 1179211"/>
                  <a:gd name="GluePoint238Y" fmla="*/ 6041 h 84574"/>
                  <a:gd name="GluePoint239X" fmla="*/ 695445 w 1179211"/>
                  <a:gd name="GluePoint239Y" fmla="*/ 28997 h 84574"/>
                  <a:gd name="GluePoint240X" fmla="*/ 695445 w 1179211"/>
                  <a:gd name="GluePoint240Y" fmla="*/ 63552 h 84574"/>
                  <a:gd name="GluePoint241X" fmla="*/ 695928 w 1179211"/>
                  <a:gd name="GluePoint241Y" fmla="*/ 72009 h 84574"/>
                  <a:gd name="GluePoint242X" fmla="*/ 698103 w 1179211"/>
                  <a:gd name="GluePoint242Y" fmla="*/ 79017 h 84574"/>
                  <a:gd name="GluePoint243X" fmla="*/ 703903 w 1179211"/>
                  <a:gd name="GluePoint243Y" fmla="*/ 83850 h 84574"/>
                  <a:gd name="GluePoint244X" fmla="*/ 714535 w 1179211"/>
                  <a:gd name="GluePoint244Y" fmla="*/ 85783 h 84574"/>
                  <a:gd name="GluePoint245X" fmla="*/ 722026 w 1179211"/>
                  <a:gd name="GluePoint245Y" fmla="*/ 84575 h 84574"/>
                  <a:gd name="GluePoint246X" fmla="*/ 727342 w 1179211"/>
                  <a:gd name="GluePoint246Y" fmla="*/ 81433 h 84574"/>
                  <a:gd name="GluePoint247X" fmla="*/ 730725 w 1179211"/>
                  <a:gd name="GluePoint247Y" fmla="*/ 77809 h 84574"/>
                  <a:gd name="GluePoint248X" fmla="*/ 732658 w 1179211"/>
                  <a:gd name="GluePoint248Y" fmla="*/ 75151 h 84574"/>
                  <a:gd name="GluePoint249X" fmla="*/ 733866 w 1179211"/>
                  <a:gd name="GluePoint249Y" fmla="*/ 84575 h 84574"/>
                  <a:gd name="GluePoint250X" fmla="*/ 743290 w 1179211"/>
                  <a:gd name="GluePoint250Y" fmla="*/ 83608 h 84574"/>
                  <a:gd name="GluePoint251X" fmla="*/ 743049 w 1179211"/>
                  <a:gd name="GluePoint251Y" fmla="*/ 81433 h 84574"/>
                  <a:gd name="GluePoint252X" fmla="*/ 742565 w 1179211"/>
                  <a:gd name="GluePoint252Y" fmla="*/ 77809 h 84574"/>
                  <a:gd name="GluePoint253X" fmla="*/ 742324 w 1179211"/>
                  <a:gd name="GluePoint253Y" fmla="*/ 73701 h 84574"/>
                  <a:gd name="GluePoint254X" fmla="*/ 742082 w 1179211"/>
                  <a:gd name="GluePoint254Y" fmla="*/ 69593 h 84574"/>
                  <a:gd name="GluePoint255X" fmla="*/ 742082 w 1179211"/>
                  <a:gd name="GluePoint255Y" fmla="*/ 28755 h 84574"/>
                  <a:gd name="GluePoint256X" fmla="*/ 732175 w 1179211"/>
                  <a:gd name="GluePoint256Y" fmla="*/ 28755 h 84574"/>
                  <a:gd name="GluePoint257X" fmla="*/ 732175 w 1179211"/>
                  <a:gd name="GluePoint257Y" fmla="*/ 59686 h 84574"/>
                  <a:gd name="GluePoint258X" fmla="*/ 730966 w 1179211"/>
                  <a:gd name="GluePoint258Y" fmla="*/ 66935 h 84574"/>
                  <a:gd name="GluePoint259X" fmla="*/ 727583 w 1179211"/>
                  <a:gd name="GluePoint259Y" fmla="*/ 72734 h 84574"/>
                  <a:gd name="GluePoint260X" fmla="*/ 722751 w 1179211"/>
                  <a:gd name="GluePoint260Y" fmla="*/ 76600 h 84574"/>
                  <a:gd name="GluePoint261X" fmla="*/ 716468 w 1179211"/>
                  <a:gd name="GluePoint261Y" fmla="*/ 78050 h 84574"/>
                  <a:gd name="GluePoint262X" fmla="*/ 710427 w 1179211"/>
                  <a:gd name="GluePoint262Y" fmla="*/ 77084 h 84574"/>
                  <a:gd name="GluePoint263X" fmla="*/ 706802 w 1179211"/>
                  <a:gd name="GluePoint263Y" fmla="*/ 74184 h 84574"/>
                  <a:gd name="GluePoint264X" fmla="*/ 705111 w 1179211"/>
                  <a:gd name="GluePoint264Y" fmla="*/ 69593 h 84574"/>
                  <a:gd name="GluePoint265X" fmla="*/ 704628 w 1179211"/>
                  <a:gd name="GluePoint265Y" fmla="*/ 63310 h 84574"/>
                  <a:gd name="GluePoint266X" fmla="*/ 704628 w 1179211"/>
                  <a:gd name="GluePoint266Y" fmla="*/ 28755 h 84574"/>
                  <a:gd name="GluePoint267X" fmla="*/ 695445 w 1179211"/>
                  <a:gd name="GluePoint267Y" fmla="*/ 28755 h 84574"/>
                  <a:gd name="GluePoint268X" fmla="*/ 664515 w 1179211"/>
                  <a:gd name="GluePoint268Y" fmla="*/ 60894 h 84574"/>
                  <a:gd name="GluePoint269X" fmla="*/ 657991 w 1179211"/>
                  <a:gd name="GluePoint269Y" fmla="*/ 71284 h 84574"/>
                  <a:gd name="GluePoint270X" fmla="*/ 648325 w 1179211"/>
                  <a:gd name="GluePoint270Y" fmla="*/ 76600 h 84574"/>
                  <a:gd name="GluePoint271X" fmla="*/ 636726 w 1179211"/>
                  <a:gd name="GluePoint271Y" fmla="*/ 78050 h 84574"/>
                  <a:gd name="GluePoint272X" fmla="*/ 631893 w 1179211"/>
                  <a:gd name="GluePoint272Y" fmla="*/ 77809 h 84574"/>
                  <a:gd name="GluePoint273X" fmla="*/ 626577 w 1179211"/>
                  <a:gd name="GluePoint273Y" fmla="*/ 77325 h 84574"/>
                  <a:gd name="GluePoint274X" fmla="*/ 626577 w 1179211"/>
                  <a:gd name="GluePoint274Y" fmla="*/ 10874 h 84574"/>
                  <a:gd name="GluePoint275X" fmla="*/ 630927 w 1179211"/>
                  <a:gd name="GluePoint275Y" fmla="*/ 10632 h 84574"/>
                  <a:gd name="GluePoint276X" fmla="*/ 635276 w 1179211"/>
                  <a:gd name="GluePoint276Y" fmla="*/ 10632 h 84574"/>
                  <a:gd name="GluePoint277X" fmla="*/ 659440 w 1179211"/>
                  <a:gd name="GluePoint277Y" fmla="*/ 18848 h 84574"/>
                  <a:gd name="GluePoint278X" fmla="*/ 666931 w 1179211"/>
                  <a:gd name="GluePoint278Y" fmla="*/ 44220 h 84574"/>
                  <a:gd name="GluePoint279X" fmla="*/ 664515 w 1179211"/>
                  <a:gd name="GluePoint279Y" fmla="*/ 60894 h 84574"/>
                  <a:gd name="GluePoint280X" fmla="*/ 675389 w 1179211"/>
                  <a:gd name="GluePoint280Y" fmla="*/ 25856 h 84574"/>
                  <a:gd name="GluePoint281X" fmla="*/ 667173 w 1179211"/>
                  <a:gd name="GluePoint281Y" fmla="*/ 13774 h 84574"/>
                  <a:gd name="GluePoint282X" fmla="*/ 654366 w 1179211"/>
                  <a:gd name="GluePoint282Y" fmla="*/ 6524 h 84574"/>
                  <a:gd name="GluePoint283X" fmla="*/ 637451 w 1179211"/>
                  <a:gd name="GluePoint283Y" fmla="*/ 4108 h 84574"/>
                  <a:gd name="GluePoint284X" fmla="*/ 631168 w 1179211"/>
                  <a:gd name="GluePoint284Y" fmla="*/ 4108 h 84574"/>
                  <a:gd name="GluePoint285X" fmla="*/ 627060 w 1179211"/>
                  <a:gd name="GluePoint285Y" fmla="*/ 4350 h 84574"/>
                  <a:gd name="GluePoint286X" fmla="*/ 622953 w 1179211"/>
                  <a:gd name="GluePoint286Y" fmla="*/ 4350 h 84574"/>
                  <a:gd name="GluePoint287X" fmla="*/ 616670 w 1179211"/>
                  <a:gd name="GluePoint287Y" fmla="*/ 4591 h 84574"/>
                  <a:gd name="GluePoint288X" fmla="*/ 616670 w 1179211"/>
                  <a:gd name="GluePoint288Y" fmla="*/ 84091 h 84574"/>
                  <a:gd name="GluePoint289X" fmla="*/ 625611 w 1179211"/>
                  <a:gd name="GluePoint289Y" fmla="*/ 84333 h 84574"/>
                  <a:gd name="GluePoint290X" fmla="*/ 637209 w 1179211"/>
                  <a:gd name="GluePoint290Y" fmla="*/ 84575 h 84574"/>
                  <a:gd name="GluePoint291X" fmla="*/ 650741 w 1179211"/>
                  <a:gd name="GluePoint291Y" fmla="*/ 82883 h 84574"/>
                  <a:gd name="GluePoint292X" fmla="*/ 664032 w 1179211"/>
                  <a:gd name="GluePoint292Y" fmla="*/ 76842 h 84574"/>
                  <a:gd name="GluePoint293X" fmla="*/ 674181 w 1179211"/>
                  <a:gd name="GluePoint293Y" fmla="*/ 64518 h 84574"/>
                  <a:gd name="GluePoint294X" fmla="*/ 678289 w 1179211"/>
                  <a:gd name="GluePoint294Y" fmla="*/ 43979 h 84574"/>
                  <a:gd name="GluePoint295X" fmla="*/ 675389 w 1179211"/>
                  <a:gd name="GluePoint295Y" fmla="*/ 25856 h 84574"/>
                  <a:gd name="GluePoint296X" fmla="*/ 562059 w 1179211"/>
                  <a:gd name="GluePoint296Y" fmla="*/ 77325 h 84574"/>
                  <a:gd name="GluePoint297X" fmla="*/ 558918 w 1179211"/>
                  <a:gd name="GluePoint297Y" fmla="*/ 78534 h 84574"/>
                  <a:gd name="GluePoint298X" fmla="*/ 555776 w 1179211"/>
                  <a:gd name="GluePoint298Y" fmla="*/ 79017 h 84574"/>
                  <a:gd name="GluePoint299X" fmla="*/ 553360 w 1179211"/>
                  <a:gd name="GluePoint299Y" fmla="*/ 78534 h 84574"/>
                  <a:gd name="GluePoint300X" fmla="*/ 551185 w 1179211"/>
                  <a:gd name="GluePoint300Y" fmla="*/ 77567 h 84574"/>
                  <a:gd name="GluePoint301X" fmla="*/ 549010 w 1179211"/>
                  <a:gd name="GluePoint301Y" fmla="*/ 74184 h 84574"/>
                  <a:gd name="GluePoint302X" fmla="*/ 548769 w 1179211"/>
                  <a:gd name="GluePoint302Y" fmla="*/ 67901 h 84574"/>
                  <a:gd name="GluePoint303X" fmla="*/ 548769 w 1179211"/>
                  <a:gd name="GluePoint303Y" fmla="*/ 35280 h 84574"/>
                  <a:gd name="GluePoint304X" fmla="*/ 561817 w 1179211"/>
                  <a:gd name="GluePoint304Y" fmla="*/ 35280 h 84574"/>
                  <a:gd name="GluePoint305X" fmla="*/ 561817 w 1179211"/>
                  <a:gd name="GluePoint305Y" fmla="*/ 28997 h 84574"/>
                  <a:gd name="GluePoint306X" fmla="*/ 548769 w 1179211"/>
                  <a:gd name="GluePoint306Y" fmla="*/ 28997 h 84574"/>
                  <a:gd name="GluePoint307X" fmla="*/ 548769 w 1179211"/>
                  <a:gd name="GluePoint307Y" fmla="*/ 12807 h 84574"/>
                  <a:gd name="GluePoint308X" fmla="*/ 539103 w 1179211"/>
                  <a:gd name="GluePoint308Y" fmla="*/ 14982 h 84574"/>
                  <a:gd name="GluePoint309X" fmla="*/ 539103 w 1179211"/>
                  <a:gd name="GluePoint309Y" fmla="*/ 28997 h 84574"/>
                  <a:gd name="GluePoint310X" fmla="*/ 529679 w 1179211"/>
                  <a:gd name="GluePoint310Y" fmla="*/ 28997 h 84574"/>
                  <a:gd name="GluePoint311X" fmla="*/ 529679 w 1179211"/>
                  <a:gd name="GluePoint311Y" fmla="*/ 35280 h 84574"/>
                  <a:gd name="GluePoint312X" fmla="*/ 539103 w 1179211"/>
                  <a:gd name="GluePoint312Y" fmla="*/ 35280 h 84574"/>
                  <a:gd name="GluePoint313X" fmla="*/ 539103 w 1179211"/>
                  <a:gd name="GluePoint313Y" fmla="*/ 68868 h 84574"/>
                  <a:gd name="GluePoint314X" fmla="*/ 539345 w 1179211"/>
                  <a:gd name="GluePoint314Y" fmla="*/ 76117 h 84574"/>
                  <a:gd name="GluePoint315X" fmla="*/ 541278 w 1179211"/>
                  <a:gd name="GluePoint315Y" fmla="*/ 81433 h 84574"/>
                  <a:gd name="GluePoint316X" fmla="*/ 545869 w 1179211"/>
                  <a:gd name="GluePoint316Y" fmla="*/ 84816 h 84574"/>
                  <a:gd name="GluePoint317X" fmla="*/ 551910 w 1179211"/>
                  <a:gd name="GluePoint317Y" fmla="*/ 85783 h 84574"/>
                  <a:gd name="GluePoint318X" fmla="*/ 558434 w 1179211"/>
                  <a:gd name="GluePoint318Y" fmla="*/ 84816 h 84574"/>
                  <a:gd name="GluePoint319X" fmla="*/ 563992 w 1179211"/>
                  <a:gd name="GluePoint319Y" fmla="*/ 82158 h 84574"/>
                  <a:gd name="GluePoint320X" fmla="*/ 562059 w 1179211"/>
                  <a:gd name="GluePoint320Y" fmla="*/ 77325 h 84574"/>
                  <a:gd name="GluePoint321X" fmla="*/ 487392 w 1179211"/>
                  <a:gd name="GluePoint321Y" fmla="*/ 6041 h 84574"/>
                  <a:gd name="GluePoint322X" fmla="*/ 483284 w 1179211"/>
                  <a:gd name="GluePoint322Y" fmla="*/ 4350 h 84574"/>
                  <a:gd name="GluePoint323X" fmla="*/ 479176 w 1179211"/>
                  <a:gd name="GluePoint323Y" fmla="*/ 6041 h 84574"/>
                  <a:gd name="GluePoint324X" fmla="*/ 477484 w 1179211"/>
                  <a:gd name="GluePoint324Y" fmla="*/ 9907 h 84574"/>
                  <a:gd name="GluePoint325X" fmla="*/ 479176 w 1179211"/>
                  <a:gd name="GluePoint325Y" fmla="*/ 13774 h 84574"/>
                  <a:gd name="GluePoint326X" fmla="*/ 483284 w 1179211"/>
                  <a:gd name="GluePoint326Y" fmla="*/ 15465 h 84574"/>
                  <a:gd name="GluePoint327X" fmla="*/ 487392 w 1179211"/>
                  <a:gd name="GluePoint327Y" fmla="*/ 13774 h 84574"/>
                  <a:gd name="GluePoint328X" fmla="*/ 489083 w 1179211"/>
                  <a:gd name="GluePoint328Y" fmla="*/ 9907 h 84574"/>
                  <a:gd name="GluePoint329X" fmla="*/ 487392 w 1179211"/>
                  <a:gd name="GluePoint329Y" fmla="*/ 6041 h 84574"/>
                  <a:gd name="GluePoint330X" fmla="*/ 510589 w 1179211"/>
                  <a:gd name="GluePoint330Y" fmla="*/ 6041 h 84574"/>
                  <a:gd name="GluePoint331X" fmla="*/ 506481 w 1179211"/>
                  <a:gd name="GluePoint331Y" fmla="*/ 4350 h 84574"/>
                  <a:gd name="GluePoint332X" fmla="*/ 502373 w 1179211"/>
                  <a:gd name="GluePoint332Y" fmla="*/ 6041 h 84574"/>
                  <a:gd name="GluePoint333X" fmla="*/ 500682 w 1179211"/>
                  <a:gd name="GluePoint333Y" fmla="*/ 9907 h 84574"/>
                  <a:gd name="GluePoint334X" fmla="*/ 502373 w 1179211"/>
                  <a:gd name="GluePoint334Y" fmla="*/ 13774 h 84574"/>
                  <a:gd name="GluePoint335X" fmla="*/ 506481 w 1179211"/>
                  <a:gd name="GluePoint335Y" fmla="*/ 15465 h 84574"/>
                  <a:gd name="GluePoint336X" fmla="*/ 510589 w 1179211"/>
                  <a:gd name="GluePoint336Y" fmla="*/ 13774 h 84574"/>
                  <a:gd name="GluePoint337X" fmla="*/ 512281 w 1179211"/>
                  <a:gd name="GluePoint337Y" fmla="*/ 9907 h 84574"/>
                  <a:gd name="GluePoint338X" fmla="*/ 510589 w 1179211"/>
                  <a:gd name="GluePoint338Y" fmla="*/ 6041 h 84574"/>
                  <a:gd name="GluePoint339X" fmla="*/ 504548 w 1179211"/>
                  <a:gd name="GluePoint339Y" fmla="*/ 62827 h 84574"/>
                  <a:gd name="GluePoint340X" fmla="*/ 504306 w 1179211"/>
                  <a:gd name="GluePoint340Y" fmla="*/ 67660 h 84574"/>
                  <a:gd name="GluePoint341X" fmla="*/ 502373 w 1179211"/>
                  <a:gd name="GluePoint341Y" fmla="*/ 72976 h 84574"/>
                  <a:gd name="GluePoint342X" fmla="*/ 498990 w 1179211"/>
                  <a:gd name="GluePoint342Y" fmla="*/ 76600 h 84574"/>
                  <a:gd name="GluePoint343X" fmla="*/ 495124 w 1179211"/>
                  <a:gd name="GluePoint343Y" fmla="*/ 78534 h 84574"/>
                  <a:gd name="GluePoint344X" fmla="*/ 491741 w 1179211"/>
                  <a:gd name="GluePoint344Y" fmla="*/ 79017 h 84574"/>
                  <a:gd name="GluePoint345X" fmla="*/ 488116 w 1179211"/>
                  <a:gd name="GluePoint345Y" fmla="*/ 78534 h 84574"/>
                  <a:gd name="GluePoint346X" fmla="*/ 484975 w 1179211"/>
                  <a:gd name="GluePoint346Y" fmla="*/ 76842 h 84574"/>
                  <a:gd name="GluePoint347X" fmla="*/ 482800 w 1179211"/>
                  <a:gd name="GluePoint347Y" fmla="*/ 73942 h 84574"/>
                  <a:gd name="GluePoint348X" fmla="*/ 482075 w 1179211"/>
                  <a:gd name="GluePoint348Y" fmla="*/ 69351 h 84574"/>
                  <a:gd name="GluePoint349X" fmla="*/ 483284 w 1179211"/>
                  <a:gd name="GluePoint349Y" fmla="*/ 64760 h 84574"/>
                  <a:gd name="GluePoint350X" fmla="*/ 486183 w 1179211"/>
                  <a:gd name="GluePoint350Y" fmla="*/ 61619 h 84574"/>
                  <a:gd name="GluePoint351X" fmla="*/ 489566 w 1179211"/>
                  <a:gd name="GluePoint351Y" fmla="*/ 59686 h 84574"/>
                  <a:gd name="GluePoint352X" fmla="*/ 492708 w 1179211"/>
                  <a:gd name="GluePoint352Y" fmla="*/ 58719 h 84574"/>
                  <a:gd name="GluePoint353X" fmla="*/ 496091 w 1179211"/>
                  <a:gd name="GluePoint353Y" fmla="*/ 58236 h 84574"/>
                  <a:gd name="GluePoint354X" fmla="*/ 499715 w 1179211"/>
                  <a:gd name="GluePoint354Y" fmla="*/ 57994 h 84574"/>
                  <a:gd name="GluePoint355X" fmla="*/ 502857 w 1179211"/>
                  <a:gd name="GluePoint355Y" fmla="*/ 57752 h 84574"/>
                  <a:gd name="GluePoint356X" fmla="*/ 505031 w 1179211"/>
                  <a:gd name="GluePoint356Y" fmla="*/ 57752 h 84574"/>
                  <a:gd name="GluePoint357X" fmla="*/ 504548 w 1179211"/>
                  <a:gd name="GluePoint357Y" fmla="*/ 62827 h 84574"/>
                  <a:gd name="GluePoint358X" fmla="*/ 522188 w 1179211"/>
                  <a:gd name="GluePoint358Y" fmla="*/ 78292 h 84574"/>
                  <a:gd name="GluePoint359X" fmla="*/ 517838 w 1179211"/>
                  <a:gd name="GluePoint359Y" fmla="*/ 79017 h 84574"/>
                  <a:gd name="GluePoint360X" fmla="*/ 514939 w 1179211"/>
                  <a:gd name="GluePoint360Y" fmla="*/ 77809 h 84574"/>
                  <a:gd name="GluePoint361X" fmla="*/ 513972 w 1179211"/>
                  <a:gd name="GluePoint361Y" fmla="*/ 72734 h 84574"/>
                  <a:gd name="GluePoint362X" fmla="*/ 513972 w 1179211"/>
                  <a:gd name="GluePoint362Y" fmla="*/ 43496 h 84574"/>
                  <a:gd name="GluePoint363X" fmla="*/ 513972 w 1179211"/>
                  <a:gd name="GluePoint363Y" fmla="*/ 40354 h 84574"/>
                  <a:gd name="GluePoint364X" fmla="*/ 513489 w 1179211"/>
                  <a:gd name="GluePoint364Y" fmla="*/ 36971 h 84574"/>
                  <a:gd name="GluePoint365X" fmla="*/ 512281 w 1179211"/>
                  <a:gd name="GluePoint365Y" fmla="*/ 33830 h 84574"/>
                  <a:gd name="GluePoint366X" fmla="*/ 509864 w 1179211"/>
                  <a:gd name="GluePoint366Y" fmla="*/ 31172 h 84574"/>
                  <a:gd name="GluePoint367X" fmla="*/ 502615 w 1179211"/>
                  <a:gd name="GluePoint367Y" fmla="*/ 27789 h 84574"/>
                  <a:gd name="GluePoint368X" fmla="*/ 494882 w 1179211"/>
                  <a:gd name="GluePoint368Y" fmla="*/ 27064 h 84574"/>
                  <a:gd name="GluePoint369X" fmla="*/ 488116 w 1179211"/>
                  <a:gd name="GluePoint369Y" fmla="*/ 27789 h 84574"/>
                  <a:gd name="GluePoint370X" fmla="*/ 482075 w 1179211"/>
                  <a:gd name="GluePoint370Y" fmla="*/ 29964 h 84574"/>
                  <a:gd name="GluePoint371X" fmla="*/ 477243 w 1179211"/>
                  <a:gd name="GluePoint371Y" fmla="*/ 33830 h 84574"/>
                  <a:gd name="GluePoint372X" fmla="*/ 474584 w 1179211"/>
                  <a:gd name="GluePoint372Y" fmla="*/ 40113 h 84574"/>
                  <a:gd name="GluePoint373X" fmla="*/ 482317 w 1179211"/>
                  <a:gd name="GluePoint373Y" fmla="*/ 42529 h 84574"/>
                  <a:gd name="GluePoint374X" fmla="*/ 483284 w 1179211"/>
                  <a:gd name="GluePoint374Y" fmla="*/ 38904 h 84574"/>
                  <a:gd name="GluePoint375X" fmla="*/ 485217 w 1179211"/>
                  <a:gd name="GluePoint375Y" fmla="*/ 36005 h 84574"/>
                  <a:gd name="GluePoint376X" fmla="*/ 488600 w 1179211"/>
                  <a:gd name="GluePoint376Y" fmla="*/ 33830 h 84574"/>
                  <a:gd name="GluePoint377X" fmla="*/ 493916 w 1179211"/>
                  <a:gd name="GluePoint377Y" fmla="*/ 33105 h 84574"/>
                  <a:gd name="GluePoint378X" fmla="*/ 497299 w 1179211"/>
                  <a:gd name="GluePoint378Y" fmla="*/ 33347 h 84574"/>
                  <a:gd name="GluePoint379X" fmla="*/ 500440 w 1179211"/>
                  <a:gd name="GluePoint379Y" fmla="*/ 34313 h 84574"/>
                  <a:gd name="GluePoint380X" fmla="*/ 503582 w 1179211"/>
                  <a:gd name="GluePoint380Y" fmla="*/ 37213 h 84574"/>
                  <a:gd name="GluePoint381X" fmla="*/ 504548 w 1179211"/>
                  <a:gd name="GluePoint381Y" fmla="*/ 42287 h 84574"/>
                  <a:gd name="GluePoint382X" fmla="*/ 504548 w 1179211"/>
                  <a:gd name="GluePoint382Y" fmla="*/ 51711 h 84574"/>
                  <a:gd name="GluePoint383X" fmla="*/ 497057 w 1179211"/>
                  <a:gd name="GluePoint383Y" fmla="*/ 51953 h 84574"/>
                  <a:gd name="GluePoint384X" fmla="*/ 491016 w 1179211"/>
                  <a:gd name="GluePoint384Y" fmla="*/ 52436 h 84574"/>
                  <a:gd name="GluePoint385X" fmla="*/ 483525 w 1179211"/>
                  <a:gd name="GluePoint385Y" fmla="*/ 54369 h 84574"/>
                  <a:gd name="GluePoint386X" fmla="*/ 477484 w 1179211"/>
                  <a:gd name="GluePoint386Y" fmla="*/ 57994 h 84574"/>
                  <a:gd name="GluePoint387X" fmla="*/ 473618 w 1179211"/>
                  <a:gd name="GluePoint387Y" fmla="*/ 63310 h 84574"/>
                  <a:gd name="GluePoint388X" fmla="*/ 472168 w 1179211"/>
                  <a:gd name="GluePoint388Y" fmla="*/ 70076 h 84574"/>
                  <a:gd name="GluePoint389X" fmla="*/ 473618 w 1179211"/>
                  <a:gd name="GluePoint389Y" fmla="*/ 76842 h 84574"/>
                  <a:gd name="GluePoint390X" fmla="*/ 477243 w 1179211"/>
                  <a:gd name="GluePoint390Y" fmla="*/ 81675 h 84574"/>
                  <a:gd name="GluePoint391X" fmla="*/ 482317 w 1179211"/>
                  <a:gd name="GluePoint391Y" fmla="*/ 84575 h 84574"/>
                  <a:gd name="GluePoint392X" fmla="*/ 488116 w 1179211"/>
                  <a:gd name="GluePoint392Y" fmla="*/ 85541 h 84574"/>
                  <a:gd name="GluePoint393X" fmla="*/ 499232 w 1179211"/>
                  <a:gd name="GluePoint393Y" fmla="*/ 82641 h 84574"/>
                  <a:gd name="GluePoint394X" fmla="*/ 505031 w 1179211"/>
                  <a:gd name="GluePoint394Y" fmla="*/ 75634 h 84574"/>
                  <a:gd name="GluePoint395X" fmla="*/ 507689 w 1179211"/>
                  <a:gd name="GluePoint395Y" fmla="*/ 82158 h 84574"/>
                  <a:gd name="GluePoint396X" fmla="*/ 514214 w 1179211"/>
                  <a:gd name="GluePoint396Y" fmla="*/ 84816 h 84574"/>
                  <a:gd name="GluePoint397X" fmla="*/ 519047 w 1179211"/>
                  <a:gd name="GluePoint397Y" fmla="*/ 84333 h 84574"/>
                  <a:gd name="GluePoint398X" fmla="*/ 522430 w 1179211"/>
                  <a:gd name="GluePoint398Y" fmla="*/ 83608 h 84574"/>
                  <a:gd name="GluePoint399X" fmla="*/ 522430 w 1179211"/>
                  <a:gd name="GluePoint399Y" fmla="*/ 78292 h 84574"/>
                  <a:gd name="GluePoint400X" fmla="*/ 458636 w 1179211"/>
                  <a:gd name="GluePoint400Y" fmla="*/ 77325 h 84574"/>
                  <a:gd name="GluePoint401X" fmla="*/ 455495 w 1179211"/>
                  <a:gd name="GluePoint401Y" fmla="*/ 78534 h 84574"/>
                  <a:gd name="GluePoint402X" fmla="*/ 452353 w 1179211"/>
                  <a:gd name="GluePoint402Y" fmla="*/ 79017 h 84574"/>
                  <a:gd name="GluePoint403X" fmla="*/ 449937 w 1179211"/>
                  <a:gd name="GluePoint403Y" fmla="*/ 78534 h 84574"/>
                  <a:gd name="GluePoint404X" fmla="*/ 447762 w 1179211"/>
                  <a:gd name="GluePoint404Y" fmla="*/ 77567 h 84574"/>
                  <a:gd name="GluePoint405X" fmla="*/ 445587 w 1179211"/>
                  <a:gd name="GluePoint405Y" fmla="*/ 74184 h 84574"/>
                  <a:gd name="GluePoint406X" fmla="*/ 445346 w 1179211"/>
                  <a:gd name="GluePoint406Y" fmla="*/ 67901 h 84574"/>
                  <a:gd name="GluePoint407X" fmla="*/ 445346 w 1179211"/>
                  <a:gd name="GluePoint407Y" fmla="*/ 35280 h 84574"/>
                  <a:gd name="GluePoint408X" fmla="*/ 458394 w 1179211"/>
                  <a:gd name="GluePoint408Y" fmla="*/ 35280 h 84574"/>
                  <a:gd name="GluePoint409X" fmla="*/ 458394 w 1179211"/>
                  <a:gd name="GluePoint409Y" fmla="*/ 28997 h 84574"/>
                  <a:gd name="GluePoint410X" fmla="*/ 445346 w 1179211"/>
                  <a:gd name="GluePoint410Y" fmla="*/ 28997 h 84574"/>
                  <a:gd name="GluePoint411X" fmla="*/ 445346 w 1179211"/>
                  <a:gd name="GluePoint411Y" fmla="*/ 12807 h 84574"/>
                  <a:gd name="GluePoint412X" fmla="*/ 435680 w 1179211"/>
                  <a:gd name="GluePoint412Y" fmla="*/ 14982 h 84574"/>
                  <a:gd name="GluePoint413X" fmla="*/ 435680 w 1179211"/>
                  <a:gd name="GluePoint413Y" fmla="*/ 28997 h 84574"/>
                  <a:gd name="GluePoint414X" fmla="*/ 426256 w 1179211"/>
                  <a:gd name="GluePoint414Y" fmla="*/ 28997 h 84574"/>
                  <a:gd name="GluePoint415X" fmla="*/ 426256 w 1179211"/>
                  <a:gd name="GluePoint415Y" fmla="*/ 35280 h 84574"/>
                  <a:gd name="GluePoint416X" fmla="*/ 435680 w 1179211"/>
                  <a:gd name="GluePoint416Y" fmla="*/ 35280 h 84574"/>
                  <a:gd name="GluePoint417X" fmla="*/ 435680 w 1179211"/>
                  <a:gd name="GluePoint417Y" fmla="*/ 68868 h 84574"/>
                  <a:gd name="GluePoint418X" fmla="*/ 435922 w 1179211"/>
                  <a:gd name="GluePoint418Y" fmla="*/ 76117 h 84574"/>
                  <a:gd name="GluePoint419X" fmla="*/ 437855 w 1179211"/>
                  <a:gd name="GluePoint419Y" fmla="*/ 81433 h 84574"/>
                  <a:gd name="GluePoint420X" fmla="*/ 442446 w 1179211"/>
                  <a:gd name="GluePoint420Y" fmla="*/ 84816 h 84574"/>
                  <a:gd name="GluePoint421X" fmla="*/ 448487 w 1179211"/>
                  <a:gd name="GluePoint421Y" fmla="*/ 85783 h 84574"/>
                  <a:gd name="GluePoint422X" fmla="*/ 455012 w 1179211"/>
                  <a:gd name="GluePoint422Y" fmla="*/ 84816 h 84574"/>
                  <a:gd name="GluePoint423X" fmla="*/ 460569 w 1179211"/>
                  <a:gd name="GluePoint423Y" fmla="*/ 82158 h 84574"/>
                  <a:gd name="GluePoint424X" fmla="*/ 458636 w 1179211"/>
                  <a:gd name="GluePoint424Y" fmla="*/ 77325 h 84574"/>
                  <a:gd name="GluePoint425X" fmla="*/ 409825 w 1179211"/>
                  <a:gd name="GluePoint425Y" fmla="*/ 28997 h 84574"/>
                  <a:gd name="GluePoint426X" fmla="*/ 399676 w 1179211"/>
                  <a:gd name="GluePoint426Y" fmla="*/ 28997 h 84574"/>
                  <a:gd name="GluePoint427X" fmla="*/ 399676 w 1179211"/>
                  <a:gd name="GluePoint427Y" fmla="*/ 84091 h 84574"/>
                  <a:gd name="GluePoint428X" fmla="*/ 409825 w 1179211"/>
                  <a:gd name="GluePoint428Y" fmla="*/ 84091 h 84574"/>
                  <a:gd name="GluePoint429X" fmla="*/ 409825 w 1179211"/>
                  <a:gd name="GluePoint429Y" fmla="*/ 28997 h 84574"/>
                  <a:gd name="GluePoint430X" fmla="*/ 409341 w 1179211"/>
                  <a:gd name="GluePoint430Y" fmla="*/ 2416 h 84574"/>
                  <a:gd name="GluePoint431X" fmla="*/ 404992 w 1179211"/>
                  <a:gd name="GluePoint431Y" fmla="*/ 483 h 84574"/>
                  <a:gd name="GluePoint432X" fmla="*/ 400400 w 1179211"/>
                  <a:gd name="GluePoint432Y" fmla="*/ 2416 h 84574"/>
                  <a:gd name="GluePoint433X" fmla="*/ 398467 w 1179211"/>
                  <a:gd name="GluePoint433Y" fmla="*/ 6766 h 84574"/>
                  <a:gd name="GluePoint434X" fmla="*/ 400400 w 1179211"/>
                  <a:gd name="GluePoint434Y" fmla="*/ 11116 h 84574"/>
                  <a:gd name="GluePoint435X" fmla="*/ 404992 w 1179211"/>
                  <a:gd name="GluePoint435Y" fmla="*/ 13049 h 84574"/>
                  <a:gd name="GluePoint436X" fmla="*/ 409341 w 1179211"/>
                  <a:gd name="GluePoint436Y" fmla="*/ 11116 h 84574"/>
                  <a:gd name="GluePoint437X" fmla="*/ 411274 w 1179211"/>
                  <a:gd name="GluePoint437Y" fmla="*/ 6766 h 84574"/>
                  <a:gd name="GluePoint438X" fmla="*/ 409341 w 1179211"/>
                  <a:gd name="GluePoint438Y" fmla="*/ 2416 h 84574"/>
                  <a:gd name="GluePoint439X" fmla="*/ 379619 w 1179211"/>
                  <a:gd name="GluePoint439Y" fmla="*/ 61377 h 84574"/>
                  <a:gd name="GluePoint440X" fmla="*/ 375511 w 1179211"/>
                  <a:gd name="GluePoint440Y" fmla="*/ 56544 h 84574"/>
                  <a:gd name="GluePoint441X" fmla="*/ 370195 w 1179211"/>
                  <a:gd name="GluePoint441Y" fmla="*/ 53403 h 84574"/>
                  <a:gd name="GluePoint442X" fmla="*/ 364396 w 1179211"/>
                  <a:gd name="GluePoint442Y" fmla="*/ 51470 h 84574"/>
                  <a:gd name="GluePoint443X" fmla="*/ 355938 w 1179211"/>
                  <a:gd name="GluePoint443Y" fmla="*/ 47603 h 84574"/>
                  <a:gd name="GluePoint444X" fmla="*/ 352797 w 1179211"/>
                  <a:gd name="GluePoint444Y" fmla="*/ 40837 h 84574"/>
                  <a:gd name="GluePoint445X" fmla="*/ 355697 w 1179211"/>
                  <a:gd name="GluePoint445Y" fmla="*/ 35280 h 84574"/>
                  <a:gd name="GluePoint446X" fmla="*/ 362946 w 1179211"/>
                  <a:gd name="GluePoint446Y" fmla="*/ 33105 h 84574"/>
                  <a:gd name="GluePoint447X" fmla="*/ 370195 w 1179211"/>
                  <a:gd name="GluePoint447Y" fmla="*/ 34796 h 84574"/>
                  <a:gd name="GluePoint448X" fmla="*/ 374786 w 1179211"/>
                  <a:gd name="GluePoint448Y" fmla="*/ 38421 h 84574"/>
                  <a:gd name="GluePoint449X" fmla="*/ 379619 w 1179211"/>
                  <a:gd name="GluePoint449Y" fmla="*/ 32380 h 84574"/>
                  <a:gd name="GluePoint450X" fmla="*/ 373820 w 1179211"/>
                  <a:gd name="GluePoint450Y" fmla="*/ 28997 h 84574"/>
                  <a:gd name="GluePoint451X" fmla="*/ 363429 w 1179211"/>
                  <a:gd name="GluePoint451Y" fmla="*/ 27306 h 84574"/>
                  <a:gd name="GluePoint452X" fmla="*/ 355938 w 1179211"/>
                  <a:gd name="GluePoint452Y" fmla="*/ 28272 h 84574"/>
                  <a:gd name="GluePoint453X" fmla="*/ 349656 w 1179211"/>
                  <a:gd name="GluePoint453Y" fmla="*/ 31172 h 84574"/>
                  <a:gd name="GluePoint454X" fmla="*/ 345306 w 1179211"/>
                  <a:gd name="GluePoint454Y" fmla="*/ 36005 h 84574"/>
                  <a:gd name="GluePoint455X" fmla="*/ 343615 w 1179211"/>
                  <a:gd name="GluePoint455Y" fmla="*/ 42771 h 84574"/>
                  <a:gd name="GluePoint456X" fmla="*/ 345065 w 1179211"/>
                  <a:gd name="GluePoint456Y" fmla="*/ 50020 h 84574"/>
                  <a:gd name="GluePoint457X" fmla="*/ 348931 w 1179211"/>
                  <a:gd name="GluePoint457Y" fmla="*/ 54853 h 84574"/>
                  <a:gd name="GluePoint458X" fmla="*/ 354005 w 1179211"/>
                  <a:gd name="GluePoint458Y" fmla="*/ 57752 h 84574"/>
                  <a:gd name="GluePoint459X" fmla="*/ 359321 w 1179211"/>
                  <a:gd name="GluePoint459Y" fmla="*/ 59686 h 84574"/>
                  <a:gd name="GluePoint460X" fmla="*/ 367779 w 1179211"/>
                  <a:gd name="GluePoint460Y" fmla="*/ 63310 h 84574"/>
                  <a:gd name="GluePoint461X" fmla="*/ 370920 w 1179211"/>
                  <a:gd name="GluePoint461Y" fmla="*/ 70559 h 84574"/>
                  <a:gd name="GluePoint462X" fmla="*/ 368262 w 1179211"/>
                  <a:gd name="GluePoint462Y" fmla="*/ 77325 h 84574"/>
                  <a:gd name="GluePoint463X" fmla="*/ 360771 w 1179211"/>
                  <a:gd name="GluePoint463Y" fmla="*/ 79742 h 84574"/>
                  <a:gd name="GluePoint464X" fmla="*/ 355938 w 1179211"/>
                  <a:gd name="GluePoint464Y" fmla="*/ 79017 h 84574"/>
                  <a:gd name="GluePoint465X" fmla="*/ 351830 w 1179211"/>
                  <a:gd name="GluePoint465Y" fmla="*/ 76842 h 84574"/>
                  <a:gd name="GluePoint466X" fmla="*/ 348447 w 1179211"/>
                  <a:gd name="GluePoint466Y" fmla="*/ 74184 h 84574"/>
                  <a:gd name="GluePoint467X" fmla="*/ 346031 w 1179211"/>
                  <a:gd name="GluePoint467Y" fmla="*/ 71768 h 84574"/>
                  <a:gd name="GluePoint468X" fmla="*/ 341198 w 1179211"/>
                  <a:gd name="GluePoint468Y" fmla="*/ 79500 h 84574"/>
                  <a:gd name="GluePoint469X" fmla="*/ 360288 w 1179211"/>
                  <a:gd name="GluePoint469Y" fmla="*/ 85783 h 84574"/>
                  <a:gd name="GluePoint470X" fmla="*/ 368020 w 1179211"/>
                  <a:gd name="GluePoint470Y" fmla="*/ 84575 h 84574"/>
                  <a:gd name="GluePoint471X" fmla="*/ 374303 w 1179211"/>
                  <a:gd name="GluePoint471Y" fmla="*/ 81192 h 84574"/>
                  <a:gd name="GluePoint472X" fmla="*/ 378411 w 1179211"/>
                  <a:gd name="GluePoint472Y" fmla="*/ 75634 h 84574"/>
                  <a:gd name="GluePoint473X" fmla="*/ 380103 w 1179211"/>
                  <a:gd name="GluePoint473Y" fmla="*/ 68143 h 84574"/>
                  <a:gd name="GluePoint474X" fmla="*/ 379619 w 1179211"/>
                  <a:gd name="GluePoint474Y" fmla="*/ 61377 h 84574"/>
                  <a:gd name="GluePoint475X" fmla="*/ 298428 w 1179211"/>
                  <a:gd name="GluePoint475Y" fmla="*/ 84091 h 84574"/>
                  <a:gd name="GluePoint476X" fmla="*/ 307852 w 1179211"/>
                  <a:gd name="GluePoint476Y" fmla="*/ 84091 h 84574"/>
                  <a:gd name="GluePoint477X" fmla="*/ 307852 w 1179211"/>
                  <a:gd name="GluePoint477Y" fmla="*/ 57511 h 84574"/>
                  <a:gd name="GluePoint478X" fmla="*/ 308093 w 1179211"/>
                  <a:gd name="GluePoint478Y" fmla="*/ 51953 h 84574"/>
                  <a:gd name="GluePoint479X" fmla="*/ 308818 w 1179211"/>
                  <a:gd name="GluePoint479Y" fmla="*/ 46637 h 84574"/>
                  <a:gd name="GluePoint480X" fmla="*/ 312926 w 1179211"/>
                  <a:gd name="GluePoint480Y" fmla="*/ 37938 h 84574"/>
                  <a:gd name="GluePoint481X" fmla="*/ 318967 w 1179211"/>
                  <a:gd name="GluePoint481Y" fmla="*/ 34555 h 84574"/>
                  <a:gd name="GluePoint482X" fmla="*/ 325008 w 1179211"/>
                  <a:gd name="GluePoint482Y" fmla="*/ 40596 h 84574"/>
                  <a:gd name="GluePoint483X" fmla="*/ 333224 w 1179211"/>
                  <a:gd name="GluePoint483Y" fmla="*/ 37696 h 84574"/>
                  <a:gd name="GluePoint484X" fmla="*/ 332016 w 1179211"/>
                  <a:gd name="GluePoint484Y" fmla="*/ 32863 h 84574"/>
                  <a:gd name="GluePoint485X" fmla="*/ 329599 w 1179211"/>
                  <a:gd name="GluePoint485Y" fmla="*/ 29722 h 84574"/>
                  <a:gd name="GluePoint486X" fmla="*/ 326216 w 1179211"/>
                  <a:gd name="GluePoint486Y" fmla="*/ 28030 h 84574"/>
                  <a:gd name="GluePoint487X" fmla="*/ 322833 w 1179211"/>
                  <a:gd name="GluePoint487Y" fmla="*/ 27547 h 84574"/>
                  <a:gd name="GluePoint488X" fmla="*/ 314134 w 1179211"/>
                  <a:gd name="GluePoint488Y" fmla="*/ 30205 h 84574"/>
                  <a:gd name="GluePoint489X" fmla="*/ 307852 w 1179211"/>
                  <a:gd name="GluePoint489Y" fmla="*/ 37696 h 84574"/>
                  <a:gd name="GluePoint490X" fmla="*/ 306643 w 1179211"/>
                  <a:gd name="GluePoint490Y" fmla="*/ 28272 h 84574"/>
                  <a:gd name="GluePoint491X" fmla="*/ 297219 w 1179211"/>
                  <a:gd name="GluePoint491Y" fmla="*/ 29239 h 84574"/>
                  <a:gd name="GluePoint492X" fmla="*/ 297461 w 1179211"/>
                  <a:gd name="GluePoint492Y" fmla="*/ 31413 h 84574"/>
                  <a:gd name="GluePoint493X" fmla="*/ 297944 w 1179211"/>
                  <a:gd name="GluePoint493Y" fmla="*/ 35038 h 84574"/>
                  <a:gd name="GluePoint494X" fmla="*/ 298186 w 1179211"/>
                  <a:gd name="GluePoint494Y" fmla="*/ 39146 h 84574"/>
                  <a:gd name="GluePoint495X" fmla="*/ 298428 w 1179211"/>
                  <a:gd name="GluePoint495Y" fmla="*/ 43254 h 84574"/>
                  <a:gd name="GluePoint496X" fmla="*/ 298428 w 1179211"/>
                  <a:gd name="GluePoint496Y" fmla="*/ 84091 h 84574"/>
                  <a:gd name="GluePoint497X" fmla="*/ 267981 w 1179211"/>
                  <a:gd name="GluePoint497Y" fmla="*/ 38179 h 84574"/>
                  <a:gd name="GluePoint498X" fmla="*/ 271122 w 1179211"/>
                  <a:gd name="GluePoint498Y" fmla="*/ 50262 h 84574"/>
                  <a:gd name="GluePoint499X" fmla="*/ 271122 w 1179211"/>
                  <a:gd name="GluePoint499Y" fmla="*/ 52195 h 84574"/>
                  <a:gd name="GluePoint500X" fmla="*/ 243817 w 1179211"/>
                  <a:gd name="GluePoint500Y" fmla="*/ 52195 h 84574"/>
                  <a:gd name="GluePoint501X" fmla="*/ 245508 w 1179211"/>
                  <a:gd name="GluePoint501Y" fmla="*/ 45187 h 84574"/>
                  <a:gd name="GluePoint502X" fmla="*/ 248649 w 1179211"/>
                  <a:gd name="GluePoint502Y" fmla="*/ 39388 h 84574"/>
                  <a:gd name="GluePoint503X" fmla="*/ 253241 w 1179211"/>
                  <a:gd name="GluePoint503Y" fmla="*/ 35280 h 84574"/>
                  <a:gd name="GluePoint504X" fmla="*/ 259282 w 1179211"/>
                  <a:gd name="GluePoint504Y" fmla="*/ 33830 h 84574"/>
                  <a:gd name="GluePoint505X" fmla="*/ 267981 w 1179211"/>
                  <a:gd name="GluePoint505Y" fmla="*/ 38179 h 84574"/>
                  <a:gd name="GluePoint506X" fmla="*/ 281029 w 1179211"/>
                  <a:gd name="GluePoint506Y" fmla="*/ 58236 h 84574"/>
                  <a:gd name="GluePoint507X" fmla="*/ 281029 w 1179211"/>
                  <a:gd name="GluePoint507Y" fmla="*/ 52678 h 84574"/>
                  <a:gd name="GluePoint508X" fmla="*/ 280063 w 1179211"/>
                  <a:gd name="GluePoint508Y" fmla="*/ 43496 h 84574"/>
                  <a:gd name="GluePoint509X" fmla="*/ 276438 w 1179211"/>
                  <a:gd name="GluePoint509Y" fmla="*/ 35280 h 84574"/>
                  <a:gd name="GluePoint510X" fmla="*/ 269672 w 1179211"/>
                  <a:gd name="GluePoint510Y" fmla="*/ 29480 h 84574"/>
                  <a:gd name="GluePoint511X" fmla="*/ 259040 w 1179211"/>
                  <a:gd name="GluePoint511Y" fmla="*/ 27306 h 84574"/>
                  <a:gd name="GluePoint512X" fmla="*/ 249133 w 1179211"/>
                  <a:gd name="GluePoint512Y" fmla="*/ 29480 h 84574"/>
                  <a:gd name="GluePoint513X" fmla="*/ 241159 w 1179211"/>
                  <a:gd name="GluePoint513Y" fmla="*/ 35521 h 84574"/>
                  <a:gd name="GluePoint514X" fmla="*/ 235842 w 1179211"/>
                  <a:gd name="GluePoint514Y" fmla="*/ 44704 h 84574"/>
                  <a:gd name="GluePoint515X" fmla="*/ 233909 w 1179211"/>
                  <a:gd name="GluePoint515Y" fmla="*/ 56544 h 84574"/>
                  <a:gd name="GluePoint516X" fmla="*/ 240675 w 1179211"/>
                  <a:gd name="GluePoint516Y" fmla="*/ 78292 h 84574"/>
                  <a:gd name="GluePoint517X" fmla="*/ 260490 w 1179211"/>
                  <a:gd name="GluePoint517Y" fmla="*/ 85783 h 84574"/>
                  <a:gd name="GluePoint518X" fmla="*/ 272572 w 1179211"/>
                  <a:gd name="GluePoint518Y" fmla="*/ 83125 h 84574"/>
                  <a:gd name="GluePoint519X" fmla="*/ 282238 w 1179211"/>
                  <a:gd name="GluePoint519Y" fmla="*/ 75151 h 84574"/>
                  <a:gd name="GluePoint520X" fmla="*/ 278371 w 1179211"/>
                  <a:gd name="GluePoint520Y" fmla="*/ 71043 h 84574"/>
                  <a:gd name="GluePoint521X" fmla="*/ 268947 w 1179211"/>
                  <a:gd name="GluePoint521Y" fmla="*/ 77567 h 84574"/>
                  <a:gd name="GluePoint522X" fmla="*/ 261215 w 1179211"/>
                  <a:gd name="GluePoint522Y" fmla="*/ 79017 h 84574"/>
                  <a:gd name="GluePoint523X" fmla="*/ 248649 w 1179211"/>
                  <a:gd name="GluePoint523Y" fmla="*/ 73701 h 84574"/>
                  <a:gd name="GluePoint524X" fmla="*/ 244058 w 1179211"/>
                  <a:gd name="GluePoint524Y" fmla="*/ 58477 h 84574"/>
                  <a:gd name="GluePoint525X" fmla="*/ 281029 w 1179211"/>
                  <a:gd name="GluePoint525Y" fmla="*/ 58477 h 84574"/>
                  <a:gd name="GluePoint526X" fmla="*/ 183648 w 1179211"/>
                  <a:gd name="GluePoint526Y" fmla="*/ 28997 h 84574"/>
                  <a:gd name="GluePoint527X" fmla="*/ 172774 w 1179211"/>
                  <a:gd name="GluePoint527Y" fmla="*/ 28997 h 84574"/>
                  <a:gd name="GluePoint528X" fmla="*/ 195247 w 1179211"/>
                  <a:gd name="GluePoint528Y" fmla="*/ 85300 h 84574"/>
                  <a:gd name="GluePoint529X" fmla="*/ 203221 w 1179211"/>
                  <a:gd name="GluePoint529Y" fmla="*/ 85300 h 84574"/>
                  <a:gd name="GluePoint530X" fmla="*/ 226418 w 1179211"/>
                  <a:gd name="GluePoint530Y" fmla="*/ 28997 h 84574"/>
                  <a:gd name="GluePoint531X" fmla="*/ 217236 w 1179211"/>
                  <a:gd name="GluePoint531Y" fmla="*/ 28997 h 84574"/>
                  <a:gd name="GluePoint532X" fmla="*/ 202496 w 1179211"/>
                  <a:gd name="GluePoint532Y" fmla="*/ 67660 h 84574"/>
                  <a:gd name="GluePoint533X" fmla="*/ 200079 w 1179211"/>
                  <a:gd name="GluePoint533Y" fmla="*/ 76359 h 84574"/>
                  <a:gd name="GluePoint534X" fmla="*/ 199354 w 1179211"/>
                  <a:gd name="GluePoint534Y" fmla="*/ 72734 h 84574"/>
                  <a:gd name="GluePoint535X" fmla="*/ 197663 w 1179211"/>
                  <a:gd name="GluePoint535Y" fmla="*/ 67176 h 84574"/>
                  <a:gd name="GluePoint536X" fmla="*/ 183648 w 1179211"/>
                  <a:gd name="GluePoint536Y" fmla="*/ 28997 h 84574"/>
                  <a:gd name="GluePoint537X" fmla="*/ 159000 w 1179211"/>
                  <a:gd name="GluePoint537Y" fmla="*/ 28997 h 84574"/>
                  <a:gd name="GluePoint538X" fmla="*/ 148851 w 1179211"/>
                  <a:gd name="GluePoint538Y" fmla="*/ 28997 h 84574"/>
                  <a:gd name="GluePoint539X" fmla="*/ 148851 w 1179211"/>
                  <a:gd name="GluePoint539Y" fmla="*/ 84091 h 84574"/>
                  <a:gd name="GluePoint540X" fmla="*/ 159000 w 1179211"/>
                  <a:gd name="GluePoint540Y" fmla="*/ 84091 h 84574"/>
                  <a:gd name="GluePoint541X" fmla="*/ 159000 w 1179211"/>
                  <a:gd name="GluePoint541Y" fmla="*/ 28997 h 84574"/>
                  <a:gd name="GluePoint542X" fmla="*/ 158517 w 1179211"/>
                  <a:gd name="GluePoint542Y" fmla="*/ 2416 h 84574"/>
                  <a:gd name="GluePoint543X" fmla="*/ 154167 w 1179211"/>
                  <a:gd name="GluePoint543Y" fmla="*/ 483 h 84574"/>
                  <a:gd name="GluePoint544X" fmla="*/ 149576 w 1179211"/>
                  <a:gd name="GluePoint544Y" fmla="*/ 2416 h 84574"/>
                  <a:gd name="GluePoint545X" fmla="*/ 147643 w 1179211"/>
                  <a:gd name="GluePoint545Y" fmla="*/ 6766 h 84574"/>
                  <a:gd name="GluePoint546X" fmla="*/ 149576 w 1179211"/>
                  <a:gd name="GluePoint546Y" fmla="*/ 11116 h 84574"/>
                  <a:gd name="GluePoint547X" fmla="*/ 154167 w 1179211"/>
                  <a:gd name="GluePoint547Y" fmla="*/ 13049 h 84574"/>
                  <a:gd name="GluePoint548X" fmla="*/ 158517 w 1179211"/>
                  <a:gd name="GluePoint548Y" fmla="*/ 11116 h 84574"/>
                  <a:gd name="GluePoint549X" fmla="*/ 160450 w 1179211"/>
                  <a:gd name="GluePoint549Y" fmla="*/ 6766 h 84574"/>
                  <a:gd name="GluePoint550X" fmla="*/ 158517 w 1179211"/>
                  <a:gd name="GluePoint550Y" fmla="*/ 2416 h 84574"/>
                  <a:gd name="GluePoint551X" fmla="*/ 128795 w 1179211"/>
                  <a:gd name="GluePoint551Y" fmla="*/ 84091 h 84574"/>
                  <a:gd name="GluePoint552X" fmla="*/ 128795 w 1179211"/>
                  <a:gd name="GluePoint552Y" fmla="*/ 49537 h 84574"/>
                  <a:gd name="GluePoint553X" fmla="*/ 128312 w 1179211"/>
                  <a:gd name="GluePoint553Y" fmla="*/ 41079 h 84574"/>
                  <a:gd name="GluePoint554X" fmla="*/ 126137 w 1179211"/>
                  <a:gd name="GluePoint554Y" fmla="*/ 34071 h 84574"/>
                  <a:gd name="GluePoint555X" fmla="*/ 120338 w 1179211"/>
                  <a:gd name="GluePoint555Y" fmla="*/ 29239 h 84574"/>
                  <a:gd name="GluePoint556X" fmla="*/ 109705 w 1179211"/>
                  <a:gd name="GluePoint556Y" fmla="*/ 27306 h 84574"/>
                  <a:gd name="GluePoint557X" fmla="*/ 102214 w 1179211"/>
                  <a:gd name="GluePoint557Y" fmla="*/ 28514 h 84574"/>
                  <a:gd name="GluePoint558X" fmla="*/ 96898 w 1179211"/>
                  <a:gd name="GluePoint558Y" fmla="*/ 31655 h 84574"/>
                  <a:gd name="GluePoint559X" fmla="*/ 93274 w 1179211"/>
                  <a:gd name="GluePoint559Y" fmla="*/ 35280 h 84574"/>
                  <a:gd name="GluePoint560X" fmla="*/ 91341 w 1179211"/>
                  <a:gd name="GluePoint560Y" fmla="*/ 37938 h 84574"/>
                  <a:gd name="GluePoint561X" fmla="*/ 90132 w 1179211"/>
                  <a:gd name="GluePoint561Y" fmla="*/ 28514 h 84574"/>
                  <a:gd name="GluePoint562X" fmla="*/ 80708 w 1179211"/>
                  <a:gd name="GluePoint562Y" fmla="*/ 29480 h 84574"/>
                  <a:gd name="GluePoint563X" fmla="*/ 80950 w 1179211"/>
                  <a:gd name="GluePoint563Y" fmla="*/ 31655 h 84574"/>
                  <a:gd name="GluePoint564X" fmla="*/ 81433 w 1179211"/>
                  <a:gd name="GluePoint564Y" fmla="*/ 35280 h 84574"/>
                  <a:gd name="GluePoint565X" fmla="*/ 81675 w 1179211"/>
                  <a:gd name="GluePoint565Y" fmla="*/ 39388 h 84574"/>
                  <a:gd name="GluePoint566X" fmla="*/ 81917 w 1179211"/>
                  <a:gd name="GluePoint566Y" fmla="*/ 43496 h 84574"/>
                  <a:gd name="GluePoint567X" fmla="*/ 81917 w 1179211"/>
                  <a:gd name="GluePoint567Y" fmla="*/ 84333 h 84574"/>
                  <a:gd name="GluePoint568X" fmla="*/ 91824 w 1179211"/>
                  <a:gd name="GluePoint568Y" fmla="*/ 84333 h 84574"/>
                  <a:gd name="GluePoint569X" fmla="*/ 91824 w 1179211"/>
                  <a:gd name="GluePoint569Y" fmla="*/ 53403 h 84574"/>
                  <a:gd name="GluePoint570X" fmla="*/ 93032 w 1179211"/>
                  <a:gd name="GluePoint570Y" fmla="*/ 46154 h 84574"/>
                  <a:gd name="GluePoint571X" fmla="*/ 96415 w 1179211"/>
                  <a:gd name="GluePoint571Y" fmla="*/ 40354 h 84574"/>
                  <a:gd name="GluePoint572X" fmla="*/ 101248 w 1179211"/>
                  <a:gd name="GluePoint572Y" fmla="*/ 36488 h 84574"/>
                  <a:gd name="GluePoint573X" fmla="*/ 107531 w 1179211"/>
                  <a:gd name="GluePoint573Y" fmla="*/ 35038 h 84574"/>
                  <a:gd name="GluePoint574X" fmla="*/ 113572 w 1179211"/>
                  <a:gd name="GluePoint574Y" fmla="*/ 36005 h 84574"/>
                  <a:gd name="GluePoint575X" fmla="*/ 117196 w 1179211"/>
                  <a:gd name="GluePoint575Y" fmla="*/ 38904 h 84574"/>
                  <a:gd name="GluePoint576X" fmla="*/ 118888 w 1179211"/>
                  <a:gd name="GluePoint576Y" fmla="*/ 43496 h 84574"/>
                  <a:gd name="GluePoint577X" fmla="*/ 119371 w 1179211"/>
                  <a:gd name="GluePoint577Y" fmla="*/ 49778 h 84574"/>
                  <a:gd name="GluePoint578X" fmla="*/ 119371 w 1179211"/>
                  <a:gd name="GluePoint578Y" fmla="*/ 84333 h 84574"/>
                  <a:gd name="GluePoint579X" fmla="*/ 128795 w 1179211"/>
                  <a:gd name="GluePoint579Y" fmla="*/ 84333 h 84574"/>
                  <a:gd name="GluePoint580X" fmla="*/ 60894 w 1179211"/>
                  <a:gd name="GluePoint580Y" fmla="*/ 5799 h 84574"/>
                  <a:gd name="GluePoint581X" fmla="*/ 50986 w 1179211"/>
                  <a:gd name="GluePoint581Y" fmla="*/ 5799 h 84574"/>
                  <a:gd name="GluePoint582X" fmla="*/ 50986 w 1179211"/>
                  <a:gd name="GluePoint582Y" fmla="*/ 54128 h 84574"/>
                  <a:gd name="GluePoint583X" fmla="*/ 49295 w 1179211"/>
                  <a:gd name="GluePoint583Y" fmla="*/ 66935 h 84574"/>
                  <a:gd name="GluePoint584X" fmla="*/ 44945 w 1179211"/>
                  <a:gd name="GluePoint584Y" fmla="*/ 74667 h 84574"/>
                  <a:gd name="GluePoint585X" fmla="*/ 38421 w 1179211"/>
                  <a:gd name="GluePoint585Y" fmla="*/ 78534 h 84574"/>
                  <a:gd name="GluePoint586X" fmla="*/ 30447 w 1179211"/>
                  <a:gd name="GluePoint586Y" fmla="*/ 79500 h 84574"/>
                  <a:gd name="GluePoint587X" fmla="*/ 22231 w 1179211"/>
                  <a:gd name="GluePoint587Y" fmla="*/ 78534 h 84574"/>
                  <a:gd name="GluePoint588X" fmla="*/ 15707 w 1179211"/>
                  <a:gd name="GluePoint588Y" fmla="*/ 74667 h 84574"/>
                  <a:gd name="GluePoint589X" fmla="*/ 11357 w 1179211"/>
                  <a:gd name="GluePoint589Y" fmla="*/ 66935 h 84574"/>
                  <a:gd name="GluePoint590X" fmla="*/ 9666 w 1179211"/>
                  <a:gd name="GluePoint590Y" fmla="*/ 54128 h 84574"/>
                  <a:gd name="GluePoint591X" fmla="*/ 9666 w 1179211"/>
                  <a:gd name="GluePoint591Y" fmla="*/ 5799 h 84574"/>
                  <a:gd name="GluePoint592X" fmla="*/ 0 w 1179211"/>
                  <a:gd name="GluePoint592Y" fmla="*/ 5799 h 84574"/>
                  <a:gd name="GluePoint593X" fmla="*/ 0 w 1179211"/>
                  <a:gd name="GluePoint593Y" fmla="*/ 54853 h 84574"/>
                  <a:gd name="GluePoint594X" fmla="*/ 7733 w 1179211"/>
                  <a:gd name="GluePoint594Y" fmla="*/ 79500 h 84574"/>
                  <a:gd name="GluePoint595X" fmla="*/ 30689 w 1179211"/>
                  <a:gd name="GluePoint595Y" fmla="*/ 86749 h 84574"/>
                  <a:gd name="GluePoint596X" fmla="*/ 53403 w 1179211"/>
                  <a:gd name="GluePoint596Y" fmla="*/ 79500 h 84574"/>
                  <a:gd name="GluePoint597X" fmla="*/ 60894 w 1179211"/>
                  <a:gd name="GluePoint597Y" fmla="*/ 54853 h 84574"/>
                  <a:gd name="GluePoint598X" fmla="*/ 60894 w 1179211"/>
                  <a:gd name="GluePoint598Y" fmla="*/ 5799 h 84574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  <a:cxn ang="0">
                    <a:pos x="GluePoint7X" y="GluePoint7Y"/>
                  </a:cxn>
                  <a:cxn ang="0">
                    <a:pos x="GluePoint8X" y="GluePoint8Y"/>
                  </a:cxn>
                  <a:cxn ang="0">
                    <a:pos x="GluePoint9X" y="GluePoint9Y"/>
                  </a:cxn>
                  <a:cxn ang="0">
                    <a:pos x="GluePoint10X" y="GluePoint10Y"/>
                  </a:cxn>
                  <a:cxn ang="0">
                    <a:pos x="GluePoint11X" y="GluePoint11Y"/>
                  </a:cxn>
                  <a:cxn ang="0">
                    <a:pos x="GluePoint12X" y="GluePoint12Y"/>
                  </a:cxn>
                  <a:cxn ang="0">
                    <a:pos x="GluePoint13X" y="GluePoint13Y"/>
                  </a:cxn>
                  <a:cxn ang="0">
                    <a:pos x="GluePoint14X" y="GluePoint14Y"/>
                  </a:cxn>
                  <a:cxn ang="0">
                    <a:pos x="GluePoint15X" y="GluePoint15Y"/>
                  </a:cxn>
                  <a:cxn ang="0">
                    <a:pos x="GluePoint16X" y="GluePoint16Y"/>
                  </a:cxn>
                  <a:cxn ang="0">
                    <a:pos x="GluePoint17X" y="GluePoint17Y"/>
                  </a:cxn>
                  <a:cxn ang="0">
                    <a:pos x="GluePoint18X" y="GluePoint18Y"/>
                  </a:cxn>
                  <a:cxn ang="0">
                    <a:pos x="GluePoint19X" y="GluePoint19Y"/>
                  </a:cxn>
                  <a:cxn ang="0">
                    <a:pos x="GluePoint20X" y="GluePoint20Y"/>
                  </a:cxn>
                  <a:cxn ang="0">
                    <a:pos x="GluePoint21X" y="GluePoint21Y"/>
                  </a:cxn>
                  <a:cxn ang="0">
                    <a:pos x="GluePoint22X" y="GluePoint22Y"/>
                  </a:cxn>
                  <a:cxn ang="0">
                    <a:pos x="GluePoint23X" y="GluePoint23Y"/>
                  </a:cxn>
                  <a:cxn ang="0">
                    <a:pos x="GluePoint24X" y="GluePoint24Y"/>
                  </a:cxn>
                  <a:cxn ang="0">
                    <a:pos x="GluePoint25X" y="GluePoint25Y"/>
                  </a:cxn>
                  <a:cxn ang="0">
                    <a:pos x="GluePoint26X" y="GluePoint26Y"/>
                  </a:cxn>
                  <a:cxn ang="0">
                    <a:pos x="GluePoint27X" y="GluePoint27Y"/>
                  </a:cxn>
                  <a:cxn ang="0">
                    <a:pos x="GluePoint28X" y="GluePoint28Y"/>
                  </a:cxn>
                  <a:cxn ang="0">
                    <a:pos x="GluePoint29X" y="GluePoint29Y"/>
                  </a:cxn>
                  <a:cxn ang="0">
                    <a:pos x="GluePoint30X" y="GluePoint30Y"/>
                  </a:cxn>
                  <a:cxn ang="0">
                    <a:pos x="GluePoint31X" y="GluePoint31Y"/>
                  </a:cxn>
                  <a:cxn ang="0">
                    <a:pos x="GluePoint32X" y="GluePoint32Y"/>
                  </a:cxn>
                  <a:cxn ang="0">
                    <a:pos x="GluePoint33X" y="GluePoint33Y"/>
                  </a:cxn>
                  <a:cxn ang="0">
                    <a:pos x="GluePoint34X" y="GluePoint34Y"/>
                  </a:cxn>
                  <a:cxn ang="0">
                    <a:pos x="GluePoint35X" y="GluePoint35Y"/>
                  </a:cxn>
                  <a:cxn ang="0">
                    <a:pos x="GluePoint36X" y="GluePoint36Y"/>
                  </a:cxn>
                  <a:cxn ang="0">
                    <a:pos x="GluePoint37X" y="GluePoint37Y"/>
                  </a:cxn>
                  <a:cxn ang="0">
                    <a:pos x="GluePoint38X" y="GluePoint38Y"/>
                  </a:cxn>
                  <a:cxn ang="0">
                    <a:pos x="GluePoint39X" y="GluePoint39Y"/>
                  </a:cxn>
                  <a:cxn ang="0">
                    <a:pos x="GluePoint40X" y="GluePoint40Y"/>
                  </a:cxn>
                  <a:cxn ang="0">
                    <a:pos x="GluePoint41X" y="GluePoint41Y"/>
                  </a:cxn>
                  <a:cxn ang="0">
                    <a:pos x="GluePoint42X" y="GluePoint42Y"/>
                  </a:cxn>
                  <a:cxn ang="0">
                    <a:pos x="GluePoint43X" y="GluePoint43Y"/>
                  </a:cxn>
                  <a:cxn ang="0">
                    <a:pos x="GluePoint44X" y="GluePoint44Y"/>
                  </a:cxn>
                  <a:cxn ang="0">
                    <a:pos x="GluePoint45X" y="GluePoint45Y"/>
                  </a:cxn>
                  <a:cxn ang="0">
                    <a:pos x="GluePoint46X" y="GluePoint46Y"/>
                  </a:cxn>
                  <a:cxn ang="0">
                    <a:pos x="GluePoint47X" y="GluePoint47Y"/>
                  </a:cxn>
                  <a:cxn ang="0">
                    <a:pos x="GluePoint48X" y="GluePoint48Y"/>
                  </a:cxn>
                  <a:cxn ang="0">
                    <a:pos x="GluePoint49X" y="GluePoint49Y"/>
                  </a:cxn>
                  <a:cxn ang="0">
                    <a:pos x="GluePoint50X" y="GluePoint50Y"/>
                  </a:cxn>
                  <a:cxn ang="0">
                    <a:pos x="GluePoint51X" y="GluePoint51Y"/>
                  </a:cxn>
                  <a:cxn ang="0">
                    <a:pos x="GluePoint52X" y="GluePoint52Y"/>
                  </a:cxn>
                  <a:cxn ang="0">
                    <a:pos x="GluePoint53X" y="GluePoint53Y"/>
                  </a:cxn>
                  <a:cxn ang="0">
                    <a:pos x="GluePoint54X" y="GluePoint54Y"/>
                  </a:cxn>
                  <a:cxn ang="0">
                    <a:pos x="GluePoint55X" y="GluePoint55Y"/>
                  </a:cxn>
                  <a:cxn ang="0">
                    <a:pos x="GluePoint56X" y="GluePoint56Y"/>
                  </a:cxn>
                  <a:cxn ang="0">
                    <a:pos x="GluePoint57X" y="GluePoint57Y"/>
                  </a:cxn>
                  <a:cxn ang="0">
                    <a:pos x="GluePoint58X" y="GluePoint58Y"/>
                  </a:cxn>
                  <a:cxn ang="0">
                    <a:pos x="GluePoint59X" y="GluePoint59Y"/>
                  </a:cxn>
                  <a:cxn ang="0">
                    <a:pos x="GluePoint60X" y="GluePoint60Y"/>
                  </a:cxn>
                  <a:cxn ang="0">
                    <a:pos x="GluePoint61X" y="GluePoint61Y"/>
                  </a:cxn>
                  <a:cxn ang="0">
                    <a:pos x="GluePoint62X" y="GluePoint62Y"/>
                  </a:cxn>
                  <a:cxn ang="0">
                    <a:pos x="GluePoint63X" y="GluePoint63Y"/>
                  </a:cxn>
                  <a:cxn ang="0">
                    <a:pos x="GluePoint64X" y="GluePoint64Y"/>
                  </a:cxn>
                  <a:cxn ang="0">
                    <a:pos x="GluePoint65X" y="GluePoint65Y"/>
                  </a:cxn>
                  <a:cxn ang="0">
                    <a:pos x="GluePoint66X" y="GluePoint66Y"/>
                  </a:cxn>
                  <a:cxn ang="0">
                    <a:pos x="GluePoint67X" y="GluePoint67Y"/>
                  </a:cxn>
                  <a:cxn ang="0">
                    <a:pos x="GluePoint68X" y="GluePoint68Y"/>
                  </a:cxn>
                  <a:cxn ang="0">
                    <a:pos x="GluePoint69X" y="GluePoint69Y"/>
                  </a:cxn>
                  <a:cxn ang="0">
                    <a:pos x="GluePoint70X" y="GluePoint70Y"/>
                  </a:cxn>
                  <a:cxn ang="0">
                    <a:pos x="GluePoint71X" y="GluePoint71Y"/>
                  </a:cxn>
                  <a:cxn ang="0">
                    <a:pos x="GluePoint72X" y="GluePoint72Y"/>
                  </a:cxn>
                  <a:cxn ang="0">
                    <a:pos x="GluePoint73X" y="GluePoint73Y"/>
                  </a:cxn>
                  <a:cxn ang="0">
                    <a:pos x="GluePoint74X" y="GluePoint74Y"/>
                  </a:cxn>
                  <a:cxn ang="0">
                    <a:pos x="GluePoint75X" y="GluePoint75Y"/>
                  </a:cxn>
                  <a:cxn ang="0">
                    <a:pos x="GluePoint76X" y="GluePoint76Y"/>
                  </a:cxn>
                  <a:cxn ang="0">
                    <a:pos x="GluePoint77X" y="GluePoint77Y"/>
                  </a:cxn>
                  <a:cxn ang="0">
                    <a:pos x="GluePoint78X" y="GluePoint78Y"/>
                  </a:cxn>
                  <a:cxn ang="0">
                    <a:pos x="GluePoint79X" y="GluePoint79Y"/>
                  </a:cxn>
                  <a:cxn ang="0">
                    <a:pos x="GluePoint80X" y="GluePoint80Y"/>
                  </a:cxn>
                  <a:cxn ang="0">
                    <a:pos x="GluePoint81X" y="GluePoint81Y"/>
                  </a:cxn>
                  <a:cxn ang="0">
                    <a:pos x="GluePoint82X" y="GluePoint82Y"/>
                  </a:cxn>
                  <a:cxn ang="0">
                    <a:pos x="GluePoint83X" y="GluePoint83Y"/>
                  </a:cxn>
                  <a:cxn ang="0">
                    <a:pos x="GluePoint84X" y="GluePoint84Y"/>
                  </a:cxn>
                  <a:cxn ang="0">
                    <a:pos x="GluePoint85X" y="GluePoint85Y"/>
                  </a:cxn>
                  <a:cxn ang="0">
                    <a:pos x="GluePoint86X" y="GluePoint86Y"/>
                  </a:cxn>
                  <a:cxn ang="0">
                    <a:pos x="GluePoint87X" y="GluePoint87Y"/>
                  </a:cxn>
                  <a:cxn ang="0">
                    <a:pos x="GluePoint88X" y="GluePoint88Y"/>
                  </a:cxn>
                  <a:cxn ang="0">
                    <a:pos x="GluePoint89X" y="GluePoint89Y"/>
                  </a:cxn>
                  <a:cxn ang="0">
                    <a:pos x="GluePoint90X" y="GluePoint90Y"/>
                  </a:cxn>
                  <a:cxn ang="0">
                    <a:pos x="GluePoint91X" y="GluePoint91Y"/>
                  </a:cxn>
                  <a:cxn ang="0">
                    <a:pos x="GluePoint92X" y="GluePoint92Y"/>
                  </a:cxn>
                  <a:cxn ang="0">
                    <a:pos x="GluePoint93X" y="GluePoint93Y"/>
                  </a:cxn>
                  <a:cxn ang="0">
                    <a:pos x="GluePoint94X" y="GluePoint94Y"/>
                  </a:cxn>
                  <a:cxn ang="0">
                    <a:pos x="GluePoint95X" y="GluePoint95Y"/>
                  </a:cxn>
                  <a:cxn ang="0">
                    <a:pos x="GluePoint96X" y="GluePoint96Y"/>
                  </a:cxn>
                  <a:cxn ang="0">
                    <a:pos x="GluePoint97X" y="GluePoint97Y"/>
                  </a:cxn>
                  <a:cxn ang="0">
                    <a:pos x="GluePoint98X" y="GluePoint98Y"/>
                  </a:cxn>
                  <a:cxn ang="0">
                    <a:pos x="GluePoint99X" y="GluePoint99Y"/>
                  </a:cxn>
                  <a:cxn ang="0">
                    <a:pos x="GluePoint100X" y="GluePoint100Y"/>
                  </a:cxn>
                  <a:cxn ang="0">
                    <a:pos x="GluePoint101X" y="GluePoint101Y"/>
                  </a:cxn>
                  <a:cxn ang="0">
                    <a:pos x="GluePoint102X" y="GluePoint102Y"/>
                  </a:cxn>
                  <a:cxn ang="0">
                    <a:pos x="GluePoint103X" y="GluePoint103Y"/>
                  </a:cxn>
                  <a:cxn ang="0">
                    <a:pos x="GluePoint104X" y="GluePoint104Y"/>
                  </a:cxn>
                  <a:cxn ang="0">
                    <a:pos x="GluePoint105X" y="GluePoint105Y"/>
                  </a:cxn>
                  <a:cxn ang="0">
                    <a:pos x="GluePoint106X" y="GluePoint106Y"/>
                  </a:cxn>
                  <a:cxn ang="0">
                    <a:pos x="GluePoint107X" y="GluePoint107Y"/>
                  </a:cxn>
                  <a:cxn ang="0">
                    <a:pos x="GluePoint108X" y="GluePoint108Y"/>
                  </a:cxn>
                  <a:cxn ang="0">
                    <a:pos x="GluePoint109X" y="GluePoint109Y"/>
                  </a:cxn>
                  <a:cxn ang="0">
                    <a:pos x="GluePoint110X" y="GluePoint110Y"/>
                  </a:cxn>
                  <a:cxn ang="0">
                    <a:pos x="GluePoint111X" y="GluePoint111Y"/>
                  </a:cxn>
                  <a:cxn ang="0">
                    <a:pos x="GluePoint112X" y="GluePoint112Y"/>
                  </a:cxn>
                  <a:cxn ang="0">
                    <a:pos x="GluePoint113X" y="GluePoint113Y"/>
                  </a:cxn>
                  <a:cxn ang="0">
                    <a:pos x="GluePoint114X" y="GluePoint114Y"/>
                  </a:cxn>
                  <a:cxn ang="0">
                    <a:pos x="GluePoint115X" y="GluePoint115Y"/>
                  </a:cxn>
                  <a:cxn ang="0">
                    <a:pos x="GluePoint116X" y="GluePoint116Y"/>
                  </a:cxn>
                  <a:cxn ang="0">
                    <a:pos x="GluePoint117X" y="GluePoint117Y"/>
                  </a:cxn>
                  <a:cxn ang="0">
                    <a:pos x="GluePoint118X" y="GluePoint118Y"/>
                  </a:cxn>
                  <a:cxn ang="0">
                    <a:pos x="GluePoint119X" y="GluePoint119Y"/>
                  </a:cxn>
                  <a:cxn ang="0">
                    <a:pos x="GluePoint120X" y="GluePoint120Y"/>
                  </a:cxn>
                  <a:cxn ang="0">
                    <a:pos x="GluePoint121X" y="GluePoint121Y"/>
                  </a:cxn>
                  <a:cxn ang="0">
                    <a:pos x="GluePoint122X" y="GluePoint122Y"/>
                  </a:cxn>
                  <a:cxn ang="0">
                    <a:pos x="GluePoint123X" y="GluePoint123Y"/>
                  </a:cxn>
                  <a:cxn ang="0">
                    <a:pos x="GluePoint124X" y="GluePoint124Y"/>
                  </a:cxn>
                  <a:cxn ang="0">
                    <a:pos x="GluePoint125X" y="GluePoint125Y"/>
                  </a:cxn>
                  <a:cxn ang="0">
                    <a:pos x="GluePoint126X" y="GluePoint126Y"/>
                  </a:cxn>
                  <a:cxn ang="0">
                    <a:pos x="GluePoint127X" y="GluePoint127Y"/>
                  </a:cxn>
                  <a:cxn ang="0">
                    <a:pos x="GluePoint128X" y="GluePoint128Y"/>
                  </a:cxn>
                  <a:cxn ang="0">
                    <a:pos x="GluePoint129X" y="GluePoint129Y"/>
                  </a:cxn>
                  <a:cxn ang="0">
                    <a:pos x="GluePoint130X" y="GluePoint130Y"/>
                  </a:cxn>
                  <a:cxn ang="0">
                    <a:pos x="GluePoint131X" y="GluePoint131Y"/>
                  </a:cxn>
                  <a:cxn ang="0">
                    <a:pos x="GluePoint132X" y="GluePoint132Y"/>
                  </a:cxn>
                  <a:cxn ang="0">
                    <a:pos x="GluePoint133X" y="GluePoint133Y"/>
                  </a:cxn>
                  <a:cxn ang="0">
                    <a:pos x="GluePoint134X" y="GluePoint134Y"/>
                  </a:cxn>
                  <a:cxn ang="0">
                    <a:pos x="GluePoint135X" y="GluePoint135Y"/>
                  </a:cxn>
                  <a:cxn ang="0">
                    <a:pos x="GluePoint136X" y="GluePoint136Y"/>
                  </a:cxn>
                  <a:cxn ang="0">
                    <a:pos x="GluePoint137X" y="GluePoint137Y"/>
                  </a:cxn>
                  <a:cxn ang="0">
                    <a:pos x="GluePoint138X" y="GluePoint138Y"/>
                  </a:cxn>
                  <a:cxn ang="0">
                    <a:pos x="GluePoint139X" y="GluePoint139Y"/>
                  </a:cxn>
                  <a:cxn ang="0">
                    <a:pos x="GluePoint140X" y="GluePoint140Y"/>
                  </a:cxn>
                  <a:cxn ang="0">
                    <a:pos x="GluePoint141X" y="GluePoint141Y"/>
                  </a:cxn>
                  <a:cxn ang="0">
                    <a:pos x="GluePoint142X" y="GluePoint142Y"/>
                  </a:cxn>
                  <a:cxn ang="0">
                    <a:pos x="GluePoint143X" y="GluePoint143Y"/>
                  </a:cxn>
                  <a:cxn ang="0">
                    <a:pos x="GluePoint144X" y="GluePoint144Y"/>
                  </a:cxn>
                  <a:cxn ang="0">
                    <a:pos x="GluePoint145X" y="GluePoint145Y"/>
                  </a:cxn>
                  <a:cxn ang="0">
                    <a:pos x="GluePoint146X" y="GluePoint146Y"/>
                  </a:cxn>
                  <a:cxn ang="0">
                    <a:pos x="GluePoint147X" y="GluePoint147Y"/>
                  </a:cxn>
                  <a:cxn ang="0">
                    <a:pos x="GluePoint148X" y="GluePoint148Y"/>
                  </a:cxn>
                  <a:cxn ang="0">
                    <a:pos x="GluePoint149X" y="GluePoint149Y"/>
                  </a:cxn>
                  <a:cxn ang="0">
                    <a:pos x="GluePoint150X" y="GluePoint150Y"/>
                  </a:cxn>
                  <a:cxn ang="0">
                    <a:pos x="GluePoint151X" y="GluePoint151Y"/>
                  </a:cxn>
                  <a:cxn ang="0">
                    <a:pos x="GluePoint152X" y="GluePoint152Y"/>
                  </a:cxn>
                  <a:cxn ang="0">
                    <a:pos x="GluePoint153X" y="GluePoint153Y"/>
                  </a:cxn>
                  <a:cxn ang="0">
                    <a:pos x="GluePoint154X" y="GluePoint154Y"/>
                  </a:cxn>
                  <a:cxn ang="0">
                    <a:pos x="GluePoint155X" y="GluePoint155Y"/>
                  </a:cxn>
                  <a:cxn ang="0">
                    <a:pos x="GluePoint156X" y="GluePoint156Y"/>
                  </a:cxn>
                  <a:cxn ang="0">
                    <a:pos x="GluePoint157X" y="GluePoint157Y"/>
                  </a:cxn>
                  <a:cxn ang="0">
                    <a:pos x="GluePoint158X" y="GluePoint158Y"/>
                  </a:cxn>
                  <a:cxn ang="0">
                    <a:pos x="GluePoint159X" y="GluePoint159Y"/>
                  </a:cxn>
                  <a:cxn ang="0">
                    <a:pos x="GluePoint160X" y="GluePoint160Y"/>
                  </a:cxn>
                  <a:cxn ang="0">
                    <a:pos x="GluePoint161X" y="GluePoint161Y"/>
                  </a:cxn>
                  <a:cxn ang="0">
                    <a:pos x="GluePoint162X" y="GluePoint162Y"/>
                  </a:cxn>
                  <a:cxn ang="0">
                    <a:pos x="GluePoint163X" y="GluePoint163Y"/>
                  </a:cxn>
                  <a:cxn ang="0">
                    <a:pos x="GluePoint164X" y="GluePoint164Y"/>
                  </a:cxn>
                  <a:cxn ang="0">
                    <a:pos x="GluePoint165X" y="GluePoint165Y"/>
                  </a:cxn>
                  <a:cxn ang="0">
                    <a:pos x="GluePoint166X" y="GluePoint166Y"/>
                  </a:cxn>
                  <a:cxn ang="0">
                    <a:pos x="GluePoint167X" y="GluePoint167Y"/>
                  </a:cxn>
                  <a:cxn ang="0">
                    <a:pos x="GluePoint168X" y="GluePoint168Y"/>
                  </a:cxn>
                  <a:cxn ang="0">
                    <a:pos x="GluePoint169X" y="GluePoint169Y"/>
                  </a:cxn>
                  <a:cxn ang="0">
                    <a:pos x="GluePoint170X" y="GluePoint170Y"/>
                  </a:cxn>
                  <a:cxn ang="0">
                    <a:pos x="GluePoint171X" y="GluePoint171Y"/>
                  </a:cxn>
                  <a:cxn ang="0">
                    <a:pos x="GluePoint172X" y="GluePoint172Y"/>
                  </a:cxn>
                  <a:cxn ang="0">
                    <a:pos x="GluePoint173X" y="GluePoint173Y"/>
                  </a:cxn>
                  <a:cxn ang="0">
                    <a:pos x="GluePoint174X" y="GluePoint174Y"/>
                  </a:cxn>
                  <a:cxn ang="0">
                    <a:pos x="GluePoint175X" y="GluePoint175Y"/>
                  </a:cxn>
                  <a:cxn ang="0">
                    <a:pos x="GluePoint176X" y="GluePoint176Y"/>
                  </a:cxn>
                  <a:cxn ang="0">
                    <a:pos x="GluePoint177X" y="GluePoint177Y"/>
                  </a:cxn>
                  <a:cxn ang="0">
                    <a:pos x="GluePoint178X" y="GluePoint178Y"/>
                  </a:cxn>
                  <a:cxn ang="0">
                    <a:pos x="GluePoint179X" y="GluePoint179Y"/>
                  </a:cxn>
                  <a:cxn ang="0">
                    <a:pos x="GluePoint180X" y="GluePoint180Y"/>
                  </a:cxn>
                  <a:cxn ang="0">
                    <a:pos x="GluePoint181X" y="GluePoint181Y"/>
                  </a:cxn>
                  <a:cxn ang="0">
                    <a:pos x="GluePoint182X" y="GluePoint182Y"/>
                  </a:cxn>
                  <a:cxn ang="0">
                    <a:pos x="GluePoint183X" y="GluePoint183Y"/>
                  </a:cxn>
                  <a:cxn ang="0">
                    <a:pos x="GluePoint184X" y="GluePoint184Y"/>
                  </a:cxn>
                  <a:cxn ang="0">
                    <a:pos x="GluePoint185X" y="GluePoint185Y"/>
                  </a:cxn>
                  <a:cxn ang="0">
                    <a:pos x="GluePoint186X" y="GluePoint186Y"/>
                  </a:cxn>
                  <a:cxn ang="0">
                    <a:pos x="GluePoint187X" y="GluePoint187Y"/>
                  </a:cxn>
                  <a:cxn ang="0">
                    <a:pos x="GluePoint188X" y="GluePoint188Y"/>
                  </a:cxn>
                  <a:cxn ang="0">
                    <a:pos x="GluePoint189X" y="GluePoint189Y"/>
                  </a:cxn>
                  <a:cxn ang="0">
                    <a:pos x="GluePoint190X" y="GluePoint190Y"/>
                  </a:cxn>
                  <a:cxn ang="0">
                    <a:pos x="GluePoint191X" y="GluePoint191Y"/>
                  </a:cxn>
                  <a:cxn ang="0">
                    <a:pos x="GluePoint192X" y="GluePoint192Y"/>
                  </a:cxn>
                  <a:cxn ang="0">
                    <a:pos x="GluePoint193X" y="GluePoint193Y"/>
                  </a:cxn>
                  <a:cxn ang="0">
                    <a:pos x="GluePoint194X" y="GluePoint194Y"/>
                  </a:cxn>
                  <a:cxn ang="0">
                    <a:pos x="GluePoint195X" y="GluePoint195Y"/>
                  </a:cxn>
                  <a:cxn ang="0">
                    <a:pos x="GluePoint196X" y="GluePoint196Y"/>
                  </a:cxn>
                  <a:cxn ang="0">
                    <a:pos x="GluePoint197X" y="GluePoint197Y"/>
                  </a:cxn>
                  <a:cxn ang="0">
                    <a:pos x="GluePoint198X" y="GluePoint198Y"/>
                  </a:cxn>
                  <a:cxn ang="0">
                    <a:pos x="GluePoint199X" y="GluePoint199Y"/>
                  </a:cxn>
                  <a:cxn ang="0">
                    <a:pos x="GluePoint200X" y="GluePoint200Y"/>
                  </a:cxn>
                  <a:cxn ang="0">
                    <a:pos x="GluePoint201X" y="GluePoint201Y"/>
                  </a:cxn>
                  <a:cxn ang="0">
                    <a:pos x="GluePoint202X" y="GluePoint202Y"/>
                  </a:cxn>
                  <a:cxn ang="0">
                    <a:pos x="GluePoint203X" y="GluePoint203Y"/>
                  </a:cxn>
                  <a:cxn ang="0">
                    <a:pos x="GluePoint204X" y="GluePoint204Y"/>
                  </a:cxn>
                  <a:cxn ang="0">
                    <a:pos x="GluePoint205X" y="GluePoint205Y"/>
                  </a:cxn>
                  <a:cxn ang="0">
                    <a:pos x="GluePoint206X" y="GluePoint206Y"/>
                  </a:cxn>
                  <a:cxn ang="0">
                    <a:pos x="GluePoint207X" y="GluePoint207Y"/>
                  </a:cxn>
                  <a:cxn ang="0">
                    <a:pos x="GluePoint208X" y="GluePoint208Y"/>
                  </a:cxn>
                  <a:cxn ang="0">
                    <a:pos x="GluePoint209X" y="GluePoint209Y"/>
                  </a:cxn>
                  <a:cxn ang="0">
                    <a:pos x="GluePoint210X" y="GluePoint210Y"/>
                  </a:cxn>
                  <a:cxn ang="0">
                    <a:pos x="GluePoint211X" y="GluePoint211Y"/>
                  </a:cxn>
                  <a:cxn ang="0">
                    <a:pos x="GluePoint212X" y="GluePoint212Y"/>
                  </a:cxn>
                  <a:cxn ang="0">
                    <a:pos x="GluePoint213X" y="GluePoint213Y"/>
                  </a:cxn>
                  <a:cxn ang="0">
                    <a:pos x="GluePoint214X" y="GluePoint214Y"/>
                  </a:cxn>
                  <a:cxn ang="0">
                    <a:pos x="GluePoint215X" y="GluePoint215Y"/>
                  </a:cxn>
                  <a:cxn ang="0">
                    <a:pos x="GluePoint216X" y="GluePoint216Y"/>
                  </a:cxn>
                  <a:cxn ang="0">
                    <a:pos x="GluePoint217X" y="GluePoint217Y"/>
                  </a:cxn>
                  <a:cxn ang="0">
                    <a:pos x="GluePoint218X" y="GluePoint218Y"/>
                  </a:cxn>
                  <a:cxn ang="0">
                    <a:pos x="GluePoint219X" y="GluePoint219Y"/>
                  </a:cxn>
                  <a:cxn ang="0">
                    <a:pos x="GluePoint220X" y="GluePoint220Y"/>
                  </a:cxn>
                  <a:cxn ang="0">
                    <a:pos x="GluePoint221X" y="GluePoint221Y"/>
                  </a:cxn>
                  <a:cxn ang="0">
                    <a:pos x="GluePoint222X" y="GluePoint222Y"/>
                  </a:cxn>
                  <a:cxn ang="0">
                    <a:pos x="GluePoint223X" y="GluePoint223Y"/>
                  </a:cxn>
                  <a:cxn ang="0">
                    <a:pos x="GluePoint224X" y="GluePoint224Y"/>
                  </a:cxn>
                  <a:cxn ang="0">
                    <a:pos x="GluePoint225X" y="GluePoint225Y"/>
                  </a:cxn>
                  <a:cxn ang="0">
                    <a:pos x="GluePoint226X" y="GluePoint226Y"/>
                  </a:cxn>
                  <a:cxn ang="0">
                    <a:pos x="GluePoint227X" y="GluePoint227Y"/>
                  </a:cxn>
                  <a:cxn ang="0">
                    <a:pos x="GluePoint228X" y="GluePoint228Y"/>
                  </a:cxn>
                  <a:cxn ang="0">
                    <a:pos x="GluePoint229X" y="GluePoint229Y"/>
                  </a:cxn>
                  <a:cxn ang="0">
                    <a:pos x="GluePoint230X" y="GluePoint230Y"/>
                  </a:cxn>
                  <a:cxn ang="0">
                    <a:pos x="GluePoint231X" y="GluePoint231Y"/>
                  </a:cxn>
                  <a:cxn ang="0">
                    <a:pos x="GluePoint232X" y="GluePoint232Y"/>
                  </a:cxn>
                  <a:cxn ang="0">
                    <a:pos x="GluePoint233X" y="GluePoint233Y"/>
                  </a:cxn>
                  <a:cxn ang="0">
                    <a:pos x="GluePoint234X" y="GluePoint234Y"/>
                  </a:cxn>
                  <a:cxn ang="0">
                    <a:pos x="GluePoint235X" y="GluePoint235Y"/>
                  </a:cxn>
                  <a:cxn ang="0">
                    <a:pos x="GluePoint236X" y="GluePoint236Y"/>
                  </a:cxn>
                  <a:cxn ang="0">
                    <a:pos x="GluePoint237X" y="GluePoint237Y"/>
                  </a:cxn>
                  <a:cxn ang="0">
                    <a:pos x="GluePoint238X" y="GluePoint238Y"/>
                  </a:cxn>
                  <a:cxn ang="0">
                    <a:pos x="GluePoint239X" y="GluePoint239Y"/>
                  </a:cxn>
                  <a:cxn ang="0">
                    <a:pos x="GluePoint240X" y="GluePoint240Y"/>
                  </a:cxn>
                  <a:cxn ang="0">
                    <a:pos x="GluePoint241X" y="GluePoint241Y"/>
                  </a:cxn>
                  <a:cxn ang="0">
                    <a:pos x="GluePoint242X" y="GluePoint242Y"/>
                  </a:cxn>
                  <a:cxn ang="0">
                    <a:pos x="GluePoint243X" y="GluePoint243Y"/>
                  </a:cxn>
                  <a:cxn ang="0">
                    <a:pos x="GluePoint244X" y="GluePoint244Y"/>
                  </a:cxn>
                  <a:cxn ang="0">
                    <a:pos x="GluePoint245X" y="GluePoint245Y"/>
                  </a:cxn>
                  <a:cxn ang="0">
                    <a:pos x="GluePoint246X" y="GluePoint246Y"/>
                  </a:cxn>
                  <a:cxn ang="0">
                    <a:pos x="GluePoint247X" y="GluePoint247Y"/>
                  </a:cxn>
                  <a:cxn ang="0">
                    <a:pos x="GluePoint248X" y="GluePoint248Y"/>
                  </a:cxn>
                  <a:cxn ang="0">
                    <a:pos x="GluePoint249X" y="GluePoint249Y"/>
                  </a:cxn>
                  <a:cxn ang="0">
                    <a:pos x="GluePoint250X" y="GluePoint250Y"/>
                  </a:cxn>
                  <a:cxn ang="0">
                    <a:pos x="GluePoint251X" y="GluePoint251Y"/>
                  </a:cxn>
                  <a:cxn ang="0">
                    <a:pos x="GluePoint252X" y="GluePoint252Y"/>
                  </a:cxn>
                  <a:cxn ang="0">
                    <a:pos x="GluePoint253X" y="GluePoint253Y"/>
                  </a:cxn>
                  <a:cxn ang="0">
                    <a:pos x="GluePoint254X" y="GluePoint254Y"/>
                  </a:cxn>
                  <a:cxn ang="0">
                    <a:pos x="GluePoint255X" y="GluePoint255Y"/>
                  </a:cxn>
                  <a:cxn ang="0">
                    <a:pos x="GluePoint256X" y="GluePoint256Y"/>
                  </a:cxn>
                  <a:cxn ang="0">
                    <a:pos x="GluePoint257X" y="GluePoint257Y"/>
                  </a:cxn>
                  <a:cxn ang="0">
                    <a:pos x="GluePoint258X" y="GluePoint258Y"/>
                  </a:cxn>
                  <a:cxn ang="0">
                    <a:pos x="GluePoint259X" y="GluePoint259Y"/>
                  </a:cxn>
                  <a:cxn ang="0">
                    <a:pos x="GluePoint260X" y="GluePoint260Y"/>
                  </a:cxn>
                  <a:cxn ang="0">
                    <a:pos x="GluePoint261X" y="GluePoint261Y"/>
                  </a:cxn>
                  <a:cxn ang="0">
                    <a:pos x="GluePoint262X" y="GluePoint262Y"/>
                  </a:cxn>
                  <a:cxn ang="0">
                    <a:pos x="GluePoint263X" y="GluePoint263Y"/>
                  </a:cxn>
                  <a:cxn ang="0">
                    <a:pos x="GluePoint264X" y="GluePoint264Y"/>
                  </a:cxn>
                  <a:cxn ang="0">
                    <a:pos x="GluePoint265X" y="GluePoint265Y"/>
                  </a:cxn>
                  <a:cxn ang="0">
                    <a:pos x="GluePoint266X" y="GluePoint266Y"/>
                  </a:cxn>
                  <a:cxn ang="0">
                    <a:pos x="GluePoint267X" y="GluePoint267Y"/>
                  </a:cxn>
                  <a:cxn ang="0">
                    <a:pos x="GluePoint268X" y="GluePoint268Y"/>
                  </a:cxn>
                  <a:cxn ang="0">
                    <a:pos x="GluePoint269X" y="GluePoint269Y"/>
                  </a:cxn>
                  <a:cxn ang="0">
                    <a:pos x="GluePoint270X" y="GluePoint270Y"/>
                  </a:cxn>
                  <a:cxn ang="0">
                    <a:pos x="GluePoint271X" y="GluePoint271Y"/>
                  </a:cxn>
                  <a:cxn ang="0">
                    <a:pos x="GluePoint272X" y="GluePoint272Y"/>
                  </a:cxn>
                  <a:cxn ang="0">
                    <a:pos x="GluePoint273X" y="GluePoint273Y"/>
                  </a:cxn>
                  <a:cxn ang="0">
                    <a:pos x="GluePoint274X" y="GluePoint274Y"/>
                  </a:cxn>
                  <a:cxn ang="0">
                    <a:pos x="GluePoint275X" y="GluePoint275Y"/>
                  </a:cxn>
                  <a:cxn ang="0">
                    <a:pos x="GluePoint276X" y="GluePoint276Y"/>
                  </a:cxn>
                  <a:cxn ang="0">
                    <a:pos x="GluePoint277X" y="GluePoint277Y"/>
                  </a:cxn>
                  <a:cxn ang="0">
                    <a:pos x="GluePoint278X" y="GluePoint278Y"/>
                  </a:cxn>
                  <a:cxn ang="0">
                    <a:pos x="GluePoint279X" y="GluePoint279Y"/>
                  </a:cxn>
                  <a:cxn ang="0">
                    <a:pos x="GluePoint280X" y="GluePoint280Y"/>
                  </a:cxn>
                  <a:cxn ang="0">
                    <a:pos x="GluePoint281X" y="GluePoint281Y"/>
                  </a:cxn>
                  <a:cxn ang="0">
                    <a:pos x="GluePoint282X" y="GluePoint282Y"/>
                  </a:cxn>
                  <a:cxn ang="0">
                    <a:pos x="GluePoint283X" y="GluePoint283Y"/>
                  </a:cxn>
                  <a:cxn ang="0">
                    <a:pos x="GluePoint284X" y="GluePoint284Y"/>
                  </a:cxn>
                  <a:cxn ang="0">
                    <a:pos x="GluePoint285X" y="GluePoint285Y"/>
                  </a:cxn>
                  <a:cxn ang="0">
                    <a:pos x="GluePoint286X" y="GluePoint286Y"/>
                  </a:cxn>
                  <a:cxn ang="0">
                    <a:pos x="GluePoint287X" y="GluePoint287Y"/>
                  </a:cxn>
                  <a:cxn ang="0">
                    <a:pos x="GluePoint288X" y="GluePoint288Y"/>
                  </a:cxn>
                  <a:cxn ang="0">
                    <a:pos x="GluePoint289X" y="GluePoint289Y"/>
                  </a:cxn>
                  <a:cxn ang="0">
                    <a:pos x="GluePoint290X" y="GluePoint290Y"/>
                  </a:cxn>
                  <a:cxn ang="0">
                    <a:pos x="GluePoint291X" y="GluePoint291Y"/>
                  </a:cxn>
                  <a:cxn ang="0">
                    <a:pos x="GluePoint292X" y="GluePoint292Y"/>
                  </a:cxn>
                  <a:cxn ang="0">
                    <a:pos x="GluePoint293X" y="GluePoint293Y"/>
                  </a:cxn>
                  <a:cxn ang="0">
                    <a:pos x="GluePoint294X" y="GluePoint294Y"/>
                  </a:cxn>
                  <a:cxn ang="0">
                    <a:pos x="GluePoint295X" y="GluePoint295Y"/>
                  </a:cxn>
                  <a:cxn ang="0">
                    <a:pos x="GluePoint296X" y="GluePoint296Y"/>
                  </a:cxn>
                  <a:cxn ang="0">
                    <a:pos x="GluePoint297X" y="GluePoint297Y"/>
                  </a:cxn>
                  <a:cxn ang="0">
                    <a:pos x="GluePoint298X" y="GluePoint298Y"/>
                  </a:cxn>
                  <a:cxn ang="0">
                    <a:pos x="GluePoint299X" y="GluePoint299Y"/>
                  </a:cxn>
                  <a:cxn ang="0">
                    <a:pos x="GluePoint300X" y="GluePoint300Y"/>
                  </a:cxn>
                  <a:cxn ang="0">
                    <a:pos x="GluePoint301X" y="GluePoint301Y"/>
                  </a:cxn>
                  <a:cxn ang="0">
                    <a:pos x="GluePoint302X" y="GluePoint302Y"/>
                  </a:cxn>
                  <a:cxn ang="0">
                    <a:pos x="GluePoint303X" y="GluePoint303Y"/>
                  </a:cxn>
                  <a:cxn ang="0">
                    <a:pos x="GluePoint304X" y="GluePoint304Y"/>
                  </a:cxn>
                  <a:cxn ang="0">
                    <a:pos x="GluePoint305X" y="GluePoint305Y"/>
                  </a:cxn>
                  <a:cxn ang="0">
                    <a:pos x="GluePoint306X" y="GluePoint306Y"/>
                  </a:cxn>
                  <a:cxn ang="0">
                    <a:pos x="GluePoint307X" y="GluePoint307Y"/>
                  </a:cxn>
                  <a:cxn ang="0">
                    <a:pos x="GluePoint308X" y="GluePoint308Y"/>
                  </a:cxn>
                  <a:cxn ang="0">
                    <a:pos x="GluePoint309X" y="GluePoint309Y"/>
                  </a:cxn>
                  <a:cxn ang="0">
                    <a:pos x="GluePoint310X" y="GluePoint310Y"/>
                  </a:cxn>
                  <a:cxn ang="0">
                    <a:pos x="GluePoint311X" y="GluePoint311Y"/>
                  </a:cxn>
                  <a:cxn ang="0">
                    <a:pos x="GluePoint312X" y="GluePoint312Y"/>
                  </a:cxn>
                  <a:cxn ang="0">
                    <a:pos x="GluePoint313X" y="GluePoint313Y"/>
                  </a:cxn>
                  <a:cxn ang="0">
                    <a:pos x="GluePoint314X" y="GluePoint314Y"/>
                  </a:cxn>
                  <a:cxn ang="0">
                    <a:pos x="GluePoint315X" y="GluePoint315Y"/>
                  </a:cxn>
                  <a:cxn ang="0">
                    <a:pos x="GluePoint316X" y="GluePoint316Y"/>
                  </a:cxn>
                  <a:cxn ang="0">
                    <a:pos x="GluePoint317X" y="GluePoint317Y"/>
                  </a:cxn>
                  <a:cxn ang="0">
                    <a:pos x="GluePoint318X" y="GluePoint318Y"/>
                  </a:cxn>
                  <a:cxn ang="0">
                    <a:pos x="GluePoint319X" y="GluePoint319Y"/>
                  </a:cxn>
                  <a:cxn ang="0">
                    <a:pos x="GluePoint320X" y="GluePoint320Y"/>
                  </a:cxn>
                  <a:cxn ang="0">
                    <a:pos x="GluePoint321X" y="GluePoint321Y"/>
                  </a:cxn>
                  <a:cxn ang="0">
                    <a:pos x="GluePoint322X" y="GluePoint322Y"/>
                  </a:cxn>
                  <a:cxn ang="0">
                    <a:pos x="GluePoint323X" y="GluePoint323Y"/>
                  </a:cxn>
                  <a:cxn ang="0">
                    <a:pos x="GluePoint324X" y="GluePoint324Y"/>
                  </a:cxn>
                  <a:cxn ang="0">
                    <a:pos x="GluePoint325X" y="GluePoint325Y"/>
                  </a:cxn>
                  <a:cxn ang="0">
                    <a:pos x="GluePoint326X" y="GluePoint326Y"/>
                  </a:cxn>
                  <a:cxn ang="0">
                    <a:pos x="GluePoint327X" y="GluePoint327Y"/>
                  </a:cxn>
                  <a:cxn ang="0">
                    <a:pos x="GluePoint328X" y="GluePoint328Y"/>
                  </a:cxn>
                  <a:cxn ang="0">
                    <a:pos x="GluePoint329X" y="GluePoint329Y"/>
                  </a:cxn>
                  <a:cxn ang="0">
                    <a:pos x="GluePoint330X" y="GluePoint330Y"/>
                  </a:cxn>
                  <a:cxn ang="0">
                    <a:pos x="GluePoint331X" y="GluePoint331Y"/>
                  </a:cxn>
                  <a:cxn ang="0">
                    <a:pos x="GluePoint332X" y="GluePoint332Y"/>
                  </a:cxn>
                  <a:cxn ang="0">
                    <a:pos x="GluePoint333X" y="GluePoint333Y"/>
                  </a:cxn>
                  <a:cxn ang="0">
                    <a:pos x="GluePoint334X" y="GluePoint334Y"/>
                  </a:cxn>
                  <a:cxn ang="0">
                    <a:pos x="GluePoint335X" y="GluePoint335Y"/>
                  </a:cxn>
                  <a:cxn ang="0">
                    <a:pos x="GluePoint336X" y="GluePoint336Y"/>
                  </a:cxn>
                  <a:cxn ang="0">
                    <a:pos x="GluePoint337X" y="GluePoint337Y"/>
                  </a:cxn>
                  <a:cxn ang="0">
                    <a:pos x="GluePoint338X" y="GluePoint338Y"/>
                  </a:cxn>
                  <a:cxn ang="0">
                    <a:pos x="GluePoint339X" y="GluePoint339Y"/>
                  </a:cxn>
                  <a:cxn ang="0">
                    <a:pos x="GluePoint340X" y="GluePoint340Y"/>
                  </a:cxn>
                  <a:cxn ang="0">
                    <a:pos x="GluePoint341X" y="GluePoint341Y"/>
                  </a:cxn>
                  <a:cxn ang="0">
                    <a:pos x="GluePoint342X" y="GluePoint342Y"/>
                  </a:cxn>
                  <a:cxn ang="0">
                    <a:pos x="GluePoint343X" y="GluePoint343Y"/>
                  </a:cxn>
                  <a:cxn ang="0">
                    <a:pos x="GluePoint344X" y="GluePoint344Y"/>
                  </a:cxn>
                  <a:cxn ang="0">
                    <a:pos x="GluePoint345X" y="GluePoint345Y"/>
                  </a:cxn>
                  <a:cxn ang="0">
                    <a:pos x="GluePoint346X" y="GluePoint346Y"/>
                  </a:cxn>
                  <a:cxn ang="0">
                    <a:pos x="GluePoint347X" y="GluePoint347Y"/>
                  </a:cxn>
                  <a:cxn ang="0">
                    <a:pos x="GluePoint348X" y="GluePoint348Y"/>
                  </a:cxn>
                  <a:cxn ang="0">
                    <a:pos x="GluePoint349X" y="GluePoint349Y"/>
                  </a:cxn>
                  <a:cxn ang="0">
                    <a:pos x="GluePoint350X" y="GluePoint350Y"/>
                  </a:cxn>
                  <a:cxn ang="0">
                    <a:pos x="GluePoint351X" y="GluePoint351Y"/>
                  </a:cxn>
                  <a:cxn ang="0">
                    <a:pos x="GluePoint352X" y="GluePoint352Y"/>
                  </a:cxn>
                  <a:cxn ang="0">
                    <a:pos x="GluePoint353X" y="GluePoint353Y"/>
                  </a:cxn>
                  <a:cxn ang="0">
                    <a:pos x="GluePoint354X" y="GluePoint354Y"/>
                  </a:cxn>
                  <a:cxn ang="0">
                    <a:pos x="GluePoint355X" y="GluePoint355Y"/>
                  </a:cxn>
                  <a:cxn ang="0">
                    <a:pos x="GluePoint356X" y="GluePoint356Y"/>
                  </a:cxn>
                  <a:cxn ang="0">
                    <a:pos x="GluePoint357X" y="GluePoint357Y"/>
                  </a:cxn>
                  <a:cxn ang="0">
                    <a:pos x="GluePoint358X" y="GluePoint358Y"/>
                  </a:cxn>
                  <a:cxn ang="0">
                    <a:pos x="GluePoint359X" y="GluePoint359Y"/>
                  </a:cxn>
                  <a:cxn ang="0">
                    <a:pos x="GluePoint360X" y="GluePoint360Y"/>
                  </a:cxn>
                  <a:cxn ang="0">
                    <a:pos x="GluePoint361X" y="GluePoint361Y"/>
                  </a:cxn>
                  <a:cxn ang="0">
                    <a:pos x="GluePoint362X" y="GluePoint362Y"/>
                  </a:cxn>
                  <a:cxn ang="0">
                    <a:pos x="GluePoint363X" y="GluePoint363Y"/>
                  </a:cxn>
                  <a:cxn ang="0">
                    <a:pos x="GluePoint364X" y="GluePoint364Y"/>
                  </a:cxn>
                  <a:cxn ang="0">
                    <a:pos x="GluePoint365X" y="GluePoint365Y"/>
                  </a:cxn>
                  <a:cxn ang="0">
                    <a:pos x="GluePoint366X" y="GluePoint366Y"/>
                  </a:cxn>
                  <a:cxn ang="0">
                    <a:pos x="GluePoint367X" y="GluePoint367Y"/>
                  </a:cxn>
                  <a:cxn ang="0">
                    <a:pos x="GluePoint368X" y="GluePoint368Y"/>
                  </a:cxn>
                  <a:cxn ang="0">
                    <a:pos x="GluePoint369X" y="GluePoint369Y"/>
                  </a:cxn>
                  <a:cxn ang="0">
                    <a:pos x="GluePoint370X" y="GluePoint370Y"/>
                  </a:cxn>
                  <a:cxn ang="0">
                    <a:pos x="GluePoint371X" y="GluePoint371Y"/>
                  </a:cxn>
                  <a:cxn ang="0">
                    <a:pos x="GluePoint372X" y="GluePoint372Y"/>
                  </a:cxn>
                  <a:cxn ang="0">
                    <a:pos x="GluePoint373X" y="GluePoint373Y"/>
                  </a:cxn>
                  <a:cxn ang="0">
                    <a:pos x="GluePoint374X" y="GluePoint374Y"/>
                  </a:cxn>
                  <a:cxn ang="0">
                    <a:pos x="GluePoint375X" y="GluePoint375Y"/>
                  </a:cxn>
                  <a:cxn ang="0">
                    <a:pos x="GluePoint376X" y="GluePoint376Y"/>
                  </a:cxn>
                  <a:cxn ang="0">
                    <a:pos x="GluePoint377X" y="GluePoint377Y"/>
                  </a:cxn>
                  <a:cxn ang="0">
                    <a:pos x="GluePoint378X" y="GluePoint378Y"/>
                  </a:cxn>
                  <a:cxn ang="0">
                    <a:pos x="GluePoint379X" y="GluePoint379Y"/>
                  </a:cxn>
                  <a:cxn ang="0">
                    <a:pos x="GluePoint380X" y="GluePoint380Y"/>
                  </a:cxn>
                  <a:cxn ang="0">
                    <a:pos x="GluePoint381X" y="GluePoint381Y"/>
                  </a:cxn>
                  <a:cxn ang="0">
                    <a:pos x="GluePoint382X" y="GluePoint382Y"/>
                  </a:cxn>
                  <a:cxn ang="0">
                    <a:pos x="GluePoint383X" y="GluePoint383Y"/>
                  </a:cxn>
                  <a:cxn ang="0">
                    <a:pos x="GluePoint384X" y="GluePoint384Y"/>
                  </a:cxn>
                  <a:cxn ang="0">
                    <a:pos x="GluePoint385X" y="GluePoint385Y"/>
                  </a:cxn>
                  <a:cxn ang="0">
                    <a:pos x="GluePoint386X" y="GluePoint386Y"/>
                  </a:cxn>
                  <a:cxn ang="0">
                    <a:pos x="GluePoint387X" y="GluePoint387Y"/>
                  </a:cxn>
                  <a:cxn ang="0">
                    <a:pos x="GluePoint388X" y="GluePoint388Y"/>
                  </a:cxn>
                  <a:cxn ang="0">
                    <a:pos x="GluePoint389X" y="GluePoint389Y"/>
                  </a:cxn>
                  <a:cxn ang="0">
                    <a:pos x="GluePoint390X" y="GluePoint390Y"/>
                  </a:cxn>
                  <a:cxn ang="0">
                    <a:pos x="GluePoint391X" y="GluePoint391Y"/>
                  </a:cxn>
                  <a:cxn ang="0">
                    <a:pos x="GluePoint392X" y="GluePoint392Y"/>
                  </a:cxn>
                  <a:cxn ang="0">
                    <a:pos x="GluePoint393X" y="GluePoint393Y"/>
                  </a:cxn>
                  <a:cxn ang="0">
                    <a:pos x="GluePoint394X" y="GluePoint394Y"/>
                  </a:cxn>
                  <a:cxn ang="0">
                    <a:pos x="GluePoint395X" y="GluePoint395Y"/>
                  </a:cxn>
                  <a:cxn ang="0">
                    <a:pos x="GluePoint396X" y="GluePoint396Y"/>
                  </a:cxn>
                  <a:cxn ang="0">
                    <a:pos x="GluePoint397X" y="GluePoint397Y"/>
                  </a:cxn>
                  <a:cxn ang="0">
                    <a:pos x="GluePoint398X" y="GluePoint398Y"/>
                  </a:cxn>
                  <a:cxn ang="0">
                    <a:pos x="GluePoint399X" y="GluePoint399Y"/>
                  </a:cxn>
                  <a:cxn ang="0">
                    <a:pos x="GluePoint400X" y="GluePoint400Y"/>
                  </a:cxn>
                  <a:cxn ang="0">
                    <a:pos x="GluePoint401X" y="GluePoint401Y"/>
                  </a:cxn>
                  <a:cxn ang="0">
                    <a:pos x="GluePoint402X" y="GluePoint402Y"/>
                  </a:cxn>
                  <a:cxn ang="0">
                    <a:pos x="GluePoint403X" y="GluePoint403Y"/>
                  </a:cxn>
                  <a:cxn ang="0">
                    <a:pos x="GluePoint404X" y="GluePoint404Y"/>
                  </a:cxn>
                  <a:cxn ang="0">
                    <a:pos x="GluePoint405X" y="GluePoint405Y"/>
                  </a:cxn>
                  <a:cxn ang="0">
                    <a:pos x="GluePoint406X" y="GluePoint406Y"/>
                  </a:cxn>
                  <a:cxn ang="0">
                    <a:pos x="GluePoint407X" y="GluePoint407Y"/>
                  </a:cxn>
                  <a:cxn ang="0">
                    <a:pos x="GluePoint408X" y="GluePoint408Y"/>
                  </a:cxn>
                  <a:cxn ang="0">
                    <a:pos x="GluePoint409X" y="GluePoint409Y"/>
                  </a:cxn>
                  <a:cxn ang="0">
                    <a:pos x="GluePoint410X" y="GluePoint410Y"/>
                  </a:cxn>
                  <a:cxn ang="0">
                    <a:pos x="GluePoint411X" y="GluePoint411Y"/>
                  </a:cxn>
                  <a:cxn ang="0">
                    <a:pos x="GluePoint412X" y="GluePoint412Y"/>
                  </a:cxn>
                  <a:cxn ang="0">
                    <a:pos x="GluePoint413X" y="GluePoint413Y"/>
                  </a:cxn>
                  <a:cxn ang="0">
                    <a:pos x="GluePoint414X" y="GluePoint414Y"/>
                  </a:cxn>
                  <a:cxn ang="0">
                    <a:pos x="GluePoint415X" y="GluePoint415Y"/>
                  </a:cxn>
                  <a:cxn ang="0">
                    <a:pos x="GluePoint416X" y="GluePoint416Y"/>
                  </a:cxn>
                  <a:cxn ang="0">
                    <a:pos x="GluePoint417X" y="GluePoint417Y"/>
                  </a:cxn>
                  <a:cxn ang="0">
                    <a:pos x="GluePoint418X" y="GluePoint418Y"/>
                  </a:cxn>
                  <a:cxn ang="0">
                    <a:pos x="GluePoint419X" y="GluePoint419Y"/>
                  </a:cxn>
                  <a:cxn ang="0">
                    <a:pos x="GluePoint420X" y="GluePoint420Y"/>
                  </a:cxn>
                  <a:cxn ang="0">
                    <a:pos x="GluePoint421X" y="GluePoint421Y"/>
                  </a:cxn>
                  <a:cxn ang="0">
                    <a:pos x="GluePoint422X" y="GluePoint422Y"/>
                  </a:cxn>
                  <a:cxn ang="0">
                    <a:pos x="GluePoint423X" y="GluePoint423Y"/>
                  </a:cxn>
                  <a:cxn ang="0">
                    <a:pos x="GluePoint424X" y="GluePoint424Y"/>
                  </a:cxn>
                  <a:cxn ang="0">
                    <a:pos x="GluePoint425X" y="GluePoint425Y"/>
                  </a:cxn>
                  <a:cxn ang="0">
                    <a:pos x="GluePoint426X" y="GluePoint426Y"/>
                  </a:cxn>
                  <a:cxn ang="0">
                    <a:pos x="GluePoint427X" y="GluePoint427Y"/>
                  </a:cxn>
                  <a:cxn ang="0">
                    <a:pos x="GluePoint428X" y="GluePoint428Y"/>
                  </a:cxn>
                  <a:cxn ang="0">
                    <a:pos x="GluePoint429X" y="GluePoint429Y"/>
                  </a:cxn>
                  <a:cxn ang="0">
                    <a:pos x="GluePoint430X" y="GluePoint430Y"/>
                  </a:cxn>
                  <a:cxn ang="0">
                    <a:pos x="GluePoint431X" y="GluePoint431Y"/>
                  </a:cxn>
                  <a:cxn ang="0">
                    <a:pos x="GluePoint432X" y="GluePoint432Y"/>
                  </a:cxn>
                  <a:cxn ang="0">
                    <a:pos x="GluePoint433X" y="GluePoint433Y"/>
                  </a:cxn>
                  <a:cxn ang="0">
                    <a:pos x="GluePoint434X" y="GluePoint434Y"/>
                  </a:cxn>
                  <a:cxn ang="0">
                    <a:pos x="GluePoint435X" y="GluePoint435Y"/>
                  </a:cxn>
                  <a:cxn ang="0">
                    <a:pos x="GluePoint436X" y="GluePoint436Y"/>
                  </a:cxn>
                  <a:cxn ang="0">
                    <a:pos x="GluePoint437X" y="GluePoint437Y"/>
                  </a:cxn>
                  <a:cxn ang="0">
                    <a:pos x="GluePoint438X" y="GluePoint438Y"/>
                  </a:cxn>
                  <a:cxn ang="0">
                    <a:pos x="GluePoint439X" y="GluePoint439Y"/>
                  </a:cxn>
                  <a:cxn ang="0">
                    <a:pos x="GluePoint440X" y="GluePoint440Y"/>
                  </a:cxn>
                  <a:cxn ang="0">
                    <a:pos x="GluePoint441X" y="GluePoint441Y"/>
                  </a:cxn>
                  <a:cxn ang="0">
                    <a:pos x="GluePoint442X" y="GluePoint442Y"/>
                  </a:cxn>
                  <a:cxn ang="0">
                    <a:pos x="GluePoint443X" y="GluePoint443Y"/>
                  </a:cxn>
                  <a:cxn ang="0">
                    <a:pos x="GluePoint444X" y="GluePoint444Y"/>
                  </a:cxn>
                  <a:cxn ang="0">
                    <a:pos x="GluePoint445X" y="GluePoint445Y"/>
                  </a:cxn>
                  <a:cxn ang="0">
                    <a:pos x="GluePoint446X" y="GluePoint446Y"/>
                  </a:cxn>
                  <a:cxn ang="0">
                    <a:pos x="GluePoint447X" y="GluePoint447Y"/>
                  </a:cxn>
                  <a:cxn ang="0">
                    <a:pos x="GluePoint448X" y="GluePoint448Y"/>
                  </a:cxn>
                  <a:cxn ang="0">
                    <a:pos x="GluePoint449X" y="GluePoint449Y"/>
                  </a:cxn>
                  <a:cxn ang="0">
                    <a:pos x="GluePoint450X" y="GluePoint450Y"/>
                  </a:cxn>
                  <a:cxn ang="0">
                    <a:pos x="GluePoint451X" y="GluePoint451Y"/>
                  </a:cxn>
                  <a:cxn ang="0">
                    <a:pos x="GluePoint452X" y="GluePoint452Y"/>
                  </a:cxn>
                  <a:cxn ang="0">
                    <a:pos x="GluePoint453X" y="GluePoint453Y"/>
                  </a:cxn>
                  <a:cxn ang="0">
                    <a:pos x="GluePoint454X" y="GluePoint454Y"/>
                  </a:cxn>
                  <a:cxn ang="0">
                    <a:pos x="GluePoint455X" y="GluePoint455Y"/>
                  </a:cxn>
                  <a:cxn ang="0">
                    <a:pos x="GluePoint456X" y="GluePoint456Y"/>
                  </a:cxn>
                  <a:cxn ang="0">
                    <a:pos x="GluePoint457X" y="GluePoint457Y"/>
                  </a:cxn>
                  <a:cxn ang="0">
                    <a:pos x="GluePoint458X" y="GluePoint458Y"/>
                  </a:cxn>
                  <a:cxn ang="0">
                    <a:pos x="GluePoint459X" y="GluePoint459Y"/>
                  </a:cxn>
                  <a:cxn ang="0">
                    <a:pos x="GluePoint460X" y="GluePoint460Y"/>
                  </a:cxn>
                  <a:cxn ang="0">
                    <a:pos x="GluePoint461X" y="GluePoint461Y"/>
                  </a:cxn>
                  <a:cxn ang="0">
                    <a:pos x="GluePoint462X" y="GluePoint462Y"/>
                  </a:cxn>
                  <a:cxn ang="0">
                    <a:pos x="GluePoint463X" y="GluePoint463Y"/>
                  </a:cxn>
                  <a:cxn ang="0">
                    <a:pos x="GluePoint464X" y="GluePoint464Y"/>
                  </a:cxn>
                  <a:cxn ang="0">
                    <a:pos x="GluePoint465X" y="GluePoint465Y"/>
                  </a:cxn>
                  <a:cxn ang="0">
                    <a:pos x="GluePoint466X" y="GluePoint466Y"/>
                  </a:cxn>
                  <a:cxn ang="0">
                    <a:pos x="GluePoint467X" y="GluePoint467Y"/>
                  </a:cxn>
                  <a:cxn ang="0">
                    <a:pos x="GluePoint468X" y="GluePoint468Y"/>
                  </a:cxn>
                  <a:cxn ang="0">
                    <a:pos x="GluePoint469X" y="GluePoint469Y"/>
                  </a:cxn>
                  <a:cxn ang="0">
                    <a:pos x="GluePoint470X" y="GluePoint470Y"/>
                  </a:cxn>
                  <a:cxn ang="0">
                    <a:pos x="GluePoint471X" y="GluePoint471Y"/>
                  </a:cxn>
                  <a:cxn ang="0">
                    <a:pos x="GluePoint472X" y="GluePoint472Y"/>
                  </a:cxn>
                  <a:cxn ang="0">
                    <a:pos x="GluePoint473X" y="GluePoint473Y"/>
                  </a:cxn>
                  <a:cxn ang="0">
                    <a:pos x="GluePoint474X" y="GluePoint474Y"/>
                  </a:cxn>
                  <a:cxn ang="0">
                    <a:pos x="GluePoint475X" y="GluePoint475Y"/>
                  </a:cxn>
                  <a:cxn ang="0">
                    <a:pos x="GluePoint476X" y="GluePoint476Y"/>
                  </a:cxn>
                  <a:cxn ang="0">
                    <a:pos x="GluePoint477X" y="GluePoint477Y"/>
                  </a:cxn>
                  <a:cxn ang="0">
                    <a:pos x="GluePoint478X" y="GluePoint478Y"/>
                  </a:cxn>
                  <a:cxn ang="0">
                    <a:pos x="GluePoint479X" y="GluePoint479Y"/>
                  </a:cxn>
                  <a:cxn ang="0">
                    <a:pos x="GluePoint480X" y="GluePoint480Y"/>
                  </a:cxn>
                  <a:cxn ang="0">
                    <a:pos x="GluePoint481X" y="GluePoint481Y"/>
                  </a:cxn>
                  <a:cxn ang="0">
                    <a:pos x="GluePoint482X" y="GluePoint482Y"/>
                  </a:cxn>
                  <a:cxn ang="0">
                    <a:pos x="GluePoint483X" y="GluePoint483Y"/>
                  </a:cxn>
                  <a:cxn ang="0">
                    <a:pos x="GluePoint484X" y="GluePoint484Y"/>
                  </a:cxn>
                  <a:cxn ang="0">
                    <a:pos x="GluePoint485X" y="GluePoint485Y"/>
                  </a:cxn>
                  <a:cxn ang="0">
                    <a:pos x="GluePoint486X" y="GluePoint486Y"/>
                  </a:cxn>
                  <a:cxn ang="0">
                    <a:pos x="GluePoint487X" y="GluePoint487Y"/>
                  </a:cxn>
                  <a:cxn ang="0">
                    <a:pos x="GluePoint488X" y="GluePoint488Y"/>
                  </a:cxn>
                  <a:cxn ang="0">
                    <a:pos x="GluePoint489X" y="GluePoint489Y"/>
                  </a:cxn>
                  <a:cxn ang="0">
                    <a:pos x="GluePoint490X" y="GluePoint490Y"/>
                  </a:cxn>
                  <a:cxn ang="0">
                    <a:pos x="GluePoint491X" y="GluePoint491Y"/>
                  </a:cxn>
                  <a:cxn ang="0">
                    <a:pos x="GluePoint492X" y="GluePoint492Y"/>
                  </a:cxn>
                  <a:cxn ang="0">
                    <a:pos x="GluePoint493X" y="GluePoint493Y"/>
                  </a:cxn>
                  <a:cxn ang="0">
                    <a:pos x="GluePoint494X" y="GluePoint494Y"/>
                  </a:cxn>
                  <a:cxn ang="0">
                    <a:pos x="GluePoint495X" y="GluePoint495Y"/>
                  </a:cxn>
                  <a:cxn ang="0">
                    <a:pos x="GluePoint496X" y="GluePoint496Y"/>
                  </a:cxn>
                  <a:cxn ang="0">
                    <a:pos x="GluePoint497X" y="GluePoint497Y"/>
                  </a:cxn>
                  <a:cxn ang="0">
                    <a:pos x="GluePoint498X" y="GluePoint498Y"/>
                  </a:cxn>
                  <a:cxn ang="0">
                    <a:pos x="GluePoint499X" y="GluePoint499Y"/>
                  </a:cxn>
                  <a:cxn ang="0">
                    <a:pos x="GluePoint500X" y="GluePoint500Y"/>
                  </a:cxn>
                  <a:cxn ang="0">
                    <a:pos x="GluePoint501X" y="GluePoint501Y"/>
                  </a:cxn>
                  <a:cxn ang="0">
                    <a:pos x="GluePoint502X" y="GluePoint502Y"/>
                  </a:cxn>
                  <a:cxn ang="0">
                    <a:pos x="GluePoint503X" y="GluePoint503Y"/>
                  </a:cxn>
                  <a:cxn ang="0">
                    <a:pos x="GluePoint504X" y="GluePoint504Y"/>
                  </a:cxn>
                  <a:cxn ang="0">
                    <a:pos x="GluePoint505X" y="GluePoint505Y"/>
                  </a:cxn>
                  <a:cxn ang="0">
                    <a:pos x="GluePoint506X" y="GluePoint506Y"/>
                  </a:cxn>
                  <a:cxn ang="0">
                    <a:pos x="GluePoint507X" y="GluePoint507Y"/>
                  </a:cxn>
                  <a:cxn ang="0">
                    <a:pos x="GluePoint508X" y="GluePoint508Y"/>
                  </a:cxn>
                  <a:cxn ang="0">
                    <a:pos x="GluePoint509X" y="GluePoint509Y"/>
                  </a:cxn>
                  <a:cxn ang="0">
                    <a:pos x="GluePoint510X" y="GluePoint510Y"/>
                  </a:cxn>
                  <a:cxn ang="0">
                    <a:pos x="GluePoint511X" y="GluePoint511Y"/>
                  </a:cxn>
                  <a:cxn ang="0">
                    <a:pos x="GluePoint512X" y="GluePoint512Y"/>
                  </a:cxn>
                  <a:cxn ang="0">
                    <a:pos x="GluePoint513X" y="GluePoint513Y"/>
                  </a:cxn>
                  <a:cxn ang="0">
                    <a:pos x="GluePoint514X" y="GluePoint514Y"/>
                  </a:cxn>
                  <a:cxn ang="0">
                    <a:pos x="GluePoint515X" y="GluePoint515Y"/>
                  </a:cxn>
                  <a:cxn ang="0">
                    <a:pos x="GluePoint516X" y="GluePoint516Y"/>
                  </a:cxn>
                  <a:cxn ang="0">
                    <a:pos x="GluePoint517X" y="GluePoint517Y"/>
                  </a:cxn>
                  <a:cxn ang="0">
                    <a:pos x="GluePoint518X" y="GluePoint518Y"/>
                  </a:cxn>
                  <a:cxn ang="0">
                    <a:pos x="GluePoint519X" y="GluePoint519Y"/>
                  </a:cxn>
                  <a:cxn ang="0">
                    <a:pos x="GluePoint520X" y="GluePoint520Y"/>
                  </a:cxn>
                  <a:cxn ang="0">
                    <a:pos x="GluePoint521X" y="GluePoint521Y"/>
                  </a:cxn>
                  <a:cxn ang="0">
                    <a:pos x="GluePoint522X" y="GluePoint522Y"/>
                  </a:cxn>
                  <a:cxn ang="0">
                    <a:pos x="GluePoint523X" y="GluePoint523Y"/>
                  </a:cxn>
                  <a:cxn ang="0">
                    <a:pos x="GluePoint524X" y="GluePoint524Y"/>
                  </a:cxn>
                  <a:cxn ang="0">
                    <a:pos x="GluePoint525X" y="GluePoint525Y"/>
                  </a:cxn>
                  <a:cxn ang="0">
                    <a:pos x="GluePoint526X" y="GluePoint526Y"/>
                  </a:cxn>
                  <a:cxn ang="0">
                    <a:pos x="GluePoint527X" y="GluePoint527Y"/>
                  </a:cxn>
                  <a:cxn ang="0">
                    <a:pos x="GluePoint528X" y="GluePoint528Y"/>
                  </a:cxn>
                  <a:cxn ang="0">
                    <a:pos x="GluePoint529X" y="GluePoint529Y"/>
                  </a:cxn>
                  <a:cxn ang="0">
                    <a:pos x="GluePoint530X" y="GluePoint530Y"/>
                  </a:cxn>
                  <a:cxn ang="0">
                    <a:pos x="GluePoint531X" y="GluePoint531Y"/>
                  </a:cxn>
                  <a:cxn ang="0">
                    <a:pos x="GluePoint532X" y="GluePoint532Y"/>
                  </a:cxn>
                  <a:cxn ang="0">
                    <a:pos x="GluePoint533X" y="GluePoint533Y"/>
                  </a:cxn>
                  <a:cxn ang="0">
                    <a:pos x="GluePoint534X" y="GluePoint534Y"/>
                  </a:cxn>
                  <a:cxn ang="0">
                    <a:pos x="GluePoint535X" y="GluePoint535Y"/>
                  </a:cxn>
                  <a:cxn ang="0">
                    <a:pos x="GluePoint536X" y="GluePoint536Y"/>
                  </a:cxn>
                  <a:cxn ang="0">
                    <a:pos x="GluePoint537X" y="GluePoint537Y"/>
                  </a:cxn>
                  <a:cxn ang="0">
                    <a:pos x="GluePoint538X" y="GluePoint538Y"/>
                  </a:cxn>
                  <a:cxn ang="0">
                    <a:pos x="GluePoint539X" y="GluePoint539Y"/>
                  </a:cxn>
                  <a:cxn ang="0">
                    <a:pos x="GluePoint540X" y="GluePoint540Y"/>
                  </a:cxn>
                  <a:cxn ang="0">
                    <a:pos x="GluePoint541X" y="GluePoint541Y"/>
                  </a:cxn>
                  <a:cxn ang="0">
                    <a:pos x="GluePoint542X" y="GluePoint542Y"/>
                  </a:cxn>
                  <a:cxn ang="0">
                    <a:pos x="GluePoint543X" y="GluePoint543Y"/>
                  </a:cxn>
                  <a:cxn ang="0">
                    <a:pos x="GluePoint544X" y="GluePoint544Y"/>
                  </a:cxn>
                  <a:cxn ang="0">
                    <a:pos x="GluePoint545X" y="GluePoint545Y"/>
                  </a:cxn>
                  <a:cxn ang="0">
                    <a:pos x="GluePoint546X" y="GluePoint546Y"/>
                  </a:cxn>
                  <a:cxn ang="0">
                    <a:pos x="GluePoint547X" y="GluePoint547Y"/>
                  </a:cxn>
                  <a:cxn ang="0">
                    <a:pos x="GluePoint548X" y="GluePoint548Y"/>
                  </a:cxn>
                  <a:cxn ang="0">
                    <a:pos x="GluePoint549X" y="GluePoint549Y"/>
                  </a:cxn>
                  <a:cxn ang="0">
                    <a:pos x="GluePoint550X" y="GluePoint550Y"/>
                  </a:cxn>
                  <a:cxn ang="0">
                    <a:pos x="GluePoint551X" y="GluePoint551Y"/>
                  </a:cxn>
                  <a:cxn ang="0">
                    <a:pos x="GluePoint552X" y="GluePoint552Y"/>
                  </a:cxn>
                  <a:cxn ang="0">
                    <a:pos x="GluePoint553X" y="GluePoint553Y"/>
                  </a:cxn>
                  <a:cxn ang="0">
                    <a:pos x="GluePoint554X" y="GluePoint554Y"/>
                  </a:cxn>
                  <a:cxn ang="0">
                    <a:pos x="GluePoint555X" y="GluePoint555Y"/>
                  </a:cxn>
                  <a:cxn ang="0">
                    <a:pos x="GluePoint556X" y="GluePoint556Y"/>
                  </a:cxn>
                  <a:cxn ang="0">
                    <a:pos x="GluePoint557X" y="GluePoint557Y"/>
                  </a:cxn>
                  <a:cxn ang="0">
                    <a:pos x="GluePoint558X" y="GluePoint558Y"/>
                  </a:cxn>
                  <a:cxn ang="0">
                    <a:pos x="GluePoint559X" y="GluePoint559Y"/>
                  </a:cxn>
                  <a:cxn ang="0">
                    <a:pos x="GluePoint560X" y="GluePoint560Y"/>
                  </a:cxn>
                  <a:cxn ang="0">
                    <a:pos x="GluePoint561X" y="GluePoint561Y"/>
                  </a:cxn>
                  <a:cxn ang="0">
                    <a:pos x="GluePoint562X" y="GluePoint562Y"/>
                  </a:cxn>
                  <a:cxn ang="0">
                    <a:pos x="GluePoint563X" y="GluePoint563Y"/>
                  </a:cxn>
                  <a:cxn ang="0">
                    <a:pos x="GluePoint564X" y="GluePoint564Y"/>
                  </a:cxn>
                  <a:cxn ang="0">
                    <a:pos x="GluePoint565X" y="GluePoint565Y"/>
                  </a:cxn>
                  <a:cxn ang="0">
                    <a:pos x="GluePoint566X" y="GluePoint566Y"/>
                  </a:cxn>
                  <a:cxn ang="0">
                    <a:pos x="GluePoint567X" y="GluePoint567Y"/>
                  </a:cxn>
                  <a:cxn ang="0">
                    <a:pos x="GluePoint568X" y="GluePoint568Y"/>
                  </a:cxn>
                  <a:cxn ang="0">
                    <a:pos x="GluePoint569X" y="GluePoint569Y"/>
                  </a:cxn>
                  <a:cxn ang="0">
                    <a:pos x="GluePoint570X" y="GluePoint570Y"/>
                  </a:cxn>
                  <a:cxn ang="0">
                    <a:pos x="GluePoint571X" y="GluePoint571Y"/>
                  </a:cxn>
                  <a:cxn ang="0">
                    <a:pos x="GluePoint572X" y="GluePoint572Y"/>
                  </a:cxn>
                  <a:cxn ang="0">
                    <a:pos x="GluePoint573X" y="GluePoint573Y"/>
                  </a:cxn>
                  <a:cxn ang="0">
                    <a:pos x="GluePoint574X" y="GluePoint574Y"/>
                  </a:cxn>
                  <a:cxn ang="0">
                    <a:pos x="GluePoint575X" y="GluePoint575Y"/>
                  </a:cxn>
                  <a:cxn ang="0">
                    <a:pos x="GluePoint576X" y="GluePoint576Y"/>
                  </a:cxn>
                  <a:cxn ang="0">
                    <a:pos x="GluePoint577X" y="GluePoint577Y"/>
                  </a:cxn>
                  <a:cxn ang="0">
                    <a:pos x="GluePoint578X" y="GluePoint578Y"/>
                  </a:cxn>
                  <a:cxn ang="0">
                    <a:pos x="GluePoint579X" y="GluePoint579Y"/>
                  </a:cxn>
                  <a:cxn ang="0">
                    <a:pos x="GluePoint580X" y="GluePoint580Y"/>
                  </a:cxn>
                  <a:cxn ang="0">
                    <a:pos x="GluePoint581X" y="GluePoint581Y"/>
                  </a:cxn>
                  <a:cxn ang="0">
                    <a:pos x="GluePoint582X" y="GluePoint582Y"/>
                  </a:cxn>
                  <a:cxn ang="0">
                    <a:pos x="GluePoint583X" y="GluePoint583Y"/>
                  </a:cxn>
                  <a:cxn ang="0">
                    <a:pos x="GluePoint584X" y="GluePoint584Y"/>
                  </a:cxn>
                  <a:cxn ang="0">
                    <a:pos x="GluePoint585X" y="GluePoint585Y"/>
                  </a:cxn>
                  <a:cxn ang="0">
                    <a:pos x="GluePoint586X" y="GluePoint586Y"/>
                  </a:cxn>
                  <a:cxn ang="0">
                    <a:pos x="GluePoint587X" y="GluePoint587Y"/>
                  </a:cxn>
                  <a:cxn ang="0">
                    <a:pos x="GluePoint588X" y="GluePoint588Y"/>
                  </a:cxn>
                  <a:cxn ang="0">
                    <a:pos x="GluePoint589X" y="GluePoint589Y"/>
                  </a:cxn>
                  <a:cxn ang="0">
                    <a:pos x="GluePoint590X" y="GluePoint590Y"/>
                  </a:cxn>
                  <a:cxn ang="0">
                    <a:pos x="GluePoint591X" y="GluePoint591Y"/>
                  </a:cxn>
                  <a:cxn ang="0">
                    <a:pos x="GluePoint592X" y="GluePoint592Y"/>
                  </a:cxn>
                  <a:cxn ang="0">
                    <a:pos x="GluePoint593X" y="GluePoint593Y"/>
                  </a:cxn>
                  <a:cxn ang="0">
                    <a:pos x="GluePoint594X" y="GluePoint594Y"/>
                  </a:cxn>
                  <a:cxn ang="0">
                    <a:pos x="GluePoint595X" y="GluePoint595Y"/>
                  </a:cxn>
                  <a:cxn ang="0">
                    <a:pos x="GluePoint596X" y="GluePoint596Y"/>
                  </a:cxn>
                  <a:cxn ang="0">
                    <a:pos x="GluePoint597X" y="GluePoint597Y"/>
                  </a:cxn>
                  <a:cxn ang="0">
                    <a:pos x="GluePoint598X" y="GluePoint598Y"/>
                  </a:cxn>
                </a:cxnLst>
                <a:rect l="textAreaLeft" t="textAreaTop" r="textAreaRight" b="textAreaBottom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tIns="18360" rIns="90000" bIns="1836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9" name="Freihandform: Form 43"/>
              <p:cNvSpPr/>
              <p:nvPr/>
            </p:nvSpPr>
            <p:spPr>
              <a:xfrm>
                <a:off x="8677440" y="915480"/>
                <a:ext cx="112680" cy="98280"/>
              </a:xfrm>
              <a:custGeom>
                <a:avLst/>
                <a:gdLst>
                  <a:gd name="textAreaLeft" fmla="*/ 0 w 112680"/>
                  <a:gd name="textAreaRight" fmla="*/ 114120 w 112680"/>
                  <a:gd name="textAreaTop" fmla="*/ 0 h 98280"/>
                  <a:gd name="textAreaBottom" fmla="*/ 99720 h 98280"/>
                  <a:gd name="GluePoint1X" fmla="*/ 0 w 152234"/>
                  <a:gd name="GluePoint1Y" fmla="*/ 134353 h 132902"/>
                  <a:gd name="GluePoint2X" fmla="*/ 84816 w 152234"/>
                  <a:gd name="GluePoint2Y" fmla="*/ 134353 h 132902"/>
                  <a:gd name="GluePoint3X" fmla="*/ 152234 w 152234"/>
                  <a:gd name="GluePoint3Y" fmla="*/ 67176 h 132902"/>
                  <a:gd name="GluePoint4X" fmla="*/ 84816 w 152234"/>
                  <a:gd name="GluePoint4Y" fmla="*/ 0 h 132902"/>
                  <a:gd name="GluePoint5X" fmla="*/ 0 w 152234"/>
                  <a:gd name="GluePoint5Y" fmla="*/ 0 h 132902"/>
                  <a:gd name="GluePoint6X" fmla="*/ 0 w 152234"/>
                  <a:gd name="GluePoint6Y" fmla="*/ 134353 h 132902"/>
                </a:gdLst>
                <a:ahLst/>
                <a:cxnLst>
                  <a:cxn ang="0">
                    <a:pos x="GluePoint1X" y="GluePoint1Y"/>
                  </a:cxn>
                  <a:cxn ang="0">
                    <a:pos x="GluePoint2X" y="GluePoint2Y"/>
                  </a:cxn>
                  <a:cxn ang="0">
                    <a:pos x="GluePoint3X" y="GluePoint3Y"/>
                  </a:cxn>
                  <a:cxn ang="0">
                    <a:pos x="GluePoint4X" y="GluePoint4Y"/>
                  </a:cxn>
                  <a:cxn ang="0">
                    <a:pos x="GluePoint5X" y="GluePoint5Y"/>
                  </a:cxn>
                  <a:cxn ang="0">
                    <a:pos x="GluePoint6X" y="GluePoint6Y"/>
                  </a:cxn>
                </a:cxnLst>
                <a:rect l="textAreaLeft" t="textAreaTop" r="textAreaRight" b="textAreaBottom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56520" tIns="45000" rIns="56520" bIns="45000" anchor="ctr">
                <a:noAutofit/>
              </a:bodyPr>
              <a:p>
                <a:endParaRPr lang="de-DE" sz="1350" b="0" u="none" strike="noStrike">
                  <a:solidFill>
                    <a:schemeClr val="dk1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310" name="Freihandform: Form 44"/>
          <p:cNvSpPr/>
          <p:nvPr/>
        </p:nvSpPr>
        <p:spPr>
          <a:xfrm>
            <a:off x="-5040" y="407880"/>
            <a:ext cx="335880" cy="293400"/>
          </a:xfrm>
          <a:custGeom>
            <a:avLst/>
            <a:gdLst>
              <a:gd name="textAreaLeft" fmla="*/ 0 w 335880"/>
              <a:gd name="textAreaRight" fmla="*/ 337320 w 335880"/>
              <a:gd name="textAreaTop" fmla="*/ 0 h 293400"/>
              <a:gd name="textAreaBottom" fmla="*/ 294840 h 293400"/>
              <a:gd name="GluePoint1X" fmla="*/ 0 w 152234"/>
              <a:gd name="GluePoint1Y" fmla="*/ 134353 h 132902"/>
              <a:gd name="GluePoint2X" fmla="*/ 84816 w 152234"/>
              <a:gd name="GluePoint2Y" fmla="*/ 134353 h 132902"/>
              <a:gd name="GluePoint3X" fmla="*/ 152234 w 152234"/>
              <a:gd name="GluePoint3Y" fmla="*/ 67176 h 132902"/>
              <a:gd name="GluePoint4X" fmla="*/ 84816 w 152234"/>
              <a:gd name="GluePoint4Y" fmla="*/ 0 h 132902"/>
              <a:gd name="GluePoint5X" fmla="*/ 0 w 152234"/>
              <a:gd name="GluePoint5Y" fmla="*/ 0 h 132902"/>
              <a:gd name="GluePoint6X" fmla="*/ 0 w 152234"/>
              <a:gd name="GluePoint6Y" fmla="*/ 134353 h 132902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de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Click to edit Master title style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12" name="PlaceHolder 2"/>
          <p:cNvSpPr>
            <a:spLocks noGrp="1"/>
          </p:cNvSpPr>
          <p:nvPr>
            <p:ph type="sldNum" idx="53"/>
          </p:nvPr>
        </p:nvSpPr>
        <p:spPr>
          <a:xfrm>
            <a:off x="35640" y="4975560"/>
            <a:ext cx="33588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 defTabSz="686160">
              <a:lnSpc>
                <a:spcPct val="100000"/>
              </a:lnSpc>
              <a:buNone/>
              <a:tabLst>
                <a:tab pos="0" algn="l"/>
              </a:tabLst>
              <a:def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686160">
              <a:lnSpc>
                <a:spcPct val="100000"/>
              </a:lnSpc>
              <a:buNone/>
              <a:tabLst>
                <a:tab pos="0" algn="l"/>
              </a:tabLst>
            </a:pPr>
            <a:fld id="{99DBFDA3-B559-4AB8-9F68-99D4BE778380}" type="slidenum">
              <a:rPr lang="de-DE" sz="9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3" name="PlaceHolder 3"/>
          <p:cNvSpPr>
            <a:spLocks noGrp="1"/>
          </p:cNvSpPr>
          <p:nvPr>
            <p:ph type="body"/>
          </p:nvPr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def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08200" lvl="2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74600" lvl="3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41360" lvl="4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en-GB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GB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21.xml"/><Relationship Id="rId17" Type="http://schemas.openxmlformats.org/officeDocument/2006/relationships/slideLayout" Target="../slideLayouts/slideLayout22.xml"/><Relationship Id="rId18" Type="http://schemas.openxmlformats.org/officeDocument/2006/relationships/slideLayout" Target="../slideLayouts/slideLayout23.xml"/><Relationship Id="rId19" Type="http://schemas.openxmlformats.org/officeDocument/2006/relationships/slideLayout" Target="../slideLayouts/slideLayout24.xml"/><Relationship Id="rId20" Type="http://schemas.openxmlformats.org/officeDocument/2006/relationships/slideLayout" Target="../slideLayouts/slideLayout25.xml"/><Relationship Id="rId21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28.xml"/><Relationship Id="rId24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30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30.xml"/><Relationship Id="rId4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30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PlaceHolder 1"/>
          <p:cNvSpPr>
            <a:spLocks noGrp="1"/>
          </p:cNvSpPr>
          <p:nvPr>
            <p:ph type="title" hasCustomPrompt="1"/>
          </p:nvPr>
        </p:nvSpPr>
        <p:spPr>
          <a:xfrm>
            <a:off x="3654360" y="2268000"/>
            <a:ext cx="4948560" cy="10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3600" b="0" u="none" strike="noStrike">
                <a:solidFill>
                  <a:schemeClr val="dk2"/>
                </a:solidFill>
                <a:effectLst/>
                <a:uFillTx/>
                <a:latin typeface="Arial"/>
                <a:ea typeface="Source Han Sans CN"/>
              </a:rPr>
              <a:t>OS Development</a:t>
            </a:r>
            <a:br>
              <a:rPr sz="3600"/>
            </a:br>
            <a:br>
              <a:rPr sz="3600"/>
            </a:br>
            <a:r>
              <a:rPr lang="de-DE" sz="2400" b="0" u="none" strike="noStrike">
                <a:solidFill>
                  <a:schemeClr val="dk2"/>
                </a:solidFill>
                <a:effectLst/>
                <a:uFillTx/>
                <a:latin typeface="Arial"/>
                <a:ea typeface="Source Han Sans CN"/>
              </a:rPr>
              <a:t>3. Programming model of the</a:t>
            </a:r>
            <a:br>
              <a:rPr sz="2400"/>
            </a:br>
            <a:r>
              <a:rPr lang="de-DE" sz="2400" b="0" u="none" strike="noStrike">
                <a:solidFill>
                  <a:schemeClr val="dk2"/>
                </a:solidFill>
                <a:effectLst/>
                <a:uFillTx/>
                <a:latin typeface="Arial"/>
                <a:ea typeface="Source Han Sans CN"/>
              </a:rPr>
              <a:t>    x86_64 processor architecture</a:t>
            </a:r>
            <a:endParaRPr lang="de-DE" sz="24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1" name="PlaceHolder 2"/>
          <p:cNvSpPr>
            <a:spLocks noGrp="1"/>
          </p:cNvSpPr>
          <p:nvPr>
            <p:ph type="subTitle"/>
          </p:nvPr>
        </p:nvSpPr>
        <p:spPr>
          <a:xfrm>
            <a:off x="3654360" y="3494160"/>
            <a:ext cx="4399560" cy="6033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Prof. Dr. Michael Schöttner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Dr. Fabian Ruhland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3" name="PlaceHolder 2"/>
          <p:cNvSpPr>
            <a:spLocks noGrp="1"/>
          </p:cNvSpPr>
          <p:nvPr>
            <p:ph type="ftr" idx="57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4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25" name="Rounded Rectangle 1"/>
          <p:cNvSpPr/>
          <p:nvPr/>
        </p:nvSpPr>
        <p:spPr>
          <a:xfrm>
            <a:off x="372960" y="1146240"/>
            <a:ext cx="3261600" cy="41940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FB33304-DF4B-4140-9214-1A99E0EAEFD9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History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27" name="Rectangular Callout 1"/>
          <p:cNvSpPr/>
          <p:nvPr/>
        </p:nvSpPr>
        <p:spPr>
          <a:xfrm>
            <a:off x="6390360" y="3319920"/>
            <a:ext cx="2572920" cy="477720"/>
          </a:xfrm>
          <a:prstGeom prst="wedgeRectCallout">
            <a:avLst>
              <a:gd name="adj1" fmla="val -98216"/>
              <a:gd name="adj2" fmla="val 99499"/>
            </a:avLst>
          </a:prstGeom>
          <a:noFill/>
          <a:ln>
            <a:solidFill>
              <a:srgbClr val="5959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</a:t>
            </a:r>
            <a:r>
              <a:rPr lang="en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dvanced Vector Extensions (based on SSE)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686160">
              <a:lnSpc>
                <a:spcPct val="100000"/>
              </a:lnSpc>
            </a:pPr>
            <a:r>
              <a:rPr lang="en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Transactional Synchronozation Extensions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686160">
              <a:lnSpc>
                <a:spcPct val="100000"/>
              </a:lnSpc>
            </a:pPr>
            <a:r>
              <a:rPr lang="en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Fuse-Multiply-Add Instructions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8" name="Rectangular Callout 2"/>
          <p:cNvSpPr/>
          <p:nvPr/>
        </p:nvSpPr>
        <p:spPr>
          <a:xfrm>
            <a:off x="7353360" y="3983040"/>
            <a:ext cx="1584000" cy="318600"/>
          </a:xfrm>
          <a:prstGeom prst="wedgeRectCallout">
            <a:avLst>
              <a:gd name="adj1" fmla="val -126339"/>
              <a:gd name="adj2" fmla="val 61820"/>
            </a:avLst>
          </a:prstGeom>
          <a:noFill/>
          <a:ln>
            <a:solidFill>
              <a:srgbClr val="5959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Deep-Learning (DL) Boost </a:t>
            </a:r>
            <a:br>
              <a:rPr sz="900"/>
            </a:b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→ AVX extension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9" name="Rectangular Callout 3"/>
          <p:cNvSpPr/>
          <p:nvPr/>
        </p:nvSpPr>
        <p:spPr>
          <a:xfrm>
            <a:off x="7884360" y="4471560"/>
            <a:ext cx="1078560" cy="441720"/>
          </a:xfrm>
          <a:prstGeom prst="wedgeRectCallout">
            <a:avLst>
              <a:gd name="adj1" fmla="val -96019"/>
              <a:gd name="adj2" fmla="val -10804"/>
            </a:avLst>
          </a:prstGeom>
          <a:noFill/>
          <a:ln>
            <a:solidFill>
              <a:srgbClr val="5959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 = Performance</a:t>
            </a:r>
            <a:br>
              <a:rPr sz="900"/>
            </a:b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 = Efficiency </a:t>
            </a:r>
            <a:br>
              <a:rPr sz="900"/>
            </a:b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Hybrid Cores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0" name="PlaceHolder 2"/>
          <p:cNvSpPr>
            <a:spLocks noGrp="1"/>
          </p:cNvSpPr>
          <p:nvPr>
            <p:ph type="subTitle"/>
          </p:nvPr>
        </p:nvSpPr>
        <p:spPr>
          <a:xfrm>
            <a:off x="521640" y="1205640"/>
            <a:ext cx="8094960" cy="3708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8086 (1978)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Prime father of the PC processor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80286 (1982)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Segmentation based memory protection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80386 (1985)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Paging → Memory protection based on pages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Pentium (1993)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superscalar, 64-bit data bus, MMX, APIC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Pentium II (1997)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RISC-like micro instructions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Pentium III (1999)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SSE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Pentium 4 (2000)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SSE2, Hyperthreading, Intel 64 / EM64T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Core (2005)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Dual Core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Core 2 (2006)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Quad Core, 64 bit (x86_64)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Has-/Broad-well (2013)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AVX2, TSX, FMA3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Rocket / Tiger Lake (2021)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DL-Boost, Memory encryption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Alder Lake (2021)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- Division in P- and E-cores (max. 8 + 8)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1" name="Fußzeilenplatzhalter 1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3.1 History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E95FB54D-6EFF-4487-9059-9D3994AEF6C1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3" name="PlaceHolder 2"/>
          <p:cNvSpPr>
            <a:spLocks noGrp="1"/>
          </p:cNvSpPr>
          <p:nvPr>
            <p:ph type="ftr" idx="58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4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5" name="Rounded Rectangle 1"/>
          <p:cNvSpPr/>
          <p:nvPr/>
        </p:nvSpPr>
        <p:spPr>
          <a:xfrm>
            <a:off x="372960" y="1722240"/>
            <a:ext cx="3261600" cy="41940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889506E-3776-4C8A-AC4F-FA5A56660E58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 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37" name="PlaceHolder 2"/>
          <p:cNvSpPr>
            <a:spLocks noGrp="1"/>
          </p:cNvSpPr>
          <p:nvPr>
            <p:ph/>
          </p:nvPr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16-bit architecture, little endian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20-bit address bus → 1 MiB max. physical memory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Few registers (from todays standpoint)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123 instructions (1-4 byte length)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Segmented memory (64 KiB segments)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Stil relevant today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41440" lvl="1" indent="-274680" algn="l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 multicore systems, other cores startup in real moe</a:t>
            </a:r>
            <a:endParaRPr lang="en-GB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8" name="Fußzeilenplatzhalter 2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FCA316D-5607-486C-B1C3-9C3BD2732472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8086: Registers 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0" name="TextBox 5"/>
          <p:cNvSpPr/>
          <p:nvPr/>
        </p:nvSpPr>
        <p:spPr>
          <a:xfrm>
            <a:off x="2215440" y="4936320"/>
            <a:ext cx="45756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1" name="Fußzeilenplatzhalter 3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2" name="TextBox 6"/>
          <p:cNvSpPr/>
          <p:nvPr/>
        </p:nvSpPr>
        <p:spPr>
          <a:xfrm>
            <a:off x="2215800" y="4936680"/>
            <a:ext cx="4575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 based on: Volkmar Sieh / Daniel Lohmann, 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3" name=""/>
          <p:cNvPicPr/>
          <p:nvPr/>
        </p:nvPicPr>
        <p:blipFill>
          <a:blip r:embed="rId1"/>
          <a:stretch/>
        </p:blipFill>
        <p:spPr>
          <a:xfrm>
            <a:off x="1800000" y="1031040"/>
            <a:ext cx="5038920" cy="388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D6147DDE-A581-40D0-A047-7D103264F7B6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8086: Registers 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5" name="TextBox 5"/>
          <p:cNvSpPr/>
          <p:nvPr/>
        </p:nvSpPr>
        <p:spPr>
          <a:xfrm>
            <a:off x="2215440" y="4936320"/>
            <a:ext cx="4575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 based on: Volkmar Sieh / Daniel Lohmann, 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6" name="Fußzeilenplatzhalter 4"/>
          <p:cNvSpPr/>
          <p:nvPr/>
        </p:nvSpPr>
        <p:spPr>
          <a:xfrm>
            <a:off x="628560" y="4975560"/>
            <a:ext cx="15858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7" name=""/>
          <p:cNvPicPr/>
          <p:nvPr/>
        </p:nvPicPr>
        <p:blipFill>
          <a:blip r:embed="rId1"/>
          <a:stretch/>
        </p:blipFill>
        <p:spPr>
          <a:xfrm>
            <a:off x="2082240" y="1045800"/>
            <a:ext cx="4432680" cy="38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2A2BC3B1-C78C-4F50-96BC-957A427DEA28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8086: Segmented Memory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49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Logical addresses consist of: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 selector (determined by a segment register)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Offset (usually given by a general purpose register or directly encoded into the instruction)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Physical address calculation: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0" name="Fußzeilenplatzhalter 5"/>
          <p:cNvSpPr/>
          <p:nvPr/>
        </p:nvSpPr>
        <p:spPr>
          <a:xfrm>
            <a:off x="628560" y="4975560"/>
            <a:ext cx="1530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1" name="TextBox 7"/>
          <p:cNvSpPr/>
          <p:nvPr/>
        </p:nvSpPr>
        <p:spPr>
          <a:xfrm>
            <a:off x="2215800" y="4936680"/>
            <a:ext cx="4575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 based on: Volkmar Sieh / Daniel Lohmann, 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52" name=""/>
          <p:cNvPicPr/>
          <p:nvPr/>
        </p:nvPicPr>
        <p:blipFill>
          <a:blip r:embed="rId1"/>
          <a:stretch/>
        </p:blipFill>
        <p:spPr>
          <a:xfrm>
            <a:off x="2340000" y="2520000"/>
            <a:ext cx="4138920" cy="230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00FCF398-56AB-43DD-95EF-23DAFC98E8BE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8086: Segmented Memory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354" name="Picture 5" descr="bill_gates_01.jpg"/>
          <p:cNvPicPr/>
          <p:nvPr/>
        </p:nvPicPr>
        <p:blipFill>
          <a:blip r:embed="rId1"/>
          <a:stretch/>
        </p:blipFill>
        <p:spPr>
          <a:xfrm>
            <a:off x="1763640" y="1278720"/>
            <a:ext cx="5111280" cy="338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5" name="Rounded Rectangular Callout 4"/>
          <p:cNvSpPr/>
          <p:nvPr/>
        </p:nvSpPr>
        <p:spPr>
          <a:xfrm>
            <a:off x="5220000" y="1300680"/>
            <a:ext cx="2374920" cy="604800"/>
          </a:xfrm>
          <a:prstGeom prst="wedgeRoundRectCallout">
            <a:avLst>
              <a:gd name="adj1" fmla="val -69732"/>
              <a:gd name="adj2" fmla="val 160452"/>
              <a:gd name="adj3" fmla="val 16667"/>
            </a:avLst>
          </a:prstGeom>
          <a:solidFill>
            <a:srgbClr val="FFFFB3"/>
          </a:solidFill>
          <a:ln w="9525">
            <a:solidFill>
              <a:srgbClr val="CCCCC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686160">
              <a:lnSpc>
                <a:spcPct val="93000"/>
              </a:lnSpc>
            </a:pPr>
            <a:r>
              <a:rPr lang="en-US" sz="1350" b="0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640K</a:t>
            </a: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en-US" sz="13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ought to be enough for anybody.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6" name="Fußzeilenplatzhalter 6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2395AAA-EADB-489F-8C69-9C320BEDE1EE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8086: I/O-Port vs. Memory Addresses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58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I/O-port and memory addresses: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Differentiation through CPU pin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M/IO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.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 address lanes for I/O → 16-bit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Still supported today (even in Protected Mode and Long Mode)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Additionally: Memory Mapped I/O (e.g., for video cards)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Memory access goes to a device instead of memory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9" name="Fußzeilenplatzhalter 7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0" name=""/>
          <p:cNvPicPr/>
          <p:nvPr/>
        </p:nvPicPr>
        <p:blipFill>
          <a:blip r:embed="rId1"/>
          <a:stretch/>
        </p:blipFill>
        <p:spPr>
          <a:xfrm>
            <a:off x="2556000" y="3335400"/>
            <a:ext cx="3628440" cy="138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137CA798-6160-4F92-80CA-B4FEC4F2350D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IA-32 – The 32-bit Intel Architecture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2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First IA-32 CPU was the Intel 80386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term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IA-32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was introduced much later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32-bit technology: register, data und address bus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From Pentium Pro: 64 Bit data und 36 bit address bus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Complex protection and multitasking support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Protected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Originally introduced with the 80286 (16-Bit)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Compatibility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With older operating systems through Real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With older applications through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Virtual 8086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Segmentation based memory model (mostly used as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Flat Memory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Page based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Memory Management Unit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(MMU)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3" name="Fußzeilenplatzhalter 8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0EA87015-0CF7-4756-839C-D526CECF7B79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x86-64: 64-bit processor architecture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5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x86-64: Original name of 64 bit extension by AMD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Sometimes abbreviated as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x64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Later replaced by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AMD64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Intel licensed x86-64 from AMD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Intel 64 is Intel’s own label (for the same architecture)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Minimal differences in instruction set compared to AMD64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Completely different than the own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IA-64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(Itanium) architechture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6" name="Fußzeilenplatzhalter 9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D321BCC8-3198-4601-AA88-64A68F7FAE1E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x86-64: 64-bit processor architecture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68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Additional registers (all 64 bit long)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Paging must be enabled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Segmentation strongly restricted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New feature (among others):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 Execute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protection per page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9" name="Fußzeilenplatzhalter 10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66BC98B8-EE53-410B-9B0F-C20571471D09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x86-64: CPU modes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1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Real Mode = 16 bit addressing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Protected Mode = 32 bit addressing (also called IA-32)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Long Mode = 64 Bit addressing (also called IA-32e)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e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 meaning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extension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Used in the Intel manuals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To differentiate against IA-64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(Compatibility Mode)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ource Han Sans CN"/>
              </a:rPr>
              <a:t>Supporting Protected Mode applications in Long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2" name="Fußzeilenplatzhalter 11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5FC595F-F35F-4085-A41B-44651DE71F24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</a:t>
            </a: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: Registers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4" name="TextBox 3"/>
          <p:cNvSpPr/>
          <p:nvPr/>
        </p:nvSpPr>
        <p:spPr>
          <a:xfrm>
            <a:off x="0" y="4936320"/>
            <a:ext cx="914256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75" name="Picture 4"/>
          <p:cNvPicPr/>
          <p:nvPr/>
        </p:nvPicPr>
        <p:blipFill>
          <a:blip r:embed="rId1"/>
          <a:srcRect l="1031" t="0" r="0" b="588"/>
          <a:stretch/>
        </p:blipFill>
        <p:spPr>
          <a:xfrm>
            <a:off x="1115640" y="1154880"/>
            <a:ext cx="6909120" cy="350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6" name="Rectangle 1"/>
          <p:cNvSpPr/>
          <p:nvPr/>
        </p:nvSpPr>
        <p:spPr>
          <a:xfrm>
            <a:off x="6228360" y="4015080"/>
            <a:ext cx="2014920" cy="790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377" name="Fußzeilenplatzhalter 13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4063598-5F09-48AA-8129-FF4883A5F17E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</a:t>
            </a: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: Registers (2)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79" name="TextBox 3"/>
          <p:cNvSpPr/>
          <p:nvPr/>
        </p:nvSpPr>
        <p:spPr>
          <a:xfrm>
            <a:off x="35640" y="4936320"/>
            <a:ext cx="9071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0" name="Picture 4"/>
          <p:cNvPicPr/>
          <p:nvPr/>
        </p:nvPicPr>
        <p:blipFill>
          <a:blip r:embed="rId1"/>
          <a:srcRect l="0" t="1861" r="0" b="0"/>
          <a:stretch/>
        </p:blipFill>
        <p:spPr>
          <a:xfrm>
            <a:off x="1328400" y="1134720"/>
            <a:ext cx="6825240" cy="375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1" name="Fußzeilenplatzhalter 14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3.2 x86 programming model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207F0B25-B99E-4289-BFE4-1C80B32F85BE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83" name="PlaceHolder 2"/>
          <p:cNvSpPr>
            <a:spLocks noGrp="1"/>
          </p:cNvSpPr>
          <p:nvPr>
            <p:ph type="ftr" idx="59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4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85" name="Rounded Rectangle 1"/>
          <p:cNvSpPr/>
          <p:nvPr/>
        </p:nvSpPr>
        <p:spPr>
          <a:xfrm>
            <a:off x="372960" y="2359080"/>
            <a:ext cx="3261600" cy="41940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DE336A77-38CA-4FF9-9C6D-BD13F61EC2CB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TextBox 4"/>
          <p:cNvSpPr/>
          <p:nvPr/>
        </p:nvSpPr>
        <p:spPr>
          <a:xfrm>
            <a:off x="35640" y="4936320"/>
            <a:ext cx="9071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x86-64</a:t>
            </a: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: Addressing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88" name="PlaceHolder 2"/>
          <p:cNvSpPr>
            <a:spLocks noGrp="1"/>
          </p:cNvSpPr>
          <p:nvPr>
            <p:ph type="ftr" idx="60"/>
          </p:nvPr>
        </p:nvSpPr>
        <p:spPr>
          <a:xfrm>
            <a:off x="628560" y="4975560"/>
            <a:ext cx="358200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9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Effective addresses (EA) are calculated using the following scheme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All general purpose registers can be used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br>
              <a:rPr sz="600"/>
            </a:br>
            <a:endParaRPr lang="de-DE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Example:         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MOV </a:t>
            </a: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RAX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, array[</a:t>
            </a: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RSI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Courier New"/>
              </a:rPr>
              <a:t> * 4]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Lesen aus einem Array mit 4 Byte großen Elementen und RSI als Index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New in x86-64: Addressing relative to instruction pointer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90" name="Picture 3"/>
          <p:cNvPicPr/>
          <p:nvPr/>
        </p:nvPicPr>
        <p:blipFill>
          <a:blip r:embed="rId1"/>
          <a:stretch/>
        </p:blipFill>
        <p:spPr>
          <a:xfrm>
            <a:off x="757800" y="1798920"/>
            <a:ext cx="6909120" cy="163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1" name="Picture 7"/>
          <p:cNvPicPr/>
          <p:nvPr/>
        </p:nvPicPr>
        <p:blipFill>
          <a:blip r:embed="rId2"/>
          <a:stretch/>
        </p:blipFill>
        <p:spPr>
          <a:xfrm>
            <a:off x="683640" y="4231080"/>
            <a:ext cx="3157200" cy="47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E3537C6-0628-4784-846D-D82CB327A364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Protected Mode – Segments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93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Each segment has a start address and a length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 registers store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 selectors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= Index into the GDT/LDT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LDT was rarely used by operating systems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 program (in execution) consists of multiple memory segments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At least CODE, DATA and STACK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Linear address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is segment start address + effective address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Effective address = Value in a </a:t>
            </a:r>
            <a:r>
              <a:rPr lang="en-GB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general purpose register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Linear address = physical address, if the paging unit is turned off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4" name="PlaceHolder 4"/>
          <p:cNvSpPr/>
          <p:nvPr/>
        </p:nvSpPr>
        <p:spPr>
          <a:xfrm>
            <a:off x="628920" y="4975560"/>
            <a:ext cx="35820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087101AD-2709-40CA-ACBA-3EA57D71E7A0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Protected Mode – Segments (2)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96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Flat memory: 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Practically all modern 32-bit operating systems set all segments to start address 0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This way, segments do not influence address calculation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Furthermore, only four GDT entry are used (CODE + DATA, each for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User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and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Kernel Mode</a:t>
            </a: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); LDT remains completely unused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Segmentation cannot be turned off (because of protection), but Paging is not required in IA-32 Protected Mode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7" name="PlaceHolder 5"/>
          <p:cNvSpPr/>
          <p:nvPr/>
        </p:nvSpPr>
        <p:spPr>
          <a:xfrm>
            <a:off x="628920" y="4975560"/>
            <a:ext cx="35820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236C51AF-1A6C-43F1-968F-3FFDF9AD522F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Protected Mode – Segments (3)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399" name="TextBox 3"/>
          <p:cNvSpPr/>
          <p:nvPr/>
        </p:nvSpPr>
        <p:spPr>
          <a:xfrm>
            <a:off x="2988000" y="4936320"/>
            <a:ext cx="45954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Source Han Sans CN"/>
              </a:rPr>
              <a:t>Picture based on: Volkmar Sieh / Daniel Lohmann, </a:t>
            </a: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0" name="PlaceHolder 6"/>
          <p:cNvSpPr/>
          <p:nvPr/>
        </p:nvSpPr>
        <p:spPr>
          <a:xfrm>
            <a:off x="628920" y="4975560"/>
            <a:ext cx="35820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1" name=""/>
          <p:cNvPicPr/>
          <p:nvPr/>
        </p:nvPicPr>
        <p:blipFill>
          <a:blip r:embed="rId1"/>
          <a:stretch/>
        </p:blipFill>
        <p:spPr>
          <a:xfrm>
            <a:off x="2052000" y="1044000"/>
            <a:ext cx="5039640" cy="382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2EE4332-268C-4B33-BEFF-1F589663874D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Segmentation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pic>
        <p:nvPicPr>
          <p:cNvPr id="1403" name="graphics2"/>
          <p:cNvPicPr/>
          <p:nvPr/>
        </p:nvPicPr>
        <p:blipFill>
          <a:blip r:embed="rId1"/>
          <a:srcRect l="0" t="0" r="52436" b="0"/>
          <a:stretch/>
        </p:blipFill>
        <p:spPr>
          <a:xfrm>
            <a:off x="5508000" y="1632600"/>
            <a:ext cx="3369960" cy="3112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pic>
      <p:sp>
        <p:nvSpPr>
          <p:cNvPr id="1404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16-bit Selectors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Start addresses are ignored in almost all segments,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except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FS and GS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 limit check; essentially only the ring number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CS remains relevant (= CPL)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5" name="graphics1"/>
          <p:cNvPicPr/>
          <p:nvPr/>
        </p:nvPicPr>
        <p:blipFill>
          <a:blip r:embed="rId2"/>
          <a:srcRect l="46531" t="0" r="0" b="0"/>
          <a:stretch/>
        </p:blipFill>
        <p:spPr>
          <a:xfrm>
            <a:off x="4140000" y="2620080"/>
            <a:ext cx="1627560" cy="21254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pic>
      <p:sp>
        <p:nvSpPr>
          <p:cNvPr id="1406" name="PlaceHolder 7"/>
          <p:cNvSpPr/>
          <p:nvPr/>
        </p:nvSpPr>
        <p:spPr>
          <a:xfrm>
            <a:off x="628920" y="4975560"/>
            <a:ext cx="35820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1106193-0EF2-4B98-94F2-0FF6EB614129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Paging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08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Paging is required in Long Mode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basic paging configuration is handled by the CRx </a:t>
            </a: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ontrol </a:t>
            </a:r>
            <a:r>
              <a:rPr lang="de-DE" sz="16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egisters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9" name="TextBox 3"/>
          <p:cNvSpPr/>
          <p:nvPr/>
        </p:nvSpPr>
        <p:spPr>
          <a:xfrm>
            <a:off x="3307320" y="4936320"/>
            <a:ext cx="4575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Schiermeier,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0" name="Picture 4"/>
          <p:cNvPicPr/>
          <p:nvPr/>
        </p:nvPicPr>
        <p:blipFill>
          <a:blip r:embed="rId1"/>
          <a:stretch/>
        </p:blipFill>
        <p:spPr>
          <a:xfrm>
            <a:off x="1691640" y="2775240"/>
            <a:ext cx="5468760" cy="17424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411" name="Straight Arrow Connector 7"/>
          <p:cNvCxnSpPr/>
          <p:nvPr/>
        </p:nvCxnSpPr>
        <p:spPr>
          <a:xfrm flipH="1">
            <a:off x="4716000" y="2596320"/>
            <a:ext cx="217440" cy="267840"/>
          </a:xfrm>
          <a:prstGeom prst="straightConnector1">
            <a:avLst/>
          </a:prstGeom>
          <a:ln w="0">
            <a:solidFill>
              <a:srgbClr val="808080"/>
            </a:solidFill>
            <a:tailEnd len="lg" type="triangle" w="med"/>
          </a:ln>
        </p:spPr>
      </p:cxnSp>
      <p:sp>
        <p:nvSpPr>
          <p:cNvPr id="1412" name="TextBox 9"/>
          <p:cNvSpPr/>
          <p:nvPr/>
        </p:nvSpPr>
        <p:spPr>
          <a:xfrm>
            <a:off x="4390920" y="2274840"/>
            <a:ext cx="147960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Physical Address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3" name="PlaceHolder 8"/>
          <p:cNvSpPr/>
          <p:nvPr/>
        </p:nvSpPr>
        <p:spPr>
          <a:xfrm>
            <a:off x="628920" y="4975560"/>
            <a:ext cx="35820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785C842-FF8C-4D00-AABC-CB71ED7079C1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TextBox 43"/>
          <p:cNvSpPr/>
          <p:nvPr/>
        </p:nvSpPr>
        <p:spPr>
          <a:xfrm>
            <a:off x="35640" y="4936320"/>
            <a:ext cx="90716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68616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Page Tables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16" name="Inhaltsplatzhalter 7"/>
          <p:cNvSpPr/>
          <p:nvPr/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 or five levels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 page tables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7" name="Picture 42"/>
          <p:cNvPicPr/>
          <p:nvPr/>
        </p:nvPicPr>
        <p:blipFill>
          <a:blip r:embed="rId1"/>
          <a:stretch/>
        </p:blipFill>
        <p:spPr>
          <a:xfrm>
            <a:off x="2563560" y="1159200"/>
            <a:ext cx="5967720" cy="368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8" name="PlaceHolder 9"/>
          <p:cNvSpPr/>
          <p:nvPr/>
        </p:nvSpPr>
        <p:spPr>
          <a:xfrm>
            <a:off x="628920" y="4975560"/>
            <a:ext cx="35820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9" name="TextBox 11"/>
          <p:cNvSpPr/>
          <p:nvPr/>
        </p:nvSpPr>
        <p:spPr>
          <a:xfrm>
            <a:off x="3307320" y="4936680"/>
            <a:ext cx="4575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Schiermeier,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14886A5F-BD44-42B6-AA1A-A8FBA38142FD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TLB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21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Problem: Paging slows down memory accesses, since the page tables need to be accessed each time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Solution: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Translation Lookaside Buffer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(TLB):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Fully associative cache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Tag: consists of page table indices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Data: Page Frame address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Size (80386): 32 entries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With normal applications, the TlB reaches a hit rate of ~98%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Remarks: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Writing the CR3 register invalidates the TLB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Not anymore since Intel Westmere (2010) → TLB Tag has additional 12-bit </a:t>
            </a:r>
            <a:r>
              <a:rPr lang="de-DE" sz="12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Process Context ID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(PCID)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When protection/access bits in a page table entry are modifired, the corresponding TLB entry must be deleted (INVLPG instruction)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2" name="PlaceHolder 10"/>
          <p:cNvSpPr/>
          <p:nvPr/>
        </p:nvSpPr>
        <p:spPr>
          <a:xfrm>
            <a:off x="628920" y="4975560"/>
            <a:ext cx="35820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3.3 Address Translation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D9CA3108-F443-4C8F-9DF6-AEE9098AAAB4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24" name="PlaceHolder 2"/>
          <p:cNvSpPr>
            <a:spLocks noGrp="1"/>
          </p:cNvSpPr>
          <p:nvPr>
            <p:ph type="ftr" idx="61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5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26" name="Rounded Rectangle 1"/>
          <p:cNvSpPr/>
          <p:nvPr/>
        </p:nvSpPr>
        <p:spPr>
          <a:xfrm>
            <a:off x="372960" y="2946240"/>
            <a:ext cx="3261600" cy="41940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3D3975E-FBC7-48AC-A882-3C67F5372A0D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28" name="PlaceHolder 2"/>
          <p:cNvSpPr>
            <a:spLocks noGrp="1"/>
          </p:cNvSpPr>
          <p:nvPr>
            <p:ph type="ftr" idx="62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9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Goals: 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against unauthorized memory accesses and code execution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against kernel crashes or crashes of other processes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Requirements: Coda and Data...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are classified in regard to their trustability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and this classification is enforce by the operating system, with the help of the process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2E02E435-4297-432E-A1F7-114637909EAB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 Rings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31" name="PlaceHolder 2"/>
          <p:cNvSpPr>
            <a:spLocks noGrp="1"/>
          </p:cNvSpPr>
          <p:nvPr>
            <p:ph type="ftr" idx="63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32" name="Group 23"/>
          <p:cNvGrpSpPr/>
          <p:nvPr/>
        </p:nvGrpSpPr>
        <p:grpSpPr>
          <a:xfrm>
            <a:off x="3996360" y="1495080"/>
            <a:ext cx="3166560" cy="3166560"/>
            <a:chOff x="3996360" y="1495080"/>
            <a:chExt cx="3166560" cy="3166560"/>
          </a:xfrm>
        </p:grpSpPr>
        <p:sp>
          <p:nvSpPr>
            <p:cNvPr id="1433" name="Oval 9"/>
            <p:cNvSpPr/>
            <p:nvPr/>
          </p:nvSpPr>
          <p:spPr>
            <a:xfrm>
              <a:off x="3996360" y="1495080"/>
              <a:ext cx="3166560" cy="3166560"/>
            </a:xfrm>
            <a:prstGeom prst="ellipse">
              <a:avLst/>
            </a:prstGeom>
            <a:solidFill>
              <a:srgbClr val="FFFFB3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4" name="Oval 8"/>
            <p:cNvSpPr/>
            <p:nvPr/>
          </p:nvSpPr>
          <p:spPr>
            <a:xfrm>
              <a:off x="4428360" y="1971720"/>
              <a:ext cx="2302920" cy="2258280"/>
            </a:xfrm>
            <a:prstGeom prst="ellipse">
              <a:avLst/>
            </a:prstGeom>
            <a:solidFill>
              <a:schemeClr val="bg2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5" name="Oval 21"/>
            <p:cNvSpPr/>
            <p:nvPr/>
          </p:nvSpPr>
          <p:spPr>
            <a:xfrm>
              <a:off x="4788360" y="2287080"/>
              <a:ext cx="1582560" cy="158256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6" name="Oval 22"/>
            <p:cNvSpPr/>
            <p:nvPr/>
          </p:nvSpPr>
          <p:spPr>
            <a:xfrm>
              <a:off x="5108400" y="2607120"/>
              <a:ext cx="943200" cy="943200"/>
            </a:xfrm>
            <a:prstGeom prst="ellipse">
              <a:avLst/>
            </a:prstGeom>
            <a:solidFill>
              <a:srgbClr val="E39F9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37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Each segment descriptor (Code/Data)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has two bits, determining which privilege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level the segment is assigned to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 to four privilege levels possible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practice, only two are used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38" name="Group 31"/>
          <p:cNvGrpSpPr/>
          <p:nvPr/>
        </p:nvGrpSpPr>
        <p:grpSpPr>
          <a:xfrm>
            <a:off x="4081320" y="2971080"/>
            <a:ext cx="1620360" cy="214560"/>
            <a:chOff x="4081320" y="2971080"/>
            <a:chExt cx="1620360" cy="214560"/>
          </a:xfrm>
        </p:grpSpPr>
        <p:sp>
          <p:nvSpPr>
            <p:cNvPr id="1439" name="Oval 26"/>
            <p:cNvSpPr/>
            <p:nvPr/>
          </p:nvSpPr>
          <p:spPr>
            <a:xfrm>
              <a:off x="54871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0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0" name="Oval 27"/>
            <p:cNvSpPr/>
            <p:nvPr/>
          </p:nvSpPr>
          <p:spPr>
            <a:xfrm>
              <a:off x="48553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1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1" name="Oval 28"/>
            <p:cNvSpPr/>
            <p:nvPr/>
          </p:nvSpPr>
          <p:spPr>
            <a:xfrm>
              <a:off x="44791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2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2" name="Oval 29"/>
            <p:cNvSpPr/>
            <p:nvPr/>
          </p:nvSpPr>
          <p:spPr>
            <a:xfrm>
              <a:off x="40813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3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43" name="TextBox 34"/>
          <p:cNvSpPr/>
          <p:nvPr/>
        </p:nvSpPr>
        <p:spPr>
          <a:xfrm>
            <a:off x="5364000" y="3215520"/>
            <a:ext cx="46008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Daten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Box 35"/>
          <p:cNvSpPr/>
          <p:nvPr/>
        </p:nvSpPr>
        <p:spPr>
          <a:xfrm>
            <a:off x="5373360" y="2719440"/>
            <a:ext cx="41220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Box 36"/>
          <p:cNvSpPr/>
          <p:nvPr/>
        </p:nvSpPr>
        <p:spPr>
          <a:xfrm>
            <a:off x="5364000" y="3591360"/>
            <a:ext cx="46008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Daten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Box 37"/>
          <p:cNvSpPr/>
          <p:nvPr/>
        </p:nvSpPr>
        <p:spPr>
          <a:xfrm>
            <a:off x="5364000" y="3951360"/>
            <a:ext cx="46008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Daten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Box 38"/>
          <p:cNvSpPr/>
          <p:nvPr/>
        </p:nvSpPr>
        <p:spPr>
          <a:xfrm>
            <a:off x="5364000" y="4311360"/>
            <a:ext cx="46008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Daten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Box 39"/>
          <p:cNvSpPr/>
          <p:nvPr/>
        </p:nvSpPr>
        <p:spPr>
          <a:xfrm>
            <a:off x="5364000" y="2359080"/>
            <a:ext cx="41220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Box 40"/>
          <p:cNvSpPr/>
          <p:nvPr/>
        </p:nvSpPr>
        <p:spPr>
          <a:xfrm>
            <a:off x="5364000" y="2007000"/>
            <a:ext cx="41220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Box 41"/>
          <p:cNvSpPr/>
          <p:nvPr/>
        </p:nvSpPr>
        <p:spPr>
          <a:xfrm>
            <a:off x="5364000" y="1638720"/>
            <a:ext cx="412200" cy="20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09ADCCFE-18AF-47D8-B649-E2B776F3E030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 Rings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52" name="PlaceHolder 2"/>
          <p:cNvSpPr>
            <a:spLocks noGrp="1"/>
          </p:cNvSpPr>
          <p:nvPr>
            <p:ph type="ftr" idx="64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53" name="Group 23"/>
          <p:cNvGrpSpPr/>
          <p:nvPr/>
        </p:nvGrpSpPr>
        <p:grpSpPr>
          <a:xfrm>
            <a:off x="3996360" y="1495080"/>
            <a:ext cx="3166560" cy="3166560"/>
            <a:chOff x="3996360" y="1495080"/>
            <a:chExt cx="3166560" cy="3166560"/>
          </a:xfrm>
        </p:grpSpPr>
        <p:sp>
          <p:nvSpPr>
            <p:cNvPr id="1454" name="Oval 9"/>
            <p:cNvSpPr/>
            <p:nvPr/>
          </p:nvSpPr>
          <p:spPr>
            <a:xfrm>
              <a:off x="3996360" y="1495080"/>
              <a:ext cx="3166560" cy="3166560"/>
            </a:xfrm>
            <a:prstGeom prst="ellipse">
              <a:avLst/>
            </a:prstGeom>
            <a:solidFill>
              <a:srgbClr val="FFFFB3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5" name="Oval 8"/>
            <p:cNvSpPr/>
            <p:nvPr/>
          </p:nvSpPr>
          <p:spPr>
            <a:xfrm>
              <a:off x="4428360" y="1971720"/>
              <a:ext cx="2302920" cy="2258280"/>
            </a:xfrm>
            <a:prstGeom prst="ellipse">
              <a:avLst/>
            </a:prstGeom>
            <a:solidFill>
              <a:schemeClr val="bg2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6" name="Oval 21"/>
            <p:cNvSpPr/>
            <p:nvPr/>
          </p:nvSpPr>
          <p:spPr>
            <a:xfrm>
              <a:off x="4788360" y="2287080"/>
              <a:ext cx="1582560" cy="158256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7" name="Oval 22"/>
            <p:cNvSpPr/>
            <p:nvPr/>
          </p:nvSpPr>
          <p:spPr>
            <a:xfrm>
              <a:off x="5108400" y="2607120"/>
              <a:ext cx="943200" cy="943200"/>
            </a:xfrm>
            <a:prstGeom prst="ellipse">
              <a:avLst/>
            </a:prstGeom>
            <a:solidFill>
              <a:srgbClr val="E39F9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58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Smaller ring numbers grant more privileges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Ring 3 is meant for applications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= User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Ring 0 is meant for the OS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= Kernel/Supervisor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59" name="Group 31"/>
          <p:cNvGrpSpPr/>
          <p:nvPr/>
        </p:nvGrpSpPr>
        <p:grpSpPr>
          <a:xfrm>
            <a:off x="4081320" y="2971080"/>
            <a:ext cx="1620360" cy="214560"/>
            <a:chOff x="4081320" y="2971080"/>
            <a:chExt cx="1620360" cy="214560"/>
          </a:xfrm>
        </p:grpSpPr>
        <p:sp>
          <p:nvSpPr>
            <p:cNvPr id="1460" name="Oval 26"/>
            <p:cNvSpPr/>
            <p:nvPr/>
          </p:nvSpPr>
          <p:spPr>
            <a:xfrm>
              <a:off x="54871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0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1" name="Oval 27"/>
            <p:cNvSpPr/>
            <p:nvPr/>
          </p:nvSpPr>
          <p:spPr>
            <a:xfrm>
              <a:off x="48553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1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2" name="Oval 28"/>
            <p:cNvSpPr/>
            <p:nvPr/>
          </p:nvSpPr>
          <p:spPr>
            <a:xfrm>
              <a:off x="44791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2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3" name="Oval 29"/>
            <p:cNvSpPr/>
            <p:nvPr/>
          </p:nvSpPr>
          <p:spPr>
            <a:xfrm>
              <a:off x="40813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3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64" name="TextBox 1"/>
          <p:cNvSpPr/>
          <p:nvPr/>
        </p:nvSpPr>
        <p:spPr>
          <a:xfrm>
            <a:off x="5186160" y="1695240"/>
            <a:ext cx="835200" cy="205560"/>
          </a:xfrm>
          <a:prstGeom prst="rect">
            <a:avLst/>
          </a:prstGeom>
          <a:solidFill>
            <a:srgbClr val="B3B5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Application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Box 2"/>
          <p:cNvSpPr/>
          <p:nvPr/>
        </p:nvSpPr>
        <p:spPr>
          <a:xfrm>
            <a:off x="5464800" y="2707200"/>
            <a:ext cx="246600" cy="205560"/>
          </a:xfrm>
          <a:prstGeom prst="rect">
            <a:avLst/>
          </a:prstGeom>
          <a:solidFill>
            <a:srgbClr val="B3B5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OS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94BFCA10-8A30-431A-9125-53A0F990B520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 Rings and Gates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67" name="PlaceHolder 2"/>
          <p:cNvSpPr>
            <a:spLocks noGrp="1"/>
          </p:cNvSpPr>
          <p:nvPr>
            <p:ph type="ftr" idx="65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468" name="Group 23"/>
          <p:cNvGrpSpPr/>
          <p:nvPr/>
        </p:nvGrpSpPr>
        <p:grpSpPr>
          <a:xfrm>
            <a:off x="3996360" y="1495080"/>
            <a:ext cx="3166560" cy="3166560"/>
            <a:chOff x="3996360" y="1495080"/>
            <a:chExt cx="3166560" cy="3166560"/>
          </a:xfrm>
        </p:grpSpPr>
        <p:sp>
          <p:nvSpPr>
            <p:cNvPr id="1469" name="Oval 9"/>
            <p:cNvSpPr/>
            <p:nvPr/>
          </p:nvSpPr>
          <p:spPr>
            <a:xfrm>
              <a:off x="3996360" y="1495080"/>
              <a:ext cx="3166560" cy="3166560"/>
            </a:xfrm>
            <a:prstGeom prst="ellipse">
              <a:avLst/>
            </a:prstGeom>
            <a:solidFill>
              <a:srgbClr val="FFFFB3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0" name="Oval 8"/>
            <p:cNvSpPr/>
            <p:nvPr/>
          </p:nvSpPr>
          <p:spPr>
            <a:xfrm>
              <a:off x="4428360" y="1971720"/>
              <a:ext cx="2302920" cy="2258280"/>
            </a:xfrm>
            <a:prstGeom prst="ellipse">
              <a:avLst/>
            </a:prstGeom>
            <a:solidFill>
              <a:schemeClr val="bg2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1" name="Oval 21"/>
            <p:cNvSpPr/>
            <p:nvPr/>
          </p:nvSpPr>
          <p:spPr>
            <a:xfrm>
              <a:off x="4788360" y="2287080"/>
              <a:ext cx="1582560" cy="158256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2" name="Oval 22"/>
            <p:cNvSpPr/>
            <p:nvPr/>
          </p:nvSpPr>
          <p:spPr>
            <a:xfrm>
              <a:off x="5108400" y="2607120"/>
              <a:ext cx="943200" cy="943200"/>
            </a:xfrm>
            <a:prstGeom prst="ellipse">
              <a:avLst/>
            </a:prstGeom>
            <a:solidFill>
              <a:srgbClr val="E39F9F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73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Accessing memory of an inner ring is forbidden and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such accesses are prohibited by the MMU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General Protection Fault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 of an inner ring can only</a:t>
            </a:r>
            <a:br>
              <a:rPr sz="1600"/>
            </a:b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 </a:t>
            </a: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called via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r>
              <a:rPr lang="de-DE" sz="1600" b="1" u="none" strike="noStrike">
                <a:solidFill>
                  <a:srgbClr val="0070C0"/>
                </a:solidFill>
                <a:effectLst/>
                <a:uFillTx/>
                <a:latin typeface="Arial"/>
              </a:rPr>
              <a:t>Gates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Allow direct calls from ring 3</a:t>
            </a:r>
            <a:br>
              <a:rPr sz="1400"/>
            </a:b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ring 0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accesses and calls</a:t>
            </a:r>
            <a:br>
              <a:rPr sz="1600"/>
            </a:b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outer rings are always allowed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74" name="Group 31"/>
          <p:cNvGrpSpPr/>
          <p:nvPr/>
        </p:nvGrpSpPr>
        <p:grpSpPr>
          <a:xfrm>
            <a:off x="4081320" y="2971080"/>
            <a:ext cx="1620360" cy="214560"/>
            <a:chOff x="4081320" y="2971080"/>
            <a:chExt cx="1620360" cy="214560"/>
          </a:xfrm>
        </p:grpSpPr>
        <p:sp>
          <p:nvSpPr>
            <p:cNvPr id="1475" name="Oval 26"/>
            <p:cNvSpPr/>
            <p:nvPr/>
          </p:nvSpPr>
          <p:spPr>
            <a:xfrm>
              <a:off x="54871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0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6" name="Oval 27"/>
            <p:cNvSpPr/>
            <p:nvPr/>
          </p:nvSpPr>
          <p:spPr>
            <a:xfrm>
              <a:off x="48553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1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7" name="Oval 28"/>
            <p:cNvSpPr/>
            <p:nvPr/>
          </p:nvSpPr>
          <p:spPr>
            <a:xfrm>
              <a:off x="44791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2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8" name="Oval 29"/>
            <p:cNvSpPr/>
            <p:nvPr/>
          </p:nvSpPr>
          <p:spPr>
            <a:xfrm>
              <a:off x="4081320" y="2971080"/>
              <a:ext cx="214560" cy="21456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pPr algn="ctr" defTabSz="686160">
                <a:lnSpc>
                  <a:spcPct val="100000"/>
                </a:lnSpc>
              </a:pPr>
              <a:r>
                <a:rPr lang="en-DE" sz="1350" b="0" u="none" strike="noStrike">
                  <a:solidFill>
                    <a:schemeClr val="lt1"/>
                  </a:solidFill>
                  <a:effectLst/>
                  <a:uFillTx/>
                  <a:latin typeface="Arial"/>
                </a:rPr>
                <a:t>3</a:t>
              </a:r>
              <a:endParaRPr lang="de-DE" sz="135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79" name="Circular Arrow 5"/>
          <p:cNvSpPr/>
          <p:nvPr/>
        </p:nvSpPr>
        <p:spPr>
          <a:xfrm rot="8845200">
            <a:off x="5619600" y="2278080"/>
            <a:ext cx="1366560" cy="1150560"/>
          </a:xfrm>
          <a:prstGeom prst="circularArrow">
            <a:avLst>
              <a:gd name="adj1" fmla="val 8530"/>
              <a:gd name="adj2" fmla="val 934561"/>
              <a:gd name="adj3" fmla="val 20796558"/>
              <a:gd name="adj4" fmla="val 11575910"/>
              <a:gd name="adj5" fmla="val 9938"/>
            </a:avLst>
          </a:prstGeom>
          <a:solidFill>
            <a:srgbClr val="00FA00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80" name="Block Arc 3"/>
          <p:cNvSpPr/>
          <p:nvPr/>
        </p:nvSpPr>
        <p:spPr>
          <a:xfrm>
            <a:off x="5815080" y="2771280"/>
            <a:ext cx="1203840" cy="558360"/>
          </a:xfrm>
          <a:prstGeom prst="blockArc">
            <a:avLst>
              <a:gd name="adj1" fmla="val 10768193"/>
              <a:gd name="adj2" fmla="val 21482835"/>
              <a:gd name="adj3" fmla="val 19968"/>
            </a:avLst>
          </a:prstGeom>
          <a:solidFill>
            <a:srgbClr val="B3B5FF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1481" name="Straight Connector 10"/>
          <p:cNvCxnSpPr/>
          <p:nvPr/>
        </p:nvCxnSpPr>
        <p:spPr>
          <a:xfrm flipV="1">
            <a:off x="6444000" y="1476720"/>
            <a:ext cx="361440" cy="1378800"/>
          </a:xfrm>
          <a:prstGeom prst="straightConnector1">
            <a:avLst/>
          </a:prstGeom>
          <a:ln w="12700">
            <a:solidFill>
              <a:srgbClr val="000000"/>
            </a:solidFill>
            <a:round/>
          </a:ln>
        </p:spPr>
      </p:cxnSp>
      <p:sp>
        <p:nvSpPr>
          <p:cNvPr id="1482" name="TextBox 14"/>
          <p:cNvSpPr/>
          <p:nvPr/>
        </p:nvSpPr>
        <p:spPr>
          <a:xfrm>
            <a:off x="6800040" y="1324800"/>
            <a:ext cx="55836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DE" sz="135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Gate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3" name="Right Arrow 15"/>
          <p:cNvSpPr/>
          <p:nvPr/>
        </p:nvSpPr>
        <p:spPr>
          <a:xfrm rot="6903600">
            <a:off x="4748400" y="3717720"/>
            <a:ext cx="1086840" cy="235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FA00"/>
          </a:solidFill>
          <a:ln w="9525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1710A7C0-118C-4BB1-BF1A-F146EE72FFEE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Segment Descriptors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85" name="PlaceHolder 2"/>
          <p:cNvSpPr>
            <a:spLocks noGrp="1"/>
          </p:cNvSpPr>
          <p:nvPr>
            <p:ph type="ftr" idx="66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6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Are entries in the Global Descriptor Table (GDT) and allow code protection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(IA-32: additional protection via limit (= end of segment))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8 byte per entry (Exception: system segments use 16 byte in x86_64)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87" name="Picture 1"/>
          <p:cNvPicPr/>
          <p:nvPr/>
        </p:nvPicPr>
        <p:blipFill>
          <a:blip r:embed="rId1"/>
          <a:stretch/>
        </p:blipFill>
        <p:spPr>
          <a:xfrm>
            <a:off x="1619640" y="2228760"/>
            <a:ext cx="6546960" cy="264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8" name="TextBox 2"/>
          <p:cNvSpPr/>
          <p:nvPr/>
        </p:nvSpPr>
        <p:spPr>
          <a:xfrm>
            <a:off x="2803320" y="4936320"/>
            <a:ext cx="4575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Volkmar Sieh / Daniel Lohmann, University Erlangen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Rectangle 4"/>
          <p:cNvSpPr/>
          <p:nvPr/>
        </p:nvSpPr>
        <p:spPr>
          <a:xfrm>
            <a:off x="7281360" y="4447080"/>
            <a:ext cx="1105560" cy="358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490" name="Rectangular Callout 3"/>
          <p:cNvSpPr/>
          <p:nvPr/>
        </p:nvSpPr>
        <p:spPr>
          <a:xfrm>
            <a:off x="6448680" y="2791080"/>
            <a:ext cx="1794240" cy="1078560"/>
          </a:xfrm>
          <a:prstGeom prst="wedgeRectCallout">
            <a:avLst>
              <a:gd name="adj1" fmla="val -27997"/>
              <a:gd name="adj2" fmla="val 38719"/>
            </a:avLst>
          </a:prstGeom>
          <a:solidFill>
            <a:schemeClr val="bg1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de-DE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TYPE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686160">
              <a:lnSpc>
                <a:spcPct val="100000"/>
              </a:lnSpc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Code/Data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686160">
              <a:lnSpc>
                <a:spcPct val="100000"/>
              </a:lnSpc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Read/Write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686160">
              <a:lnSpc>
                <a:spcPct val="100000"/>
              </a:lnSpc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Non-/Conforming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1" name="Rectangular Callout 5"/>
          <p:cNvSpPr/>
          <p:nvPr/>
        </p:nvSpPr>
        <p:spPr>
          <a:xfrm>
            <a:off x="126000" y="4011120"/>
            <a:ext cx="1348200" cy="754920"/>
          </a:xfrm>
          <a:prstGeom prst="wedgeRectCallout">
            <a:avLst>
              <a:gd name="adj1" fmla="val -27997"/>
              <a:gd name="adj2" fmla="val 38719"/>
            </a:avLst>
          </a:prstGeom>
          <a:solidFill>
            <a:schemeClr val="bg1"/>
          </a:solidFill>
          <a:ln>
            <a:solidFill>
              <a:srgbClr val="5959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0" tIns="0" rIns="0" bIns="0" anchor="ctr">
            <a:noAutofit/>
          </a:bodyPr>
          <a:p>
            <a:pPr algn="ctr" defTabSz="686160">
              <a:lnSpc>
                <a:spcPct val="100000"/>
              </a:lnSpc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System Segments</a:t>
            </a:r>
            <a:br>
              <a:rPr sz="1200"/>
            </a:b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(Call-Gate, Task </a:t>
            </a:r>
            <a:br>
              <a:rPr sz="1200"/>
            </a:b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State Segment)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6A30879C-062C-447A-B6D9-3919A4AB09FE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Flat Memory Model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493" name="PlaceHolder 2"/>
          <p:cNvSpPr>
            <a:spLocks noGrp="1"/>
          </p:cNvSpPr>
          <p:nvPr>
            <p:ph type="ftr" idx="67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4" name="TextBox 2"/>
          <p:cNvSpPr/>
          <p:nvPr/>
        </p:nvSpPr>
        <p:spPr>
          <a:xfrm>
            <a:off x="3523320" y="4936320"/>
            <a:ext cx="4575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95" name="Group 8"/>
          <p:cNvGrpSpPr/>
          <p:nvPr/>
        </p:nvGrpSpPr>
        <p:grpSpPr>
          <a:xfrm>
            <a:off x="1403640" y="2286720"/>
            <a:ext cx="6477120" cy="1663560"/>
            <a:chOff x="1403640" y="2286720"/>
            <a:chExt cx="6477120" cy="1663560"/>
          </a:xfrm>
        </p:grpSpPr>
        <p:pic>
          <p:nvPicPr>
            <p:cNvPr id="1496" name="Picture 5"/>
            <p:cNvPicPr/>
            <p:nvPr/>
          </p:nvPicPr>
          <p:blipFill>
            <a:blip r:embed="rId1"/>
            <a:stretch/>
          </p:blipFill>
          <p:spPr>
            <a:xfrm>
              <a:off x="1619640" y="2329920"/>
              <a:ext cx="6261120" cy="1620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97" name="Rectangle 7"/>
            <p:cNvSpPr/>
            <p:nvPr/>
          </p:nvSpPr>
          <p:spPr>
            <a:xfrm>
              <a:off x="1403640" y="2286720"/>
              <a:ext cx="4967280" cy="329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p>
              <a:endParaRPr lang="en-DE" sz="135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98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Most 32-bit PC operating systems have not used segmentation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32-bit effective address = linear address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 Long Mode (64 bit) the segment base address is </a:t>
            </a:r>
            <a:r>
              <a:rPr lang="de-DE" sz="1600" b="0" u="sng" strike="noStrike">
                <a:solidFill>
                  <a:schemeClr val="dk1"/>
                </a:solidFill>
                <a:effectLst/>
                <a:uFillTx/>
                <a:latin typeface="Arial"/>
              </a:rPr>
              <a:t>ignored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by the processor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via Paging: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Each process only sees its own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virtual address space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Page level access control (see next slides)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D6FACEE-7604-488A-B292-50F8BCA6F184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Page Table Entry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00" name="PlaceHolder 2"/>
          <p:cNvSpPr>
            <a:spLocks noGrp="1"/>
          </p:cNvSpPr>
          <p:nvPr>
            <p:ph type="ftr" idx="68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1" name="TextBox 2"/>
          <p:cNvSpPr/>
          <p:nvPr/>
        </p:nvSpPr>
        <p:spPr>
          <a:xfrm>
            <a:off x="3523320" y="4936320"/>
            <a:ext cx="4575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2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Flags are settable on all levels of the page table hierarchy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bits: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R/W = Read/Write → Protection agains write accesses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NX = No eXecute → Do not execute code inside data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U/S = User/Supervisor → Access allowed for all or only in ring 0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Available = AVL = These bits are free to use by the operating system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03" name="Picture 1"/>
          <p:cNvPicPr/>
          <p:nvPr/>
        </p:nvPicPr>
        <p:blipFill>
          <a:blip r:embed="rId1"/>
          <a:stretch/>
        </p:blipFill>
        <p:spPr>
          <a:xfrm>
            <a:off x="1512720" y="2863080"/>
            <a:ext cx="6117120" cy="1285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439781F-F3E7-41B0-8B01-215B1822172C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x86_64: Summary - Protection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05" name="PlaceHolder 2"/>
          <p:cNvSpPr>
            <a:spLocks noGrp="1"/>
          </p:cNvSpPr>
          <p:nvPr>
            <p:ph type="ftr" idx="69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3.4 Protection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6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Modern 64-bit operating systems only need the followin GDT entries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One data segment descriptor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Two code segment descriptors (one with DPL = 0 and one with DPL = 3)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is enforced via Paging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Protection bits (NX, U/S, R/W)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Page Tables: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Which pages are present/accessible?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CDA03953-FFB8-41C2-AACF-F91BE3B0107E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08" name="PlaceHolder 2"/>
          <p:cNvSpPr>
            <a:spLocks noGrp="1"/>
          </p:cNvSpPr>
          <p:nvPr>
            <p:ph type="ftr" idx="70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9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10" name="Rounded Rectangle 1"/>
          <p:cNvSpPr/>
          <p:nvPr/>
        </p:nvSpPr>
        <p:spPr>
          <a:xfrm>
            <a:off x="372960" y="3522240"/>
            <a:ext cx="3261600" cy="41940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08DA033C-6829-4791-84B3-20230F98DE95}" type="slidenum">
              <a:t>35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IA-32: HW Support for Multitasking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12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State of a task is stored in a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Task State Segment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(TSS)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Stores all registers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Stack pointer for each ring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CR3 register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I/O permission bitmap (see next slides)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Current TSS determined by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Task Register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(TR) of a CPU core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Each core has its own TR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Task switch with hardware support via a </a:t>
            </a:r>
            <a:r>
              <a:rPr lang="de-DE" sz="16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Task Gate</a:t>
            </a: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	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Not used in most operating systems and instead implemented in software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3" name="PlaceHolder 11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3.5 Tasks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017DC270-9B4D-4DAB-A3F2-DC9F110F81B4}" type="slidenum">
              <a:t>36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Multitasking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15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No HW support for task switching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TSS existent, but only stores: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Stack pointer per ring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IST = </a:t>
            </a:r>
            <a:r>
              <a:rPr lang="de-DE" sz="1400" b="0" i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 Stack Table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I/O permission bitmap (see next slide)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IST allows separate stacks for interrupt handlers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IST number can be specified in entries inside the</a:t>
            </a:r>
            <a:br>
              <a:rPr sz="1400"/>
            </a:b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Interrupt-Descriptor Table (IDT)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6" name="Picture 2"/>
          <p:cNvPicPr/>
          <p:nvPr/>
        </p:nvPicPr>
        <p:blipFill>
          <a:blip r:embed="rId1"/>
          <a:stretch/>
        </p:blipFill>
        <p:spPr>
          <a:xfrm>
            <a:off x="5652000" y="1278720"/>
            <a:ext cx="3047040" cy="326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7" name="TextBox 8"/>
          <p:cNvSpPr/>
          <p:nvPr/>
        </p:nvSpPr>
        <p:spPr>
          <a:xfrm>
            <a:off x="3523680" y="4936680"/>
            <a:ext cx="4575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8" name="PlaceHolder 12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3.5 Tasks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FBAB1AB-6F16-4D35-A4D3-CD2B904568DE}" type="slidenum">
              <a:t>37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Long Mode: I/O Permission Bitmap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20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Access protection for I/O-ports (only little relevance nowadays)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I/O privilege level (IOPL) represented by two bits inside the RFLAGS register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Port access is granted if CPL ≤ IOPL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Otherwise, the IO permission bitmap is used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One bit for each port; if a bit is set, access is denied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Access protection for memory mapped I/O via page tables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1" name="Picture 1"/>
          <p:cNvPicPr/>
          <p:nvPr/>
        </p:nvPicPr>
        <p:blipFill>
          <a:blip r:embed="rId1"/>
          <a:srcRect l="0" t="0" r="570" b="0"/>
          <a:stretch/>
        </p:blipFill>
        <p:spPr>
          <a:xfrm>
            <a:off x="1504800" y="2910600"/>
            <a:ext cx="6082200" cy="1769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2" name="Rectangle 3"/>
          <p:cNvSpPr/>
          <p:nvPr/>
        </p:nvSpPr>
        <p:spPr>
          <a:xfrm>
            <a:off x="7209360" y="4375080"/>
            <a:ext cx="529560" cy="328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23" name="Rectangle 4"/>
          <p:cNvSpPr/>
          <p:nvPr/>
        </p:nvSpPr>
        <p:spPr>
          <a:xfrm>
            <a:off x="1440000" y="4284000"/>
            <a:ext cx="1870920" cy="46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Box 10"/>
          <p:cNvSpPr/>
          <p:nvPr/>
        </p:nvSpPr>
        <p:spPr>
          <a:xfrm>
            <a:off x="3523680" y="4936680"/>
            <a:ext cx="457560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686160">
              <a:lnSpc>
                <a:spcPct val="100000"/>
              </a:lnSpc>
            </a:pPr>
            <a:r>
              <a:rPr lang="en-GB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Picture: Horst Schirmeier, TU Dresden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5" name="PlaceHolder 13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3.5 Tasks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141E9B9C-4BF5-489C-9D8E-5E3ECE3FA922}" type="slidenum">
              <a:t>38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7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Preview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27" name="PlaceHolder 2"/>
          <p:cNvSpPr>
            <a:spLocks noGrp="1"/>
          </p:cNvSpPr>
          <p:nvPr>
            <p:ph type="ftr" idx="71"/>
          </p:nvPr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686160">
              <a:lnSpc>
                <a:spcPct val="100000"/>
              </a:lnSpc>
              <a:buNone/>
              <a:tabLst>
                <a:tab pos="0" algn="l"/>
              </a:tabLst>
              <a:def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686160">
              <a:lnSpc>
                <a:spcPct val="100000"/>
              </a:lnSpc>
              <a:buNone/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 Programming model of the x86_64 processor architecture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8" name="PlaceHolder 3"/>
          <p:cNvSpPr>
            <a:spLocks noGrp="1"/>
          </p:cNvSpPr>
          <p:nvPr>
            <p:ph/>
          </p:nvPr>
        </p:nvSpPr>
        <p:spPr>
          <a:xfrm>
            <a:off x="521640" y="1206720"/>
            <a:ext cx="8094960" cy="370656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History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x86 programming model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Address translation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Protection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Tasks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66760" indent="-266760" algn="l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  <a:tabLst>
                <a:tab pos="0" algn="l"/>
              </a:tabLst>
            </a:pPr>
            <a:r>
              <a:rPr lang="de-DE" sz="16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Summary</a:t>
            </a:r>
            <a:endParaRPr lang="en-GB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29" name="Rounded Rectangle 1"/>
          <p:cNvSpPr/>
          <p:nvPr/>
        </p:nvSpPr>
        <p:spPr>
          <a:xfrm>
            <a:off x="372960" y="4098600"/>
            <a:ext cx="3261600" cy="419400"/>
          </a:xfrm>
          <a:prstGeom prst="roundRect">
            <a:avLst>
              <a:gd name="adj" fmla="val 16667"/>
            </a:avLst>
          </a:prstGeom>
          <a:noFill/>
          <a:ln w="25400">
            <a:solidFill>
              <a:srgbClr val="FE1001"/>
            </a:solidFill>
          </a:ln>
          <a:effectLst>
            <a:outerShdw algn="tl" blurRad="38160" dir="2700000" dist="12218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E0693184-6A13-4DEE-8A4B-4CEBDA2D483E}" type="slidenum">
              <a:t>39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Zusammenfassung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31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x86-64 architecture is highly complex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Virtual memory with four or five level paging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Page based memory protection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I/O-port access protection per task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Can execute 16-bit code in IA-32 Protected Mode or 32-bit code in Long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Rarely used features were removed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Segmentation (mostly)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Hardware support for task switching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Still backwards compatible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Processor and cores still start up in Real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2" name="Rectangle 3"/>
          <p:cNvSpPr/>
          <p:nvPr/>
        </p:nvSpPr>
        <p:spPr>
          <a:xfrm>
            <a:off x="7353360" y="4375080"/>
            <a:ext cx="529560" cy="328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33" name="PlaceHolder 14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3.6 Summary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71D72240-D295-4B57-A667-CAD93A8F054E}" type="slidenum">
              <a:t>40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PlaceHolder 1"/>
          <p:cNvSpPr>
            <a:spLocks noGrp="1"/>
          </p:cNvSpPr>
          <p:nvPr>
            <p:ph type="title"/>
          </p:nvPr>
        </p:nvSpPr>
        <p:spPr>
          <a:xfrm>
            <a:off x="526680" y="330840"/>
            <a:ext cx="6825240" cy="45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2700" b="0" u="none" strike="noStrike">
                <a:solidFill>
                  <a:srgbClr val="00669F"/>
                </a:solidFill>
                <a:effectLst/>
                <a:uFillTx/>
                <a:latin typeface="Arial"/>
              </a:rPr>
              <a:t>More Features</a:t>
            </a:r>
            <a:endParaRPr lang="en-GB" sz="2700" b="0" u="none" strike="noStrike">
              <a:solidFill>
                <a:schemeClr val="dk2"/>
              </a:solidFill>
              <a:effectLst/>
              <a:uFillTx/>
              <a:latin typeface="Arial"/>
            </a:endParaRPr>
          </a:p>
        </p:txBody>
      </p:sp>
      <p:sp>
        <p:nvSpPr>
          <p:cNvPr id="1535" name="Inhaltsplatzhalter 7"/>
          <p:cNvSpPr/>
          <p:nvPr/>
        </p:nvSpPr>
        <p:spPr>
          <a:xfrm>
            <a:off x="521640" y="1206720"/>
            <a:ext cx="8297640" cy="370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2000" rIns="0" bIns="0" anchor="t">
            <a:noAutofit/>
          </a:bodyPr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Virtualization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Virtual 8086 Mode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16-bit application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41440" lvl="1" indent="-27468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Intel-VT, AMD-V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HW support for VMware, VirtualBox, etc.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8200" lvl="2" indent="-266760" defTabSz="914400">
              <a:lnSpc>
                <a:spcPct val="90000"/>
              </a:lnSpc>
              <a:spcBef>
                <a:spcPts val="601"/>
              </a:spcBef>
              <a:buClr>
                <a:srgbClr val="B5CBD6"/>
              </a:buClr>
              <a:buFont typeface="Wingdings 2" charset="2"/>
              <a:buChar char="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Hypervisor runs in ring -1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AVX: Advanced Vector Extensions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TSX: Transactional Synchronozation Extensions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66760" indent="-266760" defTabSz="914400">
              <a:lnSpc>
                <a:spcPct val="90000"/>
              </a:lnSpc>
              <a:spcBef>
                <a:spcPts val="601"/>
              </a:spcBef>
              <a:buClr>
                <a:srgbClr val="006AB3"/>
              </a:buClr>
              <a:buFont typeface="Wingdings 2" charset="2"/>
              <a:buChar char=""/>
            </a:pPr>
            <a:r>
              <a:rPr lang="de-DE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Hybrid Cores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601"/>
              </a:spcBef>
            </a:pP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6" name="Rectangle 3"/>
          <p:cNvSpPr/>
          <p:nvPr/>
        </p:nvSpPr>
        <p:spPr>
          <a:xfrm>
            <a:off x="7353360" y="4375080"/>
            <a:ext cx="529560" cy="328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DE" sz="135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37" name="PlaceHolder 15"/>
          <p:cNvSpPr/>
          <p:nvPr/>
        </p:nvSpPr>
        <p:spPr>
          <a:xfrm>
            <a:off x="628560" y="4975560"/>
            <a:ext cx="712836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686160">
              <a:lnSpc>
                <a:spcPct val="100000"/>
              </a:lnSpc>
              <a:tabLst>
                <a:tab pos="0" algn="l"/>
              </a:tabLst>
            </a:pPr>
            <a:r>
              <a:rPr lang="de-DE" sz="9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3.6 Summary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EF30658-F1CF-4353-84C4-BA7346624A50}" type="slidenum">
              <a:t>41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HHU_PPT_Vorlage">
  <a:themeElements>
    <a:clrScheme name="HHU">
      <a:dk1>
        <a:srgbClr val="000000"/>
      </a:dk1>
      <a:lt1>
        <a:srgbClr val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HHU_PPT_Vorlage</Template>
  <TotalTime>31393</TotalTime>
  <Application>LibreOffice/26.2.2.2$Linux_X86_64 LibreOffice_project/b8d3d8168498fa6cc231901342a3b8d72dd2bb7e</Application>
  <AppVersion>15.0000</AppVersion>
  <Words>2065</Words>
  <Paragraphs>464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2020-08-15T15:36:48Z</dcterms:created>
  <dc:creator>Microsoft Office User</dc:creator>
  <dc:description/>
  <dc:language>de-DE</dc:language>
  <cp:lastModifiedBy/>
  <cp:lastPrinted>2026-04-22T15:35:25Z</cp:lastPrinted>
  <dcterms:modified xsi:type="dcterms:W3CDTF">2026-04-22T15:45:29Z</dcterms:modified>
  <cp:revision>1343</cp:revision>
  <dc:subject/>
  <dc:title>Lorem ipsum  dolor sit amet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41</vt:i4>
  </property>
  <property fmtid="{D5CDD505-2E9C-101B-9397-08002B2CF9AE}" pid="3" name="PresentationFormat">
    <vt:lpwstr>Custom</vt:lpwstr>
  </property>
  <property fmtid="{D5CDD505-2E9C-101B-9397-08002B2CF9AE}" pid="4" name="Slides">
    <vt:i4>41</vt:i4>
  </property>
</Properties>
</file>