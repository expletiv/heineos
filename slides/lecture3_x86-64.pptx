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7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1.xml" ContentType="application/vnd.openxmlformats-officedocument.theme+xml"/>
  <Override PartName="/ppt/slideLayouts/slideLayout27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9.xml" ContentType="application/vnd.openxmlformats-officedocument.presentationml.slideLayout+xml"/>
  <Override PartName="/ppt/presProps.xml" ContentType="application/vnd.openxmlformats-officedocument.presentationml.presProps+xml"/>
  <Override PartName="/ppt/notesMasters/notesMaster1.xml" ContentType="application/vnd.openxmlformats-officedocument.presentationml.notesMaster+xml"/>
  <Override PartName="/ppt/slides/slide29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8.xml" ContentType="application/vnd.openxmlformats-officedocument.presentationml.slide+xml"/>
  <Override PartName="/ppt/slides/slide21.xml" ContentType="application/vnd.openxmlformats-officedocument.presentationml.slide+xml"/>
  <Override PartName="/ppt/slides/slide34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6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38.xml" ContentType="application/vnd.openxmlformats-officedocument.presentationml.slide+xml"/>
  <Override PartName="/ppt/slides/slide18.xml" ContentType="application/vnd.openxmlformats-officedocument.presentationml.slide+xml"/>
  <Override PartName="/ppt/slides/slide41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slides/slide37.xml" ContentType="application/vnd.openxmlformats-officedocument.presentationml.slide+xml"/>
  <Override PartName="/ppt/slides/slide16.xml" ContentType="application/vnd.openxmlformats-officedocument.presentationml.slide+xml"/>
  <Override PartName="/ppt/slides/slide40.xml" ContentType="application/vnd.openxmlformats-officedocument.presentationml.slide+xml"/>
  <Override PartName="/ppt/slides/slide2.xml" ContentType="application/vnd.openxmlformats-officedocument.presentationml.slide+xml"/>
  <Override PartName="/ppt/slides/slide23.xml" ContentType="application/vnd.openxmlformats-officedocument.presentationml.slide+xml"/>
  <Override PartName="/ppt/slides/slide25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32.xml" ContentType="application/vnd.openxmlformats-officedocument.presentationml.slide+xml"/>
  <Override PartName="/ppt/slides/slide31.xml" ContentType="application/vnd.openxmlformats-officedocument.presentationml.slide+xml"/>
  <Override PartName="/ppt/slides/slide39.xml" ContentType="application/vnd.openxmlformats-officedocument.presentationml.slide+xml"/>
  <Override PartName="/ppt/slides/slide24.xml" ContentType="application/vnd.openxmlformats-officedocument.presentationml.slide+xml"/>
  <Override PartName="/ppt/slides/slide19.xml" ContentType="application/vnd.openxmlformats-officedocument.presentationml.slide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28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notesSlides/notesSlide2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5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</p:sldIdLst>
  <p:sldSz cx="9144000" cy="514985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7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1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Folie mittels Klicken verschieben</a:t>
            </a:r>
            <a:endParaRPr lang="de-DE" sz="3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1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der Notizen mittels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&lt;Kopfzeile&gt;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7" name="PlaceHolder 4"/>
          <p:cNvSpPr>
            <a:spLocks noGrp="1"/>
          </p:cNvSpPr>
          <p:nvPr>
            <p:ph type="dt" idx="5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8" name="PlaceHolder 5"/>
          <p:cNvSpPr>
            <a:spLocks noGrp="1"/>
          </p:cNvSpPr>
          <p:nvPr>
            <p:ph type="ftr" idx="5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9" name="PlaceHolder 6"/>
          <p:cNvSpPr>
            <a:spLocks noGrp="1"/>
          </p:cNvSpPr>
          <p:nvPr>
            <p:ph type="sldNum" idx="5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4629B06B-2EC5-45B4-89DA-AE977E0DFC3D}" type="slidenum"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&lt;Foliennummer&gt;</a:t>
            </a:fld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8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120" cy="3084480"/>
          </a:xfrm>
          <a:prstGeom prst="rect">
            <a:avLst/>
          </a:prstGeom>
          <a:ln w="0">
            <a:noFill/>
          </a:ln>
        </p:spPr>
      </p:sp>
      <p:sp>
        <p:nvSpPr>
          <p:cNvPr id="15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0" name="PlaceHolder 3"/>
          <p:cNvSpPr>
            <a:spLocks noGrp="1"/>
          </p:cNvSpPr>
          <p:nvPr>
            <p:ph type="sldNum" idx="72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1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120" cy="3084480"/>
          </a:xfrm>
          <a:prstGeom prst="rect">
            <a:avLst/>
          </a:prstGeom>
          <a:ln w="0">
            <a:noFill/>
          </a:ln>
        </p:spPr>
      </p:sp>
      <p:sp>
        <p:nvSpPr>
          <p:cNvPr id="15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3" name="PlaceHolder 3"/>
          <p:cNvSpPr>
            <a:spLocks noGrp="1"/>
          </p:cNvSpPr>
          <p:nvPr>
            <p:ph type="sldNum" idx="73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4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120" cy="3084480"/>
          </a:xfrm>
          <a:prstGeom prst="rect">
            <a:avLst/>
          </a:prstGeom>
          <a:ln w="0">
            <a:noFill/>
          </a:ln>
        </p:spPr>
      </p:sp>
      <p:sp>
        <p:nvSpPr>
          <p:cNvPr id="15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6" name="PlaceHolder 3"/>
          <p:cNvSpPr>
            <a:spLocks noGrp="1"/>
          </p:cNvSpPr>
          <p:nvPr>
            <p:ph type="sldNum" idx="74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7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120" cy="3084480"/>
          </a:xfrm>
          <a:prstGeom prst="rect">
            <a:avLst/>
          </a:prstGeom>
          <a:ln w="0">
            <a:noFill/>
          </a:ln>
        </p:spPr>
      </p:sp>
      <p:sp>
        <p:nvSpPr>
          <p:cNvPr id="15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9" name="PlaceHolder 3"/>
          <p:cNvSpPr>
            <a:spLocks noGrp="1"/>
          </p:cNvSpPr>
          <p:nvPr>
            <p:ph type="sldNum" idx="75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0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120" cy="3084480"/>
          </a:xfrm>
          <a:prstGeom prst="rect">
            <a:avLst/>
          </a:prstGeom>
          <a:ln w="0">
            <a:noFill/>
          </a:ln>
        </p:spPr>
      </p:sp>
      <p:sp>
        <p:nvSpPr>
          <p:cNvPr id="15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2" name="PlaceHolder 3"/>
          <p:cNvSpPr>
            <a:spLocks noGrp="1"/>
          </p:cNvSpPr>
          <p:nvPr>
            <p:ph type="sldNum" idx="76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3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120" cy="3084480"/>
          </a:xfrm>
          <a:prstGeom prst="rect">
            <a:avLst/>
          </a:prstGeom>
          <a:ln w="0">
            <a:noFill/>
          </a:ln>
        </p:spPr>
      </p:sp>
      <p:sp>
        <p:nvSpPr>
          <p:cNvPr id="15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5" name="PlaceHolder 3"/>
          <p:cNvSpPr>
            <a:spLocks noGrp="1"/>
          </p:cNvSpPr>
          <p:nvPr>
            <p:ph type="sldNum" idx="77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6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120" cy="3084480"/>
          </a:xfrm>
          <a:prstGeom prst="rect">
            <a:avLst/>
          </a:prstGeom>
          <a:ln w="0">
            <a:noFill/>
          </a:ln>
        </p:spPr>
      </p:sp>
      <p:sp>
        <p:nvSpPr>
          <p:cNvPr id="15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8" name="PlaceHolder 3"/>
          <p:cNvSpPr>
            <a:spLocks noGrp="1"/>
          </p:cNvSpPr>
          <p:nvPr>
            <p:ph type="sldNum" idx="78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9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120" cy="3084480"/>
          </a:xfrm>
          <a:prstGeom prst="rect">
            <a:avLst/>
          </a:prstGeom>
          <a:ln w="0">
            <a:noFill/>
          </a:ln>
        </p:spPr>
      </p:sp>
      <p:sp>
        <p:nvSpPr>
          <p:cNvPr id="15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1" name="PlaceHolder 3"/>
          <p:cNvSpPr>
            <a:spLocks noGrp="1"/>
          </p:cNvSpPr>
          <p:nvPr>
            <p:ph type="sldNum" idx="79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2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120" cy="3084480"/>
          </a:xfrm>
          <a:prstGeom prst="rect">
            <a:avLst/>
          </a:prstGeom>
          <a:ln w="0">
            <a:noFill/>
          </a:ln>
        </p:spPr>
      </p:sp>
      <p:sp>
        <p:nvSpPr>
          <p:cNvPr id="15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4" name="PlaceHolder 3"/>
          <p:cNvSpPr>
            <a:spLocks noGrp="1"/>
          </p:cNvSpPr>
          <p:nvPr>
            <p:ph type="sldNum" idx="80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5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120" cy="3084480"/>
          </a:xfrm>
          <a:prstGeom prst="rect">
            <a:avLst/>
          </a:prstGeom>
          <a:ln w="0">
            <a:noFill/>
          </a:ln>
        </p:spPr>
      </p:sp>
      <p:sp>
        <p:nvSpPr>
          <p:cNvPr id="15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7" name="PlaceHolder 3"/>
          <p:cNvSpPr>
            <a:spLocks noGrp="1"/>
          </p:cNvSpPr>
          <p:nvPr>
            <p:ph type="sldNum" idx="81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8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120" cy="3084480"/>
          </a:xfrm>
          <a:prstGeom prst="rect">
            <a:avLst/>
          </a:prstGeom>
          <a:ln w="0">
            <a:noFill/>
          </a:ln>
        </p:spPr>
      </p:sp>
      <p:sp>
        <p:nvSpPr>
          <p:cNvPr id="15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0" name="PlaceHolder 3"/>
          <p:cNvSpPr>
            <a:spLocks noGrp="1"/>
          </p:cNvSpPr>
          <p:nvPr>
            <p:ph type="sldNum" idx="82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1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120" cy="3084480"/>
          </a:xfrm>
          <a:prstGeom prst="rect">
            <a:avLst/>
          </a:prstGeom>
          <a:ln w="0">
            <a:noFill/>
          </a:ln>
        </p:spPr>
      </p:sp>
      <p:sp>
        <p:nvSpPr>
          <p:cNvPr id="15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3" name="PlaceHolder 3"/>
          <p:cNvSpPr>
            <a:spLocks noGrp="1"/>
          </p:cNvSpPr>
          <p:nvPr>
            <p:ph type="sldNum" idx="83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4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120" cy="3084480"/>
          </a:xfrm>
          <a:prstGeom prst="rect">
            <a:avLst/>
          </a:prstGeom>
          <a:ln w="0">
            <a:noFill/>
          </a:ln>
        </p:spPr>
      </p:sp>
      <p:sp>
        <p:nvSpPr>
          <p:cNvPr id="15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6" name="PlaceHolder 3"/>
          <p:cNvSpPr>
            <a:spLocks noGrp="1"/>
          </p:cNvSpPr>
          <p:nvPr>
            <p:ph type="sldNum" idx="84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7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120" cy="3084480"/>
          </a:xfrm>
          <a:prstGeom prst="rect">
            <a:avLst/>
          </a:prstGeom>
          <a:ln w="0">
            <a:noFill/>
          </a:ln>
        </p:spPr>
      </p:sp>
      <p:sp>
        <p:nvSpPr>
          <p:cNvPr id="15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9" name="PlaceHolder 3"/>
          <p:cNvSpPr>
            <a:spLocks noGrp="1"/>
          </p:cNvSpPr>
          <p:nvPr>
            <p:ph type="sldNum" idx="85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0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120" cy="3084480"/>
          </a:xfrm>
          <a:prstGeom prst="rect">
            <a:avLst/>
          </a:prstGeom>
          <a:ln w="0">
            <a:noFill/>
          </a:ln>
        </p:spPr>
      </p:sp>
      <p:sp>
        <p:nvSpPr>
          <p:cNvPr id="15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2" name="PlaceHolder 3"/>
          <p:cNvSpPr>
            <a:spLocks noGrp="1"/>
          </p:cNvSpPr>
          <p:nvPr>
            <p:ph type="sldNum" idx="86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3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120" cy="3084480"/>
          </a:xfrm>
          <a:prstGeom prst="rect">
            <a:avLst/>
          </a:prstGeom>
          <a:ln w="0">
            <a:noFill/>
          </a:ln>
        </p:spPr>
      </p:sp>
      <p:sp>
        <p:nvSpPr>
          <p:cNvPr id="15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5" name="PlaceHolder 3"/>
          <p:cNvSpPr>
            <a:spLocks noGrp="1"/>
          </p:cNvSpPr>
          <p:nvPr>
            <p:ph type="sldNum" idx="87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6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120" cy="3084480"/>
          </a:xfrm>
          <a:prstGeom prst="rect">
            <a:avLst/>
          </a:prstGeom>
          <a:ln w="0">
            <a:noFill/>
          </a:ln>
        </p:spPr>
      </p:sp>
      <p:sp>
        <p:nvSpPr>
          <p:cNvPr id="15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8" name="PlaceHolder 3"/>
          <p:cNvSpPr>
            <a:spLocks noGrp="1"/>
          </p:cNvSpPr>
          <p:nvPr>
            <p:ph type="sldNum" idx="88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9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120" cy="3084480"/>
          </a:xfrm>
          <a:prstGeom prst="rect">
            <a:avLst/>
          </a:prstGeom>
          <a:ln w="0">
            <a:noFill/>
          </a:ln>
        </p:spPr>
      </p:sp>
      <p:sp>
        <p:nvSpPr>
          <p:cNvPr id="15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1" name="PlaceHolder 3"/>
          <p:cNvSpPr>
            <a:spLocks noGrp="1"/>
          </p:cNvSpPr>
          <p:nvPr>
            <p:ph type="sldNum" idx="89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2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120" cy="3084480"/>
          </a:xfrm>
          <a:prstGeom prst="rect">
            <a:avLst/>
          </a:prstGeom>
          <a:ln w="0">
            <a:noFill/>
          </a:ln>
        </p:spPr>
      </p:sp>
      <p:sp>
        <p:nvSpPr>
          <p:cNvPr id="15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4" name="PlaceHolder 3"/>
          <p:cNvSpPr>
            <a:spLocks noGrp="1"/>
          </p:cNvSpPr>
          <p:nvPr>
            <p:ph type="sldNum" idx="90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5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120" cy="3084480"/>
          </a:xfrm>
          <a:prstGeom prst="rect">
            <a:avLst/>
          </a:prstGeom>
          <a:ln w="0">
            <a:noFill/>
          </a:ln>
        </p:spPr>
      </p:sp>
      <p:sp>
        <p:nvSpPr>
          <p:cNvPr id="15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7" name="PlaceHolder 3"/>
          <p:cNvSpPr>
            <a:spLocks noGrp="1"/>
          </p:cNvSpPr>
          <p:nvPr>
            <p:ph type="sldNum" idx="91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8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120" cy="3084480"/>
          </a:xfrm>
          <a:prstGeom prst="rect">
            <a:avLst/>
          </a:prstGeom>
          <a:ln w="0">
            <a:noFill/>
          </a:ln>
        </p:spPr>
      </p:sp>
      <p:sp>
        <p:nvSpPr>
          <p:cNvPr id="15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0" name="PlaceHolder 3"/>
          <p:cNvSpPr>
            <a:spLocks noGrp="1"/>
          </p:cNvSpPr>
          <p:nvPr>
            <p:ph type="sldNum" idx="92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1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120" cy="3084480"/>
          </a:xfrm>
          <a:prstGeom prst="rect">
            <a:avLst/>
          </a:prstGeom>
          <a:ln w="0">
            <a:noFill/>
          </a:ln>
        </p:spPr>
      </p:sp>
      <p:sp>
        <p:nvSpPr>
          <p:cNvPr id="16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3" name="PlaceHolder 3"/>
          <p:cNvSpPr>
            <a:spLocks noGrp="1"/>
          </p:cNvSpPr>
          <p:nvPr>
            <p:ph type="sldNum" idx="93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4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120" cy="3084480"/>
          </a:xfrm>
          <a:prstGeom prst="rect">
            <a:avLst/>
          </a:prstGeom>
          <a:ln w="0">
            <a:noFill/>
          </a:ln>
        </p:spPr>
      </p:sp>
      <p:sp>
        <p:nvSpPr>
          <p:cNvPr id="16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6" name="PlaceHolder 3"/>
          <p:cNvSpPr>
            <a:spLocks noGrp="1"/>
          </p:cNvSpPr>
          <p:nvPr>
            <p:ph type="sldNum" idx="94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7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120" cy="3084480"/>
          </a:xfrm>
          <a:prstGeom prst="rect">
            <a:avLst/>
          </a:prstGeom>
          <a:ln w="0">
            <a:noFill/>
          </a:ln>
        </p:spPr>
      </p:sp>
      <p:sp>
        <p:nvSpPr>
          <p:cNvPr id="16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9" name="PlaceHolder 3"/>
          <p:cNvSpPr>
            <a:spLocks noGrp="1"/>
          </p:cNvSpPr>
          <p:nvPr>
            <p:ph type="sldNum" idx="95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120" cy="3084480"/>
          </a:xfrm>
          <a:prstGeom prst="rect">
            <a:avLst/>
          </a:prstGeom>
          <a:ln w="0">
            <a:noFill/>
          </a:ln>
        </p:spPr>
      </p:sp>
      <p:sp>
        <p:nvSpPr>
          <p:cNvPr id="16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2" name="PlaceHolder 3"/>
          <p:cNvSpPr>
            <a:spLocks noGrp="1"/>
          </p:cNvSpPr>
          <p:nvPr>
            <p:ph type="sldNum" idx="96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120" cy="3084480"/>
          </a:xfrm>
          <a:prstGeom prst="rect">
            <a:avLst/>
          </a:prstGeom>
          <a:ln w="0">
            <a:noFill/>
          </a:ln>
        </p:spPr>
      </p:sp>
      <p:sp>
        <p:nvSpPr>
          <p:cNvPr id="16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5" name="PlaceHolder 3"/>
          <p:cNvSpPr>
            <a:spLocks noGrp="1"/>
          </p:cNvSpPr>
          <p:nvPr>
            <p:ph type="sldNum" idx="97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6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120" cy="3084480"/>
          </a:xfrm>
          <a:prstGeom prst="rect">
            <a:avLst/>
          </a:prstGeom>
          <a:ln w="0">
            <a:noFill/>
          </a:ln>
        </p:spPr>
      </p:sp>
      <p:sp>
        <p:nvSpPr>
          <p:cNvPr id="16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8" name="PlaceHolder 3"/>
          <p:cNvSpPr>
            <a:spLocks noGrp="1"/>
          </p:cNvSpPr>
          <p:nvPr>
            <p:ph type="sldNum" idx="98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9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120" cy="3084480"/>
          </a:xfrm>
          <a:prstGeom prst="rect">
            <a:avLst/>
          </a:prstGeom>
          <a:ln w="0">
            <a:noFill/>
          </a:ln>
        </p:spPr>
      </p:sp>
      <p:sp>
        <p:nvSpPr>
          <p:cNvPr id="16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1" name="PlaceHolder 3"/>
          <p:cNvSpPr>
            <a:spLocks noGrp="1"/>
          </p:cNvSpPr>
          <p:nvPr>
            <p:ph type="sldNum" idx="99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2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120" cy="3084480"/>
          </a:xfrm>
          <a:prstGeom prst="rect">
            <a:avLst/>
          </a:prstGeom>
          <a:ln w="0">
            <a:noFill/>
          </a:ln>
        </p:spPr>
      </p:sp>
      <p:sp>
        <p:nvSpPr>
          <p:cNvPr id="16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4" name="PlaceHolder 3"/>
          <p:cNvSpPr>
            <a:spLocks noGrp="1"/>
          </p:cNvSpPr>
          <p:nvPr>
            <p:ph type="sldNum" idx="100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5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120" cy="3084480"/>
          </a:xfrm>
          <a:prstGeom prst="rect">
            <a:avLst/>
          </a:prstGeom>
          <a:ln w="0">
            <a:noFill/>
          </a:ln>
        </p:spPr>
      </p:sp>
      <p:sp>
        <p:nvSpPr>
          <p:cNvPr id="16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7" name="PlaceHolder 3"/>
          <p:cNvSpPr>
            <a:spLocks noGrp="1"/>
          </p:cNvSpPr>
          <p:nvPr>
            <p:ph type="sldNum" idx="101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8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120" cy="3084480"/>
          </a:xfrm>
          <a:prstGeom prst="rect">
            <a:avLst/>
          </a:prstGeom>
          <a:ln w="0">
            <a:noFill/>
          </a:ln>
        </p:spPr>
      </p:sp>
      <p:sp>
        <p:nvSpPr>
          <p:cNvPr id="16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0" name="PlaceHolder 3"/>
          <p:cNvSpPr>
            <a:spLocks noGrp="1"/>
          </p:cNvSpPr>
          <p:nvPr>
            <p:ph type="sldNum" idx="102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1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120" cy="3084480"/>
          </a:xfrm>
          <a:prstGeom prst="rect">
            <a:avLst/>
          </a:prstGeom>
          <a:ln w="0">
            <a:noFill/>
          </a:ln>
        </p:spPr>
      </p:sp>
      <p:sp>
        <p:nvSpPr>
          <p:cNvPr id="16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3" name="PlaceHolder 3"/>
          <p:cNvSpPr>
            <a:spLocks noGrp="1"/>
          </p:cNvSpPr>
          <p:nvPr>
            <p:ph type="sldNum" idx="103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4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120" cy="3084480"/>
          </a:xfrm>
          <a:prstGeom prst="rect">
            <a:avLst/>
          </a:prstGeom>
          <a:ln w="0">
            <a:noFill/>
          </a:ln>
        </p:spPr>
      </p:sp>
      <p:sp>
        <p:nvSpPr>
          <p:cNvPr id="16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6" name="PlaceHolder 3"/>
          <p:cNvSpPr>
            <a:spLocks noGrp="1"/>
          </p:cNvSpPr>
          <p:nvPr>
            <p:ph type="sldNum" idx="104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7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120" cy="3084480"/>
          </a:xfrm>
          <a:prstGeom prst="rect">
            <a:avLst/>
          </a:prstGeom>
          <a:ln w="0">
            <a:noFill/>
          </a:ln>
        </p:spPr>
      </p:sp>
      <p:sp>
        <p:nvSpPr>
          <p:cNvPr id="16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9" name="PlaceHolder 3"/>
          <p:cNvSpPr>
            <a:spLocks noGrp="1"/>
          </p:cNvSpPr>
          <p:nvPr>
            <p:ph type="sldNum" idx="105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0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120" cy="3084480"/>
          </a:xfrm>
          <a:prstGeom prst="rect">
            <a:avLst/>
          </a:prstGeom>
          <a:ln w="0">
            <a:noFill/>
          </a:ln>
        </p:spPr>
      </p:sp>
      <p:sp>
        <p:nvSpPr>
          <p:cNvPr id="16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2" name="PlaceHolder 3"/>
          <p:cNvSpPr>
            <a:spLocks noGrp="1"/>
          </p:cNvSpPr>
          <p:nvPr>
            <p:ph type="sldNum" idx="106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3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120" cy="3084480"/>
          </a:xfrm>
          <a:prstGeom prst="rect">
            <a:avLst/>
          </a:prstGeom>
          <a:ln w="0">
            <a:noFill/>
          </a:ln>
        </p:spPr>
      </p:sp>
      <p:sp>
        <p:nvSpPr>
          <p:cNvPr id="16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5" name="PlaceHolder 3"/>
          <p:cNvSpPr>
            <a:spLocks noGrp="1"/>
          </p:cNvSpPr>
          <p:nvPr>
            <p:ph type="sldNum" idx="107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6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120" cy="3084480"/>
          </a:xfrm>
          <a:prstGeom prst="rect">
            <a:avLst/>
          </a:prstGeom>
          <a:ln w="0">
            <a:noFill/>
          </a:ln>
        </p:spPr>
      </p:sp>
      <p:sp>
        <p:nvSpPr>
          <p:cNvPr id="16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8" name="PlaceHolder 3"/>
          <p:cNvSpPr>
            <a:spLocks noGrp="1"/>
          </p:cNvSpPr>
          <p:nvPr>
            <p:ph type="sldNum" idx="108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9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120" cy="3084480"/>
          </a:xfrm>
          <a:prstGeom prst="rect">
            <a:avLst/>
          </a:prstGeom>
          <a:ln w="0">
            <a:noFill/>
          </a:ln>
        </p:spPr>
      </p:sp>
      <p:sp>
        <p:nvSpPr>
          <p:cNvPr id="16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1" name="PlaceHolder 3"/>
          <p:cNvSpPr>
            <a:spLocks noGrp="1"/>
          </p:cNvSpPr>
          <p:nvPr>
            <p:ph type="sldNum" idx="109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2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120" cy="3084480"/>
          </a:xfrm>
          <a:prstGeom prst="rect">
            <a:avLst/>
          </a:prstGeom>
          <a:ln w="0">
            <a:noFill/>
          </a:ln>
        </p:spPr>
      </p:sp>
      <p:sp>
        <p:nvSpPr>
          <p:cNvPr id="16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4" name="PlaceHolder 3"/>
          <p:cNvSpPr>
            <a:spLocks noGrp="1"/>
          </p:cNvSpPr>
          <p:nvPr>
            <p:ph type="sldNum" idx="110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5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120" cy="3084480"/>
          </a:xfrm>
          <a:prstGeom prst="rect">
            <a:avLst/>
          </a:prstGeom>
          <a:ln w="0">
            <a:noFill/>
          </a:ln>
        </p:spPr>
      </p:sp>
      <p:sp>
        <p:nvSpPr>
          <p:cNvPr id="16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7" name="PlaceHolder 3"/>
          <p:cNvSpPr>
            <a:spLocks noGrp="1"/>
          </p:cNvSpPr>
          <p:nvPr>
            <p:ph type="sldNum" idx="111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8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120" cy="3084480"/>
          </a:xfrm>
          <a:prstGeom prst="rect">
            <a:avLst/>
          </a:prstGeom>
          <a:ln w="0">
            <a:noFill/>
          </a:ln>
        </p:spPr>
      </p:sp>
      <p:sp>
        <p:nvSpPr>
          <p:cNvPr id="16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0" name="PlaceHolder 3"/>
          <p:cNvSpPr>
            <a:spLocks noGrp="1"/>
          </p:cNvSpPr>
          <p:nvPr>
            <p:ph type="sldNum" idx="112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.png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.png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elfoli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pieren 6"/>
          <p:cNvGrpSpPr/>
          <p:nvPr/>
        </p:nvGrpSpPr>
        <p:grpSpPr>
          <a:xfrm>
            <a:off x="-5040" y="4950720"/>
            <a:ext cx="9147240" cy="196200"/>
            <a:chOff x="-5040" y="4950720"/>
            <a:chExt cx="9147240" cy="196200"/>
          </a:xfrm>
        </p:grpSpPr>
        <p:sp>
          <p:nvSpPr>
            <p:cNvPr id="3" name="bk object 18"/>
            <p:cNvSpPr/>
            <p:nvPr/>
          </p:nvSpPr>
          <p:spPr>
            <a:xfrm>
              <a:off x="-5040" y="4950720"/>
              <a:ext cx="483120" cy="196200"/>
            </a:xfrm>
            <a:custGeom>
              <a:avLst/>
              <a:gdLst>
                <a:gd name="textAreaLeft" fmla="*/ 0 w 483120"/>
                <a:gd name="textAreaRight" fmla="*/ 484920 w 48312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" name="bk object 18"/>
            <p:cNvSpPr/>
            <p:nvPr/>
          </p:nvSpPr>
          <p:spPr>
            <a:xfrm>
              <a:off x="522360" y="4950720"/>
              <a:ext cx="8619840" cy="196200"/>
            </a:xfrm>
            <a:custGeom>
              <a:avLst/>
              <a:gdLst>
                <a:gd name="textAreaLeft" fmla="*/ 0 w 8619840"/>
                <a:gd name="textAreaRight" fmla="*/ 8621640 w 861984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" name="Holder 3"/>
            <p:cNvSpPr/>
            <p:nvPr/>
          </p:nvSpPr>
          <p:spPr>
            <a:xfrm>
              <a:off x="8194680" y="4966200"/>
              <a:ext cx="447840" cy="165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6" name="Gerader Verbinder 11"/>
          <p:cNvCxnSpPr/>
          <p:nvPr/>
        </p:nvCxnSpPr>
        <p:spPr>
          <a:xfrm>
            <a:off x="521280" y="974520"/>
            <a:ext cx="6833880" cy="180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7" name="Grafik 9"/>
          <p:cNvGrpSpPr/>
          <p:nvPr/>
        </p:nvGrpSpPr>
        <p:grpSpPr>
          <a:xfrm>
            <a:off x="7741440" y="394200"/>
            <a:ext cx="1048320" cy="619200"/>
            <a:chOff x="7741440" y="394200"/>
            <a:chExt cx="1048320" cy="619200"/>
          </a:xfrm>
        </p:grpSpPr>
        <p:grpSp>
          <p:nvGrpSpPr>
            <p:cNvPr id="8" name="Grafik 9"/>
            <p:cNvGrpSpPr/>
            <p:nvPr/>
          </p:nvGrpSpPr>
          <p:grpSpPr>
            <a:xfrm>
              <a:off x="7741440" y="394200"/>
              <a:ext cx="883080" cy="430560"/>
              <a:chOff x="7741440" y="394200"/>
              <a:chExt cx="883080" cy="430560"/>
            </a:xfrm>
          </p:grpSpPr>
          <p:sp>
            <p:nvSpPr>
              <p:cNvPr id="9" name="Freihandform: Form 20"/>
              <p:cNvSpPr/>
              <p:nvPr/>
            </p:nvSpPr>
            <p:spPr>
              <a:xfrm>
                <a:off x="8358120" y="480600"/>
                <a:ext cx="266400" cy="26676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266760"/>
                  <a:gd name="textAreaBottom" fmla="*/ 268560 h 26676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" name="Freihandform: Form 21"/>
              <p:cNvSpPr/>
              <p:nvPr/>
            </p:nvSpPr>
            <p:spPr>
              <a:xfrm>
                <a:off x="774144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" name="Freihandform: Form 22"/>
              <p:cNvSpPr/>
              <p:nvPr/>
            </p:nvSpPr>
            <p:spPr>
              <a:xfrm>
                <a:off x="805068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" name="Freihandform: Form 23"/>
              <p:cNvSpPr/>
              <p:nvPr/>
            </p:nvSpPr>
            <p:spPr>
              <a:xfrm>
                <a:off x="784800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" name="Freihandform: Form 24"/>
              <p:cNvSpPr/>
              <p:nvPr/>
            </p:nvSpPr>
            <p:spPr>
              <a:xfrm>
                <a:off x="795816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" name="Freihandform: Form 25"/>
              <p:cNvSpPr/>
              <p:nvPr/>
            </p:nvSpPr>
            <p:spPr>
              <a:xfrm>
                <a:off x="821232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5" name="Freihandform: Form 26"/>
            <p:cNvSpPr/>
            <p:nvPr/>
          </p:nvSpPr>
          <p:spPr>
            <a:xfrm>
              <a:off x="774144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" name="Freihandform: Form 27"/>
            <p:cNvSpPr/>
            <p:nvPr/>
          </p:nvSpPr>
          <p:spPr>
            <a:xfrm>
              <a:off x="779976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" name="Freihandform: Form 28"/>
            <p:cNvSpPr/>
            <p:nvPr/>
          </p:nvSpPr>
          <p:spPr>
            <a:xfrm>
              <a:off x="784908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8" name="Grafik 9"/>
            <p:cNvGrpSpPr/>
            <p:nvPr/>
          </p:nvGrpSpPr>
          <p:grpSpPr>
            <a:xfrm>
              <a:off x="7872120" y="834120"/>
              <a:ext cx="73440" cy="39960"/>
              <a:chOff x="7872120" y="834120"/>
              <a:chExt cx="73440" cy="39960"/>
            </a:xfrm>
          </p:grpSpPr>
          <p:sp>
            <p:nvSpPr>
              <p:cNvPr id="19" name="Freihandform: Form 30"/>
              <p:cNvSpPr/>
              <p:nvPr/>
            </p:nvSpPr>
            <p:spPr>
              <a:xfrm>
                <a:off x="787212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" name="Freihandform: Form 31"/>
              <p:cNvSpPr/>
              <p:nvPr/>
            </p:nvSpPr>
            <p:spPr>
              <a:xfrm>
                <a:off x="7922160" y="834120"/>
                <a:ext cx="23400" cy="39960"/>
              </a:xfrm>
              <a:custGeom>
                <a:avLst/>
                <a:gdLst>
                  <a:gd name="textAreaLeft" fmla="*/ 0 w 23400"/>
                  <a:gd name="textAreaRight" fmla="*/ 25200 w 23400"/>
                  <a:gd name="textAreaTop" fmla="*/ 0 h 39960"/>
                  <a:gd name="textAreaBottom" fmla="*/ 41760 h 3996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1" name="Freihandform: Form 32"/>
            <p:cNvSpPr/>
            <p:nvPr/>
          </p:nvSpPr>
          <p:spPr>
            <a:xfrm>
              <a:off x="795924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2" name="Grafik 9"/>
            <p:cNvGrpSpPr/>
            <p:nvPr/>
          </p:nvGrpSpPr>
          <p:grpSpPr>
            <a:xfrm>
              <a:off x="7979760" y="812160"/>
              <a:ext cx="77400" cy="63720"/>
              <a:chOff x="7979760" y="812160"/>
              <a:chExt cx="77400" cy="63720"/>
            </a:xfrm>
          </p:grpSpPr>
          <p:sp>
            <p:nvSpPr>
              <p:cNvPr id="23" name="Freihandform: Form 34"/>
              <p:cNvSpPr/>
              <p:nvPr/>
            </p:nvSpPr>
            <p:spPr>
              <a:xfrm>
                <a:off x="7979760" y="834120"/>
                <a:ext cx="32760" cy="417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41760"/>
                  <a:gd name="textAreaBottom" fmla="*/ 43560 h 4176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4" name="Freihandform: Form 35"/>
              <p:cNvSpPr/>
              <p:nvPr/>
            </p:nvSpPr>
            <p:spPr>
              <a:xfrm>
                <a:off x="8024400" y="812160"/>
                <a:ext cx="32760" cy="615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61560"/>
                  <a:gd name="textAreaBottom" fmla="*/ 63360 h 6156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5" name="Freihandform: Form 36"/>
            <p:cNvSpPr/>
            <p:nvPr/>
          </p:nvSpPr>
          <p:spPr>
            <a:xfrm>
              <a:off x="810648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" name="Freihandform: Form 37"/>
            <p:cNvSpPr/>
            <p:nvPr/>
          </p:nvSpPr>
          <p:spPr>
            <a:xfrm>
              <a:off x="816480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" name="Freihandform: Form 38"/>
            <p:cNvSpPr/>
            <p:nvPr/>
          </p:nvSpPr>
          <p:spPr>
            <a:xfrm>
              <a:off x="821340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8" name="Grafik 9"/>
            <p:cNvGrpSpPr/>
            <p:nvPr/>
          </p:nvGrpSpPr>
          <p:grpSpPr>
            <a:xfrm>
              <a:off x="7741440" y="834120"/>
              <a:ext cx="1048320" cy="179280"/>
              <a:chOff x="7741440" y="834120"/>
              <a:chExt cx="1048320" cy="179280"/>
            </a:xfrm>
          </p:grpSpPr>
          <p:sp>
            <p:nvSpPr>
              <p:cNvPr id="29" name="Freihandform: Form 40"/>
              <p:cNvSpPr/>
              <p:nvPr/>
            </p:nvSpPr>
            <p:spPr>
              <a:xfrm>
                <a:off x="823644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" name="Freihandform: Form 41"/>
              <p:cNvSpPr/>
              <p:nvPr/>
            </p:nvSpPr>
            <p:spPr>
              <a:xfrm>
                <a:off x="8284680" y="834120"/>
                <a:ext cx="34560" cy="41760"/>
              </a:xfrm>
              <a:custGeom>
                <a:avLst/>
                <a:gdLst>
                  <a:gd name="textAreaLeft" fmla="*/ 0 w 34560"/>
                  <a:gd name="textAreaRight" fmla="*/ 36360 w 34560"/>
                  <a:gd name="textAreaTop" fmla="*/ 0 h 41760"/>
                  <a:gd name="textAreaBottom" fmla="*/ 43560 h 4176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" name="Freihandform: Form 42"/>
              <p:cNvSpPr/>
              <p:nvPr/>
            </p:nvSpPr>
            <p:spPr>
              <a:xfrm>
                <a:off x="7741440" y="914040"/>
                <a:ext cx="882720" cy="61560"/>
              </a:xfrm>
              <a:custGeom>
                <a:avLst/>
                <a:gdLst>
                  <a:gd name="textAreaLeft" fmla="*/ 0 w 882720"/>
                  <a:gd name="textAreaRight" fmla="*/ 884520 w 882720"/>
                  <a:gd name="textAreaTop" fmla="*/ 0 h 61560"/>
                  <a:gd name="textAreaBottom" fmla="*/ 63360 h 6156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" name="Freihandform: Form 43"/>
              <p:cNvSpPr/>
              <p:nvPr/>
            </p:nvSpPr>
            <p:spPr>
              <a:xfrm>
                <a:off x="8677440" y="915480"/>
                <a:ext cx="112320" cy="97920"/>
              </a:xfrm>
              <a:custGeom>
                <a:avLst/>
                <a:gdLst>
                  <a:gd name="textAreaLeft" fmla="*/ 0 w 112320"/>
                  <a:gd name="textAreaRight" fmla="*/ 114120 w 112320"/>
                  <a:gd name="textAreaTop" fmla="*/ 0 h 97920"/>
                  <a:gd name="textAreaBottom" fmla="*/ 99720 h 9792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33" name="Freihandform: Form 44" hidden="1"/>
          <p:cNvSpPr/>
          <p:nvPr/>
        </p:nvSpPr>
        <p:spPr>
          <a:xfrm>
            <a:off x="-5040" y="407880"/>
            <a:ext cx="335520" cy="293040"/>
          </a:xfrm>
          <a:custGeom>
            <a:avLst/>
            <a:gdLst>
              <a:gd name="textAreaLeft" fmla="*/ 0 w 335520"/>
              <a:gd name="textAreaRight" fmla="*/ 337320 w 335520"/>
              <a:gd name="textAreaTop" fmla="*/ 0 h 293040"/>
              <a:gd name="textAreaBottom" fmla="*/ 294840 h 29304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34" name="Gruppieren 25"/>
          <p:cNvGrpSpPr/>
          <p:nvPr/>
        </p:nvGrpSpPr>
        <p:grpSpPr>
          <a:xfrm>
            <a:off x="-5040" y="4950720"/>
            <a:ext cx="9147240" cy="196200"/>
            <a:chOff x="-5040" y="4950720"/>
            <a:chExt cx="9147240" cy="196200"/>
          </a:xfrm>
        </p:grpSpPr>
        <p:sp>
          <p:nvSpPr>
            <p:cNvPr id="35" name="bk object 18"/>
            <p:cNvSpPr/>
            <p:nvPr/>
          </p:nvSpPr>
          <p:spPr>
            <a:xfrm>
              <a:off x="-5040" y="4950720"/>
              <a:ext cx="483120" cy="196200"/>
            </a:xfrm>
            <a:custGeom>
              <a:avLst/>
              <a:gdLst>
                <a:gd name="textAreaLeft" fmla="*/ 0 w 483120"/>
                <a:gd name="textAreaRight" fmla="*/ 484920 w 48312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6" name="bk object 18"/>
            <p:cNvSpPr/>
            <p:nvPr/>
          </p:nvSpPr>
          <p:spPr>
            <a:xfrm>
              <a:off x="522360" y="4950720"/>
              <a:ext cx="8619840" cy="196200"/>
            </a:xfrm>
            <a:custGeom>
              <a:avLst/>
              <a:gdLst>
                <a:gd name="textAreaLeft" fmla="*/ 0 w 8619840"/>
                <a:gd name="textAreaRight" fmla="*/ 8621640 w 861984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" name="Holder 3"/>
            <p:cNvSpPr/>
            <p:nvPr/>
          </p:nvSpPr>
          <p:spPr>
            <a:xfrm>
              <a:off x="8194680" y="4966200"/>
              <a:ext cx="447840" cy="165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8" name="Freihandform: Form 26"/>
          <p:cNvSpPr/>
          <p:nvPr/>
        </p:nvSpPr>
        <p:spPr>
          <a:xfrm>
            <a:off x="0" y="1422360"/>
            <a:ext cx="3166200" cy="3490560"/>
          </a:xfrm>
          <a:custGeom>
            <a:avLst/>
            <a:gdLst>
              <a:gd name="textAreaLeft" fmla="*/ 0 w 3166200"/>
              <a:gd name="textAreaRight" fmla="*/ 3168000 w 3166200"/>
              <a:gd name="textAreaTop" fmla="*/ 0 h 3490560"/>
              <a:gd name="textAreaBottom" fmla="*/ 3492360 h 3490560"/>
              <a:gd name="GluePoint1X" fmla="*/ 3773588 w 4271120"/>
              <a:gd name="GluePoint1Y" fmla="*/ 3280579 h 4702819"/>
              <a:gd name="GluePoint2X" fmla="*/ 3717970 w 4271120"/>
              <a:gd name="GluePoint2Y" fmla="*/ 3393838 h 4702819"/>
              <a:gd name="GluePoint3X" fmla="*/ 3755385 w 4271120"/>
              <a:gd name="GluePoint3Y" fmla="*/ 3541480 h 4702819"/>
              <a:gd name="GluePoint4X" fmla="*/ 3742240 w 4271120"/>
              <a:gd name="GluePoint4Y" fmla="*/ 3544514 h 4702819"/>
              <a:gd name="GluePoint5X" fmla="*/ 3594598 w 4271120"/>
              <a:gd name="GluePoint5Y" fmla="*/ 3403951 h 4702819"/>
              <a:gd name="GluePoint6X" fmla="*/ 3773588 w 4271120"/>
              <a:gd name="GluePoint6Y" fmla="*/ 3280579 h 4702819"/>
              <a:gd name="GluePoint7X" fmla="*/ 3937409 w 4271120"/>
              <a:gd name="GluePoint7Y" fmla="*/ 2981250 h 4702819"/>
              <a:gd name="GluePoint8X" fmla="*/ 3833252 w 4271120"/>
              <a:gd name="GluePoint8Y" fmla="*/ 3118780 h 4702819"/>
              <a:gd name="GluePoint9X" fmla="*/ 3480327 w 4271120"/>
              <a:gd name="GluePoint9Y" fmla="*/ 3142039 h 4702819"/>
              <a:gd name="GluePoint10X" fmla="*/ 3488417 w 4271120"/>
              <a:gd name="GluePoint10Y" fmla="*/ 3070240 h 4702819"/>
              <a:gd name="GluePoint11X" fmla="*/ 3802914 w 4271120"/>
              <a:gd name="GluePoint11Y" fmla="*/ 3008554 h 4702819"/>
              <a:gd name="GluePoint12X" fmla="*/ 3937409 w 4271120"/>
              <a:gd name="GluePoint12Y" fmla="*/ 2981250 h 4702819"/>
              <a:gd name="GluePoint13X" fmla="*/ 1530647 w 4271120"/>
              <a:gd name="GluePoint13Y" fmla="*/ 2816671 h 4702819"/>
              <a:gd name="GluePoint14X" fmla="*/ 1538737 w 4271120"/>
              <a:gd name="GluePoint14Y" fmla="*/ 2820463 h 4702819"/>
              <a:gd name="GluePoint15X" fmla="*/ 1944246 w 4271120"/>
              <a:gd name="GluePoint15Y" fmla="*/ 3409008 h 4702819"/>
              <a:gd name="GluePoint16X" fmla="*/ 3606733 w 4271120"/>
              <a:gd name="GluePoint16Y" fmla="*/ 3913618 h 4702819"/>
              <a:gd name="GluePoint17X" fmla="*/ 3607744 w 4271120"/>
              <a:gd name="GluePoint17Y" fmla="*/ 3926765 h 4702819"/>
              <a:gd name="GluePoint18X" fmla="*/ 2423576 w 4271120"/>
              <a:gd name="GluePoint18Y" fmla="*/ 3894405 h 4702819"/>
              <a:gd name="GluePoint19X" fmla="*/ 2077731 w 4271120"/>
              <a:gd name="GluePoint19Y" fmla="*/ 3806426 h 4702819"/>
              <a:gd name="GluePoint20X" fmla="*/ 1525591 w 4271120"/>
              <a:gd name="GluePoint20Y" fmla="*/ 2823496 h 4702819"/>
              <a:gd name="GluePoint21X" fmla="*/ 1530647 w 4271120"/>
              <a:gd name="GluePoint21Y" fmla="*/ 2816671 h 4702819"/>
              <a:gd name="GluePoint22X" fmla="*/ 3996062 w 4271120"/>
              <a:gd name="GluePoint22Y" fmla="*/ 2605067 h 4702819"/>
              <a:gd name="GluePoint23X" fmla="*/ 4271120 w 4271120"/>
              <a:gd name="GluePoint23Y" fmla="*/ 2676866 h 4702819"/>
              <a:gd name="GluePoint24X" fmla="*/ 4008197 w 4271120"/>
              <a:gd name="GluePoint24Y" fmla="*/ 2693046 h 4702819"/>
              <a:gd name="GluePoint25X" fmla="*/ 3829207 w 4271120"/>
              <a:gd name="GluePoint25Y" fmla="*/ 2680911 h 4702819"/>
              <a:gd name="GluePoint26X" fmla="*/ 3670441 w 4271120"/>
              <a:gd name="GluePoint26Y" fmla="*/ 2642484 h 4702819"/>
              <a:gd name="GluePoint27X" fmla="*/ 3996062 w 4271120"/>
              <a:gd name="GluePoint27Y" fmla="*/ 2605067 h 4702819"/>
              <a:gd name="GluePoint28X" fmla="*/ 3443991 w 4271120"/>
              <a:gd name="GluePoint28Y" fmla="*/ 1373753 h 4702819"/>
              <a:gd name="GluePoint29X" fmla="*/ 3808982 w 4271120"/>
              <a:gd name="GluePoint29Y" fmla="*/ 1505845 h 4702819"/>
              <a:gd name="GluePoint30X" fmla="*/ 3766510 w 4271120"/>
              <a:gd name="GluePoint30Y" fmla="*/ 1714160 h 4702819"/>
              <a:gd name="GluePoint31X" fmla="*/ 3673475 w 4271120"/>
              <a:gd name="GluePoint31Y" fmla="*/ 1626182 h 4702819"/>
              <a:gd name="GluePoint32X" fmla="*/ 3503586 w 4271120"/>
              <a:gd name="GluePoint32Y" fmla="*/ 1940680 h 4702819"/>
              <a:gd name="GluePoint33X" fmla="*/ 3349877 w 4271120"/>
              <a:gd name="GluePoint33Y" fmla="*/ 1900230 h 4702819"/>
              <a:gd name="GluePoint34X" fmla="*/ 3263920 w 4271120"/>
              <a:gd name="GluePoint34Y" fmla="*/ 1778881 h 4702819"/>
              <a:gd name="GluePoint35X" fmla="*/ 2886727 w 4271120"/>
              <a:gd name="GluePoint35Y" fmla="*/ 1881016 h 4702819"/>
              <a:gd name="GluePoint36X" fmla="*/ 3400439 w 4271120"/>
              <a:gd name="GluePoint36Y" fmla="*/ 1585733 h 4702819"/>
              <a:gd name="GluePoint37X" fmla="*/ 2921109 w 4271120"/>
              <a:gd name="GluePoint37Y" fmla="*/ 1605957 h 4702819"/>
              <a:gd name="GluePoint38X" fmla="*/ 2913019 w 4271120"/>
              <a:gd name="GluePoint38Y" fmla="*/ 1594835 h 4702819"/>
              <a:gd name="GluePoint39X" fmla="*/ 3443991 w 4271120"/>
              <a:gd name="GluePoint39Y" fmla="*/ 1373753 h 4702819"/>
              <a:gd name="GluePoint40X" fmla="*/ 0 w 4271120"/>
              <a:gd name="GluePoint40Y" fmla="*/ 0 h 4702819"/>
              <a:gd name="GluePoint41X" fmla="*/ 115292 w 4271120"/>
              <a:gd name="GluePoint41Y" fmla="*/ 0 h 4702819"/>
              <a:gd name="GluePoint42X" fmla="*/ 274676 w 4271120"/>
              <a:gd name="GluePoint42Y" fmla="*/ 0 h 4702819"/>
              <a:gd name="GluePoint43X" fmla="*/ 3942724 w 4271120"/>
              <a:gd name="GluePoint43Y" fmla="*/ 0 h 4702819"/>
              <a:gd name="GluePoint44X" fmla="*/ 3939432 w 4271120"/>
              <a:gd name="GluePoint44Y" fmla="*/ 53696 h 4702819"/>
              <a:gd name="GluePoint45X" fmla="*/ 3684598 w 4271120"/>
              <a:gd name="GluePoint45Y" fmla="*/ 334822 h 4702819"/>
              <a:gd name="GluePoint46X" fmla="*/ 3981904 w 4271120"/>
              <a:gd name="GluePoint46Y" fmla="*/ 155833 h 4702819"/>
              <a:gd name="GluePoint47X" fmla="*/ 3993028 w 4271120"/>
              <a:gd name="GluePoint47Y" fmla="*/ 404599 h 4702819"/>
              <a:gd name="GluePoint48X" fmla="*/ 3433810 w 4271120"/>
              <a:gd name="GluePoint48Y" fmla="*/ 635163 h 4702819"/>
              <a:gd name="GluePoint49X" fmla="*/ 2283013 w 4271120"/>
              <a:gd name="GluePoint49Y" fmla="*/ 464262 h 4702819"/>
              <a:gd name="GluePoint50X" fmla="*/ 2284025 w 4271120"/>
              <a:gd name="GluePoint50Y" fmla="*/ 455161 h 4702819"/>
              <a:gd name="GluePoint51X" fmla="*/ 2959536 w 4271120"/>
              <a:gd name="GluePoint51Y" fmla="*/ 115383 h 4702819"/>
              <a:gd name="GluePoint52X" fmla="*/ 2949424 w 4271120"/>
              <a:gd name="GluePoint52Y" fmla="*/ 107293 h 4702819"/>
              <a:gd name="GluePoint53X" fmla="*/ 1789525 w 4271120"/>
              <a:gd name="GluePoint53Y" fmla="*/ 314598 h 4702819"/>
              <a:gd name="GluePoint54X" fmla="*/ 1564018 w 4271120"/>
              <a:gd name="GluePoint54Y" fmla="*/ 251900 h 4702819"/>
              <a:gd name="GluePoint55X" fmla="*/ 1554917 w 4271120"/>
              <a:gd name="GluePoint55Y" fmla="*/ 262013 h 4702819"/>
              <a:gd name="GluePoint56X" fmla="*/ 2389194 w 4271120"/>
              <a:gd name="GluePoint56Y" fmla="*/ 907188 h 4702819"/>
              <a:gd name="GluePoint57X" fmla="*/ 2159641 w 4271120"/>
              <a:gd name="GluePoint57Y" fmla="*/ 613927 h 4702819"/>
              <a:gd name="GluePoint58X" fmla="*/ 2255710 w 4271120"/>
              <a:gd name="GluePoint58Y" fmla="*/ 818197 h 4702819"/>
              <a:gd name="GluePoint59X" fmla="*/ 2248631 w 4271120"/>
              <a:gd name="GluePoint59Y" fmla="*/ 897075 h 4702819"/>
              <a:gd name="GluePoint60X" fmla="*/ 2071663 w 4271120"/>
              <a:gd name="GluePoint60Y" fmla="*/ 706960 h 4702819"/>
              <a:gd name="GluePoint61X" fmla="*/ 2063573 w 4271120"/>
              <a:gd name="GluePoint61Y" fmla="*/ 718085 h 4702819"/>
              <a:gd name="GluePoint62X" fmla="*/ 1981662 w 4271120"/>
              <a:gd name="GluePoint62Y" fmla="*/ 1090223 h 4702819"/>
              <a:gd name="GluePoint63X" fmla="*/ 2015034 w 4271120"/>
              <a:gd name="GluePoint63Y" fmla="*/ 1068987 h 4702819"/>
              <a:gd name="GluePoint64X" fmla="*/ 2152563 w 4271120"/>
              <a:gd name="GluePoint64Y" fmla="*/ 876851 h 4702819"/>
              <a:gd name="GluePoint65X" fmla="*/ 2193013 w 4271120"/>
              <a:gd name="GluePoint65Y" fmla="*/ 935503 h 4702819"/>
              <a:gd name="GluePoint66X" fmla="*/ 2042337 w 4271120"/>
              <a:gd name="GluePoint66Y" fmla="*/ 1153931 h 4702819"/>
              <a:gd name="GluePoint67X" fmla="*/ 1195925 w 4271120"/>
              <a:gd name="GluePoint67Y" fmla="*/ 1315731 h 4702819"/>
              <a:gd name="GluePoint68X" fmla="*/ 1759188 w 4271120"/>
              <a:gd name="GluePoint68Y" fmla="*/ 1329888 h 4702819"/>
              <a:gd name="GluePoint69X" fmla="*/ 1762222 w 4271120"/>
              <a:gd name="GluePoint69Y" fmla="*/ 1336967 h 4702819"/>
              <a:gd name="GluePoint70X" fmla="*/ 1303117 w 4271120"/>
              <a:gd name="GluePoint70Y" fmla="*/ 1458316 h 4702819"/>
              <a:gd name="GluePoint71X" fmla="*/ 1879527 w 4271120"/>
              <a:gd name="GluePoint71Y" fmla="*/ 1385506 h 4702819"/>
              <a:gd name="GluePoint72X" fmla="*/ 1882560 w 4271120"/>
              <a:gd name="GluePoint72Y" fmla="*/ 1389551 h 4702819"/>
              <a:gd name="GluePoint73X" fmla="*/ 1158509 w 4271120"/>
              <a:gd name="GluePoint73Y" fmla="*/ 1608992 h 4702819"/>
              <a:gd name="GluePoint74X" fmla="*/ 1500309 w 4271120"/>
              <a:gd name="GluePoint74Y" fmla="*/ 1648430 h 4702819"/>
              <a:gd name="GluePoint75X" fmla="*/ 1502332 w 4271120"/>
              <a:gd name="GluePoint75Y" fmla="*/ 1651464 h 4702819"/>
              <a:gd name="GluePoint76X" fmla="*/ 1323342 w 4271120"/>
              <a:gd name="GluePoint76Y" fmla="*/ 1726296 h 4702819"/>
              <a:gd name="GluePoint77X" fmla="*/ 1387050 w 4271120"/>
              <a:gd name="GluePoint77Y" fmla="*/ 1741465 h 4702819"/>
              <a:gd name="GluePoint78X" fmla="*/ 1442669 w 4271120"/>
              <a:gd name="GluePoint78Y" fmla="*/ 1750566 h 4702819"/>
              <a:gd name="GluePoint79X" fmla="*/ 1983684 w 4271120"/>
              <a:gd name="GluePoint79Y" fmla="*/ 1635284 h 4702819"/>
              <a:gd name="GluePoint80X" fmla="*/ 2041326 w 4271120"/>
              <a:gd name="GluePoint80Y" fmla="*/ 1604947 h 4702819"/>
              <a:gd name="GluePoint81X" fmla="*/ 1993797 w 4271120"/>
              <a:gd name="GluePoint81Y" fmla="*/ 1723262 h 4702819"/>
              <a:gd name="GluePoint82X" fmla="*/ 1881549 w 4271120"/>
              <a:gd name="GluePoint82Y" fmla="*/ 1801128 h 4702819"/>
              <a:gd name="GluePoint83X" fmla="*/ 1868403 w 4271120"/>
              <a:gd name="GluePoint83Y" fmla="*/ 1865847 h 4702819"/>
              <a:gd name="GluePoint84X" fmla="*/ 1001766 w 4271120"/>
              <a:gd name="GluePoint84Y" fmla="*/ 1993265 h 4702819"/>
              <a:gd name="GluePoint85X" fmla="*/ 999744 w 4271120"/>
              <a:gd name="GluePoint85Y" fmla="*/ 1993265 h 4702819"/>
              <a:gd name="GluePoint86X" fmla="*/ 1477051 w 4271120"/>
              <a:gd name="GluePoint86Y" fmla="*/ 2115625 h 4702819"/>
              <a:gd name="GluePoint87X" fmla="*/ 1478062 w 4271120"/>
              <a:gd name="GluePoint87Y" fmla="*/ 2118658 h 4702819"/>
              <a:gd name="GluePoint88X" fmla="*/ 1337500 w 4271120"/>
              <a:gd name="GluePoint88Y" fmla="*/ 2160120 h 4702819"/>
              <a:gd name="GluePoint89X" fmla="*/ 1830987 w 4271120"/>
              <a:gd name="GluePoint89Y" fmla="*/ 2044838 h 4702819"/>
              <a:gd name="GluePoint90X" fmla="*/ 1840088 w 4271120"/>
              <a:gd name="GluePoint90Y" fmla="*/ 2054950 h 4702819"/>
              <a:gd name="GluePoint91X" fmla="*/ 1610536 w 4271120"/>
              <a:gd name="GluePoint91Y" fmla="*/ 2209670 h 4702819"/>
              <a:gd name="GluePoint92X" fmla="*/ 970417 w 4271120"/>
              <a:gd name="GluePoint92Y" fmla="*/ 2143940 h 4702819"/>
              <a:gd name="GluePoint93X" fmla="*/ 1531659 w 4271120"/>
              <a:gd name="GluePoint93Y" fmla="*/ 2446302 h 4702819"/>
              <a:gd name="GluePoint94X" fmla="*/ 1040194 w 4271120"/>
              <a:gd name="GluePoint94Y" fmla="*/ 2520123 h 4702819"/>
              <a:gd name="GluePoint95X" fmla="*/ 1012890 w 4271120"/>
              <a:gd name="GluePoint95Y" fmla="*/ 2497875 h 4702819"/>
              <a:gd name="GluePoint96X" fmla="*/ 585134 w 4271120"/>
              <a:gd name="GluePoint96Y" fmla="*/ 2905408 h 4702819"/>
              <a:gd name="GluePoint97X" fmla="*/ 2443801 w 4271120"/>
              <a:gd name="GluePoint97Y" fmla="*/ 4164407 h 4702819"/>
              <a:gd name="GluePoint98X" fmla="*/ 2680749 w 4271120"/>
              <a:gd name="GluePoint98Y" fmla="*/ 4641304 h 4702819"/>
              <a:gd name="GluePoint99X" fmla="*/ 2704586 w 4271120"/>
              <a:gd name="GluePoint99Y" fmla="*/ 4702819 h 4702819"/>
              <a:gd name="GluePoint100X" fmla="*/ 274676 w 4271120"/>
              <a:gd name="GluePoint100Y" fmla="*/ 4702819 h 4702819"/>
              <a:gd name="GluePoint101X" fmla="*/ 115292 w 4271120"/>
              <a:gd name="GluePoint101Y" fmla="*/ 4702819 h 4702819"/>
              <a:gd name="GluePoint102X" fmla="*/ 0 w 4271120"/>
              <a:gd name="GluePoint102Y" fmla="*/ 4702819 h 4702819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  <a:cxn ang="0">
                <a:pos x="GluePoint14X" y="GluePoint14Y"/>
              </a:cxn>
              <a:cxn ang="0">
                <a:pos x="GluePoint15X" y="GluePoint15Y"/>
              </a:cxn>
              <a:cxn ang="0">
                <a:pos x="GluePoint16X" y="GluePoint16Y"/>
              </a:cxn>
              <a:cxn ang="0">
                <a:pos x="GluePoint17X" y="GluePoint17Y"/>
              </a:cxn>
              <a:cxn ang="0">
                <a:pos x="GluePoint18X" y="GluePoint18Y"/>
              </a:cxn>
              <a:cxn ang="0">
                <a:pos x="GluePoint19X" y="GluePoint19Y"/>
              </a:cxn>
              <a:cxn ang="0">
                <a:pos x="GluePoint20X" y="GluePoint20Y"/>
              </a:cxn>
              <a:cxn ang="0">
                <a:pos x="GluePoint21X" y="GluePoint21Y"/>
              </a:cxn>
              <a:cxn ang="0">
                <a:pos x="GluePoint22X" y="GluePoint22Y"/>
              </a:cxn>
              <a:cxn ang="0">
                <a:pos x="GluePoint23X" y="GluePoint23Y"/>
              </a:cxn>
              <a:cxn ang="0">
                <a:pos x="GluePoint24X" y="GluePoint24Y"/>
              </a:cxn>
              <a:cxn ang="0">
                <a:pos x="GluePoint25X" y="GluePoint25Y"/>
              </a:cxn>
              <a:cxn ang="0">
                <a:pos x="GluePoint26X" y="GluePoint26Y"/>
              </a:cxn>
              <a:cxn ang="0">
                <a:pos x="GluePoint27X" y="GluePoint27Y"/>
              </a:cxn>
              <a:cxn ang="0">
                <a:pos x="GluePoint28X" y="GluePoint28Y"/>
              </a:cxn>
              <a:cxn ang="0">
                <a:pos x="GluePoint29X" y="GluePoint29Y"/>
              </a:cxn>
              <a:cxn ang="0">
                <a:pos x="GluePoint30X" y="GluePoint30Y"/>
              </a:cxn>
              <a:cxn ang="0">
                <a:pos x="GluePoint31X" y="GluePoint31Y"/>
              </a:cxn>
              <a:cxn ang="0">
                <a:pos x="GluePoint32X" y="GluePoint32Y"/>
              </a:cxn>
              <a:cxn ang="0">
                <a:pos x="GluePoint33X" y="GluePoint33Y"/>
              </a:cxn>
              <a:cxn ang="0">
                <a:pos x="GluePoint34X" y="GluePoint34Y"/>
              </a:cxn>
              <a:cxn ang="0">
                <a:pos x="GluePoint35X" y="GluePoint35Y"/>
              </a:cxn>
              <a:cxn ang="0">
                <a:pos x="GluePoint36X" y="GluePoint36Y"/>
              </a:cxn>
              <a:cxn ang="0">
                <a:pos x="GluePoint37X" y="GluePoint37Y"/>
              </a:cxn>
              <a:cxn ang="0">
                <a:pos x="GluePoint38X" y="GluePoint38Y"/>
              </a:cxn>
              <a:cxn ang="0">
                <a:pos x="GluePoint39X" y="GluePoint39Y"/>
              </a:cxn>
              <a:cxn ang="0">
                <a:pos x="GluePoint40X" y="GluePoint40Y"/>
              </a:cxn>
              <a:cxn ang="0">
                <a:pos x="GluePoint41X" y="GluePoint41Y"/>
              </a:cxn>
              <a:cxn ang="0">
                <a:pos x="GluePoint42X" y="GluePoint42Y"/>
              </a:cxn>
              <a:cxn ang="0">
                <a:pos x="GluePoint43X" y="GluePoint43Y"/>
              </a:cxn>
              <a:cxn ang="0">
                <a:pos x="GluePoint44X" y="GluePoint44Y"/>
              </a:cxn>
              <a:cxn ang="0">
                <a:pos x="GluePoint45X" y="GluePoint45Y"/>
              </a:cxn>
              <a:cxn ang="0">
                <a:pos x="GluePoint46X" y="GluePoint46Y"/>
              </a:cxn>
              <a:cxn ang="0">
                <a:pos x="GluePoint47X" y="GluePoint47Y"/>
              </a:cxn>
              <a:cxn ang="0">
                <a:pos x="GluePoint48X" y="GluePoint48Y"/>
              </a:cxn>
              <a:cxn ang="0">
                <a:pos x="GluePoint49X" y="GluePoint49Y"/>
              </a:cxn>
              <a:cxn ang="0">
                <a:pos x="GluePoint50X" y="GluePoint50Y"/>
              </a:cxn>
              <a:cxn ang="0">
                <a:pos x="GluePoint51X" y="GluePoint51Y"/>
              </a:cxn>
              <a:cxn ang="0">
                <a:pos x="GluePoint52X" y="GluePoint52Y"/>
              </a:cxn>
              <a:cxn ang="0">
                <a:pos x="GluePoint53X" y="GluePoint53Y"/>
              </a:cxn>
              <a:cxn ang="0">
                <a:pos x="GluePoint54X" y="GluePoint54Y"/>
              </a:cxn>
              <a:cxn ang="0">
                <a:pos x="GluePoint55X" y="GluePoint55Y"/>
              </a:cxn>
              <a:cxn ang="0">
                <a:pos x="GluePoint56X" y="GluePoint56Y"/>
              </a:cxn>
              <a:cxn ang="0">
                <a:pos x="GluePoint57X" y="GluePoint57Y"/>
              </a:cxn>
              <a:cxn ang="0">
                <a:pos x="GluePoint58X" y="GluePoint58Y"/>
              </a:cxn>
              <a:cxn ang="0">
                <a:pos x="GluePoint59X" y="GluePoint59Y"/>
              </a:cxn>
              <a:cxn ang="0">
                <a:pos x="GluePoint60X" y="GluePoint60Y"/>
              </a:cxn>
              <a:cxn ang="0">
                <a:pos x="GluePoint61X" y="GluePoint61Y"/>
              </a:cxn>
              <a:cxn ang="0">
                <a:pos x="GluePoint62X" y="GluePoint62Y"/>
              </a:cxn>
              <a:cxn ang="0">
                <a:pos x="GluePoint63X" y="GluePoint63Y"/>
              </a:cxn>
              <a:cxn ang="0">
                <a:pos x="GluePoint64X" y="GluePoint64Y"/>
              </a:cxn>
              <a:cxn ang="0">
                <a:pos x="GluePoint65X" y="GluePoint65Y"/>
              </a:cxn>
              <a:cxn ang="0">
                <a:pos x="GluePoint66X" y="GluePoint66Y"/>
              </a:cxn>
              <a:cxn ang="0">
                <a:pos x="GluePoint67X" y="GluePoint67Y"/>
              </a:cxn>
              <a:cxn ang="0">
                <a:pos x="GluePoint68X" y="GluePoint68Y"/>
              </a:cxn>
              <a:cxn ang="0">
                <a:pos x="GluePoint69X" y="GluePoint69Y"/>
              </a:cxn>
              <a:cxn ang="0">
                <a:pos x="GluePoint70X" y="GluePoint70Y"/>
              </a:cxn>
              <a:cxn ang="0">
                <a:pos x="GluePoint71X" y="GluePoint71Y"/>
              </a:cxn>
              <a:cxn ang="0">
                <a:pos x="GluePoint72X" y="GluePoint72Y"/>
              </a:cxn>
              <a:cxn ang="0">
                <a:pos x="GluePoint73X" y="GluePoint73Y"/>
              </a:cxn>
              <a:cxn ang="0">
                <a:pos x="GluePoint74X" y="GluePoint74Y"/>
              </a:cxn>
              <a:cxn ang="0">
                <a:pos x="GluePoint75X" y="GluePoint75Y"/>
              </a:cxn>
              <a:cxn ang="0">
                <a:pos x="GluePoint76X" y="GluePoint76Y"/>
              </a:cxn>
              <a:cxn ang="0">
                <a:pos x="GluePoint77X" y="GluePoint77Y"/>
              </a:cxn>
              <a:cxn ang="0">
                <a:pos x="GluePoint78X" y="GluePoint78Y"/>
              </a:cxn>
              <a:cxn ang="0">
                <a:pos x="GluePoint79X" y="GluePoint79Y"/>
              </a:cxn>
              <a:cxn ang="0">
                <a:pos x="GluePoint80X" y="GluePoint80Y"/>
              </a:cxn>
              <a:cxn ang="0">
                <a:pos x="GluePoint81X" y="GluePoint81Y"/>
              </a:cxn>
              <a:cxn ang="0">
                <a:pos x="GluePoint82X" y="GluePoint82Y"/>
              </a:cxn>
              <a:cxn ang="0">
                <a:pos x="GluePoint83X" y="GluePoint83Y"/>
              </a:cxn>
              <a:cxn ang="0">
                <a:pos x="GluePoint84X" y="GluePoint84Y"/>
              </a:cxn>
              <a:cxn ang="0">
                <a:pos x="GluePoint85X" y="GluePoint85Y"/>
              </a:cxn>
              <a:cxn ang="0">
                <a:pos x="GluePoint86X" y="GluePoint86Y"/>
              </a:cxn>
              <a:cxn ang="0">
                <a:pos x="GluePoint87X" y="GluePoint87Y"/>
              </a:cxn>
              <a:cxn ang="0">
                <a:pos x="GluePoint88X" y="GluePoint88Y"/>
              </a:cxn>
              <a:cxn ang="0">
                <a:pos x="GluePoint89X" y="GluePoint89Y"/>
              </a:cxn>
              <a:cxn ang="0">
                <a:pos x="GluePoint90X" y="GluePoint90Y"/>
              </a:cxn>
              <a:cxn ang="0">
                <a:pos x="GluePoint91X" y="GluePoint91Y"/>
              </a:cxn>
              <a:cxn ang="0">
                <a:pos x="GluePoint92X" y="GluePoint92Y"/>
              </a:cxn>
              <a:cxn ang="0">
                <a:pos x="GluePoint93X" y="GluePoint93Y"/>
              </a:cxn>
              <a:cxn ang="0">
                <a:pos x="GluePoint94X" y="GluePoint94Y"/>
              </a:cxn>
              <a:cxn ang="0">
                <a:pos x="GluePoint95X" y="GluePoint95Y"/>
              </a:cxn>
              <a:cxn ang="0">
                <a:pos x="GluePoint96X" y="GluePoint96Y"/>
              </a:cxn>
              <a:cxn ang="0">
                <a:pos x="GluePoint97X" y="GluePoint97Y"/>
              </a:cxn>
              <a:cxn ang="0">
                <a:pos x="GluePoint98X" y="GluePoint98Y"/>
              </a:cxn>
              <a:cxn ang="0">
                <a:pos x="GluePoint99X" y="GluePoint99Y"/>
              </a:cxn>
              <a:cxn ang="0">
                <a:pos x="GluePoint100X" y="GluePoint100Y"/>
              </a:cxn>
              <a:cxn ang="0">
                <a:pos x="GluePoint101X" y="GluePoint101Y"/>
              </a:cxn>
              <a:cxn ang="0">
                <a:pos x="GluePoint102X" y="GluePoint102Y"/>
              </a:cxn>
            </a:cxnLst>
            <a:rect l="textAreaLeft" t="textAreaTop" r="textAreaRight" b="textAreaBottom"/>
            <a:pathLst>
              <a:path w="4271120" h="4702819">
                <a:moveTo>
                  <a:pt x="3773588" y="3280579"/>
                </a:moveTo>
                <a:cubicBezTo>
                  <a:pt x="3773588" y="3280579"/>
                  <a:pt x="3730105" y="3343276"/>
                  <a:pt x="3717970" y="3393838"/>
                </a:cubicBezTo>
                <a:cubicBezTo>
                  <a:pt x="3745273" y="3430243"/>
                  <a:pt x="3753363" y="3442378"/>
                  <a:pt x="3755385" y="3541480"/>
                </a:cubicBezTo>
                <a:cubicBezTo>
                  <a:pt x="3755385" y="3549570"/>
                  <a:pt x="3745273" y="3551593"/>
                  <a:pt x="3742240" y="3544514"/>
                </a:cubicBezTo>
                <a:cubicBezTo>
                  <a:pt x="3714936" y="3479795"/>
                  <a:pt x="3663363" y="3420131"/>
                  <a:pt x="3594598" y="3403951"/>
                </a:cubicBezTo>
                <a:cubicBezTo>
                  <a:pt x="3610778" y="3321029"/>
                  <a:pt x="3667408" y="3281590"/>
                  <a:pt x="3773588" y="3280579"/>
                </a:cubicBezTo>
                <a:close/>
                <a:moveTo>
                  <a:pt x="3937409" y="2981250"/>
                </a:moveTo>
                <a:cubicBezTo>
                  <a:pt x="3924264" y="3035858"/>
                  <a:pt x="3891904" y="3080352"/>
                  <a:pt x="3833252" y="3118780"/>
                </a:cubicBezTo>
                <a:cubicBezTo>
                  <a:pt x="3598643" y="3075297"/>
                  <a:pt x="3669430" y="3152151"/>
                  <a:pt x="3480327" y="3142039"/>
                </a:cubicBezTo>
                <a:cubicBezTo>
                  <a:pt x="3479316" y="3127881"/>
                  <a:pt x="3479316" y="3081364"/>
                  <a:pt x="3488417" y="3070240"/>
                </a:cubicBezTo>
                <a:cubicBezTo>
                  <a:pt x="3640104" y="3123836"/>
                  <a:pt x="3659318" y="3035858"/>
                  <a:pt x="3802914" y="3008554"/>
                </a:cubicBezTo>
                <a:cubicBezTo>
                  <a:pt x="3851454" y="2999453"/>
                  <a:pt x="3909095" y="2995408"/>
                  <a:pt x="3937409" y="2981250"/>
                </a:cubicBezTo>
                <a:close/>
                <a:moveTo>
                  <a:pt x="1530647" y="2816671"/>
                </a:moveTo>
                <a:cubicBezTo>
                  <a:pt x="1533681" y="2815912"/>
                  <a:pt x="1537220" y="2816924"/>
                  <a:pt x="1538737" y="2820463"/>
                </a:cubicBezTo>
                <a:cubicBezTo>
                  <a:pt x="1704581" y="3184511"/>
                  <a:pt x="1838065" y="3351366"/>
                  <a:pt x="1944246" y="3409008"/>
                </a:cubicBezTo>
                <a:cubicBezTo>
                  <a:pt x="2164698" y="3528335"/>
                  <a:pt x="3031334" y="3856989"/>
                  <a:pt x="3606733" y="3913618"/>
                </a:cubicBezTo>
                <a:cubicBezTo>
                  <a:pt x="3614823" y="3913618"/>
                  <a:pt x="3615834" y="3924742"/>
                  <a:pt x="3607744" y="3926765"/>
                </a:cubicBezTo>
                <a:cubicBezTo>
                  <a:pt x="3352910" y="3984405"/>
                  <a:pt x="2663241" y="3916653"/>
                  <a:pt x="2423576" y="3894405"/>
                </a:cubicBezTo>
                <a:cubicBezTo>
                  <a:pt x="2159641" y="3869123"/>
                  <a:pt x="2078741" y="3805416"/>
                  <a:pt x="2077731" y="3806426"/>
                </a:cubicBezTo>
                <a:cubicBezTo>
                  <a:pt x="1903797" y="3672942"/>
                  <a:pt x="1564018" y="3144061"/>
                  <a:pt x="1525591" y="2823496"/>
                </a:cubicBezTo>
                <a:cubicBezTo>
                  <a:pt x="1525085" y="2819957"/>
                  <a:pt x="1527613" y="2817429"/>
                  <a:pt x="1530647" y="2816671"/>
                </a:cubicBezTo>
                <a:close/>
                <a:moveTo>
                  <a:pt x="3996062" y="2605067"/>
                </a:moveTo>
                <a:cubicBezTo>
                  <a:pt x="4069883" y="2597989"/>
                  <a:pt x="4190221" y="2621247"/>
                  <a:pt x="4271120" y="2676866"/>
                </a:cubicBezTo>
                <a:cubicBezTo>
                  <a:pt x="4252918" y="2737541"/>
                  <a:pt x="4086063" y="2706192"/>
                  <a:pt x="4008197" y="2693046"/>
                </a:cubicBezTo>
                <a:cubicBezTo>
                  <a:pt x="3953589" y="2684955"/>
                  <a:pt x="3889881" y="2681922"/>
                  <a:pt x="3829207" y="2680911"/>
                </a:cubicBezTo>
                <a:cubicBezTo>
                  <a:pt x="3777633" y="2679899"/>
                  <a:pt x="3693700" y="2671810"/>
                  <a:pt x="3670441" y="2642484"/>
                </a:cubicBezTo>
                <a:cubicBezTo>
                  <a:pt x="3719992" y="2647540"/>
                  <a:pt x="3843364" y="2620237"/>
                  <a:pt x="3996062" y="2605067"/>
                </a:cubicBezTo>
                <a:close/>
                <a:moveTo>
                  <a:pt x="3443991" y="1373753"/>
                </a:moveTo>
                <a:cubicBezTo>
                  <a:pt x="3569601" y="1369611"/>
                  <a:pt x="3697113" y="1404594"/>
                  <a:pt x="3808982" y="1505845"/>
                </a:cubicBezTo>
                <a:cubicBezTo>
                  <a:pt x="3760442" y="1576632"/>
                  <a:pt x="3761453" y="1685847"/>
                  <a:pt x="3766510" y="1714160"/>
                </a:cubicBezTo>
                <a:cubicBezTo>
                  <a:pt x="3739205" y="1705060"/>
                  <a:pt x="3695722" y="1653485"/>
                  <a:pt x="3673475" y="1626182"/>
                </a:cubicBezTo>
                <a:cubicBezTo>
                  <a:pt x="3582463" y="1677757"/>
                  <a:pt x="3486394" y="1844611"/>
                  <a:pt x="3503586" y="1940680"/>
                </a:cubicBezTo>
                <a:cubicBezTo>
                  <a:pt x="3512687" y="2019557"/>
                  <a:pt x="3455046" y="2031692"/>
                  <a:pt x="3349877" y="1900230"/>
                </a:cubicBezTo>
                <a:cubicBezTo>
                  <a:pt x="3299315" y="1936634"/>
                  <a:pt x="3250775" y="1870904"/>
                  <a:pt x="3263920" y="1778881"/>
                </a:cubicBezTo>
                <a:cubicBezTo>
                  <a:pt x="3182010" y="1864836"/>
                  <a:pt x="2961559" y="1908320"/>
                  <a:pt x="2886727" y="1881016"/>
                </a:cubicBezTo>
                <a:cubicBezTo>
                  <a:pt x="3034368" y="1838544"/>
                  <a:pt x="3254820" y="1604947"/>
                  <a:pt x="3400439" y="1585733"/>
                </a:cubicBezTo>
                <a:cubicBezTo>
                  <a:pt x="3282123" y="1528092"/>
                  <a:pt x="3076841" y="1513935"/>
                  <a:pt x="2921109" y="1605957"/>
                </a:cubicBezTo>
                <a:cubicBezTo>
                  <a:pt x="2914030" y="1610002"/>
                  <a:pt x="2906951" y="1599890"/>
                  <a:pt x="2913019" y="1594835"/>
                </a:cubicBezTo>
                <a:cubicBezTo>
                  <a:pt x="3030576" y="1496238"/>
                  <a:pt x="3234642" y="1380656"/>
                  <a:pt x="3443991" y="1373753"/>
                </a:cubicBezTo>
                <a:close/>
                <a:moveTo>
                  <a:pt x="0" y="0"/>
                </a:moveTo>
                <a:lnTo>
                  <a:pt x="115292" y="0"/>
                </a:lnTo>
                <a:lnTo>
                  <a:pt x="274676" y="0"/>
                </a:lnTo>
                <a:lnTo>
                  <a:pt x="3942724" y="0"/>
                </a:lnTo>
                <a:lnTo>
                  <a:pt x="3939432" y="53696"/>
                </a:lnTo>
                <a:cubicBezTo>
                  <a:pt x="3926286" y="139653"/>
                  <a:pt x="3890892" y="219541"/>
                  <a:pt x="3684598" y="334822"/>
                </a:cubicBezTo>
                <a:cubicBezTo>
                  <a:pt x="3918196" y="331789"/>
                  <a:pt x="3971792" y="185158"/>
                  <a:pt x="3981904" y="155833"/>
                </a:cubicBezTo>
                <a:cubicBezTo>
                  <a:pt x="4027411" y="317632"/>
                  <a:pt x="3993028" y="404599"/>
                  <a:pt x="3993028" y="404599"/>
                </a:cubicBezTo>
                <a:cubicBezTo>
                  <a:pt x="3940444" y="578533"/>
                  <a:pt x="3623924" y="771681"/>
                  <a:pt x="3433810" y="635163"/>
                </a:cubicBezTo>
                <a:cubicBezTo>
                  <a:pt x="2893805" y="156844"/>
                  <a:pt x="3099088" y="642242"/>
                  <a:pt x="2283013" y="464262"/>
                </a:cubicBezTo>
                <a:cubicBezTo>
                  <a:pt x="2277957" y="463251"/>
                  <a:pt x="2278968" y="455161"/>
                  <a:pt x="2284025" y="455161"/>
                </a:cubicBezTo>
                <a:cubicBezTo>
                  <a:pt x="2601556" y="444037"/>
                  <a:pt x="2854367" y="256957"/>
                  <a:pt x="2959536" y="115383"/>
                </a:cubicBezTo>
                <a:cubicBezTo>
                  <a:pt x="2963581" y="109315"/>
                  <a:pt x="2955491" y="101225"/>
                  <a:pt x="2949424" y="107293"/>
                </a:cubicBezTo>
                <a:cubicBezTo>
                  <a:pt x="2789647" y="273137"/>
                  <a:pt x="2362902" y="477408"/>
                  <a:pt x="1789525" y="314598"/>
                </a:cubicBezTo>
                <a:cubicBezTo>
                  <a:pt x="1719750" y="288306"/>
                  <a:pt x="1577164" y="254935"/>
                  <a:pt x="1564018" y="251900"/>
                </a:cubicBezTo>
                <a:cubicBezTo>
                  <a:pt x="1542782" y="245833"/>
                  <a:pt x="1554917" y="262013"/>
                  <a:pt x="1554917" y="262013"/>
                </a:cubicBezTo>
                <a:cubicBezTo>
                  <a:pt x="2567173" y="576510"/>
                  <a:pt x="2389194" y="907188"/>
                  <a:pt x="2389194" y="907188"/>
                </a:cubicBezTo>
                <a:cubicBezTo>
                  <a:pt x="2370992" y="796962"/>
                  <a:pt x="2292115" y="689770"/>
                  <a:pt x="2159641" y="613927"/>
                </a:cubicBezTo>
                <a:cubicBezTo>
                  <a:pt x="2258743" y="732242"/>
                  <a:pt x="2255710" y="818197"/>
                  <a:pt x="2255710" y="818197"/>
                </a:cubicBezTo>
                <a:cubicBezTo>
                  <a:pt x="2256721" y="837412"/>
                  <a:pt x="2256721" y="904154"/>
                  <a:pt x="2248631" y="897075"/>
                </a:cubicBezTo>
                <a:cubicBezTo>
                  <a:pt x="2238518" y="886963"/>
                  <a:pt x="2210203" y="755501"/>
                  <a:pt x="2071663" y="706960"/>
                </a:cubicBezTo>
                <a:cubicBezTo>
                  <a:pt x="2049416" y="701905"/>
                  <a:pt x="2063573" y="718085"/>
                  <a:pt x="2063573" y="718085"/>
                </a:cubicBezTo>
                <a:cubicBezTo>
                  <a:pt x="2150540" y="841456"/>
                  <a:pt x="2086831" y="984043"/>
                  <a:pt x="1981662" y="1090223"/>
                </a:cubicBezTo>
                <a:cubicBezTo>
                  <a:pt x="1992786" y="1084155"/>
                  <a:pt x="2003909" y="1077077"/>
                  <a:pt x="2015034" y="1068987"/>
                </a:cubicBezTo>
                <a:cubicBezTo>
                  <a:pt x="2088854" y="1009323"/>
                  <a:pt x="2150540" y="961794"/>
                  <a:pt x="2152563" y="876851"/>
                </a:cubicBezTo>
                <a:cubicBezTo>
                  <a:pt x="2152563" y="848535"/>
                  <a:pt x="2189978" y="899097"/>
                  <a:pt x="2193013" y="935503"/>
                </a:cubicBezTo>
                <a:cubicBezTo>
                  <a:pt x="2190990" y="1046740"/>
                  <a:pt x="2126271" y="1094268"/>
                  <a:pt x="2042337" y="1153931"/>
                </a:cubicBezTo>
                <a:cubicBezTo>
                  <a:pt x="1941212" y="1225730"/>
                  <a:pt x="1609524" y="1394608"/>
                  <a:pt x="1195925" y="1315731"/>
                </a:cubicBezTo>
                <a:cubicBezTo>
                  <a:pt x="1484130" y="1399664"/>
                  <a:pt x="1645929" y="1362248"/>
                  <a:pt x="1759188" y="1329888"/>
                </a:cubicBezTo>
                <a:cubicBezTo>
                  <a:pt x="1763233" y="1328876"/>
                  <a:pt x="1766267" y="1334944"/>
                  <a:pt x="1762222" y="1336967"/>
                </a:cubicBezTo>
                <a:cubicBezTo>
                  <a:pt x="1691435" y="1385506"/>
                  <a:pt x="1611546" y="1409776"/>
                  <a:pt x="1303117" y="1458316"/>
                </a:cubicBezTo>
                <a:cubicBezTo>
                  <a:pt x="1585254" y="1480563"/>
                  <a:pt x="1740986" y="1459328"/>
                  <a:pt x="1879527" y="1385506"/>
                </a:cubicBezTo>
                <a:cubicBezTo>
                  <a:pt x="1882560" y="1383484"/>
                  <a:pt x="1885594" y="1387529"/>
                  <a:pt x="1882560" y="1389551"/>
                </a:cubicBezTo>
                <a:cubicBezTo>
                  <a:pt x="1799638" y="1452248"/>
                  <a:pt x="1517501" y="1619104"/>
                  <a:pt x="1158509" y="1608992"/>
                </a:cubicBezTo>
                <a:cubicBezTo>
                  <a:pt x="1213116" y="1658542"/>
                  <a:pt x="1464916" y="1649442"/>
                  <a:pt x="1500309" y="1648430"/>
                </a:cubicBezTo>
                <a:cubicBezTo>
                  <a:pt x="1502332" y="1648430"/>
                  <a:pt x="1503344" y="1650453"/>
                  <a:pt x="1502332" y="1651464"/>
                </a:cubicBezTo>
                <a:cubicBezTo>
                  <a:pt x="1450759" y="1717194"/>
                  <a:pt x="1323342" y="1726296"/>
                  <a:pt x="1323342" y="1726296"/>
                </a:cubicBezTo>
                <a:cubicBezTo>
                  <a:pt x="1347612" y="1731352"/>
                  <a:pt x="1368848" y="1736409"/>
                  <a:pt x="1387050" y="1741465"/>
                </a:cubicBezTo>
                <a:cubicBezTo>
                  <a:pt x="1405252" y="1745509"/>
                  <a:pt x="1424467" y="1748544"/>
                  <a:pt x="1442669" y="1750566"/>
                </a:cubicBezTo>
                <a:cubicBezTo>
                  <a:pt x="1624693" y="1761689"/>
                  <a:pt x="1816830" y="1717194"/>
                  <a:pt x="1983684" y="1635284"/>
                </a:cubicBezTo>
                <a:cubicBezTo>
                  <a:pt x="1989752" y="1632250"/>
                  <a:pt x="2041326" y="1604947"/>
                  <a:pt x="2041326" y="1604947"/>
                </a:cubicBezTo>
                <a:cubicBezTo>
                  <a:pt x="2046382" y="1641352"/>
                  <a:pt x="2021101" y="1692925"/>
                  <a:pt x="1993797" y="1723262"/>
                </a:cubicBezTo>
                <a:cubicBezTo>
                  <a:pt x="1962449" y="1757644"/>
                  <a:pt x="1921999" y="1780903"/>
                  <a:pt x="1881549" y="1801128"/>
                </a:cubicBezTo>
                <a:cubicBezTo>
                  <a:pt x="1892672" y="1818319"/>
                  <a:pt x="1875482" y="1856746"/>
                  <a:pt x="1868403" y="1865847"/>
                </a:cubicBezTo>
                <a:cubicBezTo>
                  <a:pt x="1612558" y="2185401"/>
                  <a:pt x="1001766" y="1993265"/>
                  <a:pt x="1001766" y="1993265"/>
                </a:cubicBezTo>
                <a:cubicBezTo>
                  <a:pt x="1001766" y="1993265"/>
                  <a:pt x="1000754" y="1993265"/>
                  <a:pt x="999744" y="1993265"/>
                </a:cubicBezTo>
                <a:cubicBezTo>
                  <a:pt x="1145363" y="2093377"/>
                  <a:pt x="1362780" y="2123715"/>
                  <a:pt x="1477051" y="2115625"/>
                </a:cubicBezTo>
                <a:cubicBezTo>
                  <a:pt x="1479074" y="2115625"/>
                  <a:pt x="1480085" y="2117648"/>
                  <a:pt x="1478062" y="2118658"/>
                </a:cubicBezTo>
                <a:cubicBezTo>
                  <a:pt x="1447725" y="2137873"/>
                  <a:pt x="1347612" y="2158097"/>
                  <a:pt x="1337500" y="2160120"/>
                </a:cubicBezTo>
                <a:cubicBezTo>
                  <a:pt x="1571097" y="2180345"/>
                  <a:pt x="1753121" y="2096412"/>
                  <a:pt x="1830987" y="2044838"/>
                </a:cubicBezTo>
                <a:cubicBezTo>
                  <a:pt x="1837055" y="2040793"/>
                  <a:pt x="1845144" y="2048883"/>
                  <a:pt x="1840088" y="2054950"/>
                </a:cubicBezTo>
                <a:cubicBezTo>
                  <a:pt x="1765256" y="2154052"/>
                  <a:pt x="1717728" y="2182367"/>
                  <a:pt x="1610536" y="2209670"/>
                </a:cubicBezTo>
                <a:cubicBezTo>
                  <a:pt x="1399185" y="2261244"/>
                  <a:pt x="1159521" y="2246076"/>
                  <a:pt x="970417" y="2143940"/>
                </a:cubicBezTo>
                <a:cubicBezTo>
                  <a:pt x="1170644" y="2526190"/>
                  <a:pt x="1447725" y="2465516"/>
                  <a:pt x="1531659" y="2446302"/>
                </a:cubicBezTo>
                <a:cubicBezTo>
                  <a:pt x="1427500" y="2605067"/>
                  <a:pt x="1220195" y="2650574"/>
                  <a:pt x="1040194" y="2520123"/>
                </a:cubicBezTo>
                <a:cubicBezTo>
                  <a:pt x="1030081" y="2513044"/>
                  <a:pt x="1021991" y="2504955"/>
                  <a:pt x="1012890" y="2497875"/>
                </a:cubicBezTo>
                <a:cubicBezTo>
                  <a:pt x="890529" y="2709226"/>
                  <a:pt x="464795" y="2786080"/>
                  <a:pt x="585134" y="2905408"/>
                </a:cubicBezTo>
                <a:cubicBezTo>
                  <a:pt x="1526602" y="3840809"/>
                  <a:pt x="2443801" y="4164407"/>
                  <a:pt x="2443801" y="4164407"/>
                </a:cubicBezTo>
                <a:cubicBezTo>
                  <a:pt x="2521667" y="4282217"/>
                  <a:pt x="2602820" y="4452359"/>
                  <a:pt x="2680749" y="4641304"/>
                </a:cubicBezTo>
                <a:lnTo>
                  <a:pt x="2704586" y="4702819"/>
                </a:lnTo>
                <a:lnTo>
                  <a:pt x="274676" y="4702819"/>
                </a:lnTo>
                <a:lnTo>
                  <a:pt x="115292" y="4702819"/>
                </a:lnTo>
                <a:lnTo>
                  <a:pt x="0" y="4702819"/>
                </a:lnTo>
                <a:close/>
              </a:path>
            </a:pathLst>
          </a:custGeom>
          <a:solidFill>
            <a:srgbClr val="DAE5EA"/>
          </a:solidFill>
          <a:ln w="9176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1"/>
          <p:cNvSpPr>
            <a:spLocks noGrp="1"/>
          </p:cNvSpPr>
          <p:nvPr>
            <p:ph type="title" hasCustomPrompt="1"/>
          </p:nvPr>
        </p:nvSpPr>
        <p:spPr>
          <a:xfrm>
            <a:off x="3654360" y="2268000"/>
            <a:ext cx="4399200" cy="106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 bearbeiten</a:t>
            </a:r>
            <a:endParaRPr lang="de-DE" sz="3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grpSp>
        <p:nvGrpSpPr>
          <p:cNvPr id="40" name="Grafik 6"/>
          <p:cNvGrpSpPr/>
          <p:nvPr/>
        </p:nvGrpSpPr>
        <p:grpSpPr>
          <a:xfrm>
            <a:off x="522720" y="385200"/>
            <a:ext cx="1526400" cy="581760"/>
            <a:chOff x="522720" y="385200"/>
            <a:chExt cx="1526400" cy="581760"/>
          </a:xfrm>
        </p:grpSpPr>
        <p:sp>
          <p:nvSpPr>
            <p:cNvPr id="41" name="Freihandform: Form 8"/>
            <p:cNvSpPr/>
            <p:nvPr/>
          </p:nvSpPr>
          <p:spPr>
            <a:xfrm>
              <a:off x="1888920" y="825480"/>
              <a:ext cx="160200" cy="141480"/>
            </a:xfrm>
            <a:custGeom>
              <a:avLst/>
              <a:gdLst>
                <a:gd name="textAreaLeft" fmla="*/ 0 w 160200"/>
                <a:gd name="textAreaRight" fmla="*/ 162000 w 160200"/>
                <a:gd name="textAreaTop" fmla="*/ 0 h 141480"/>
                <a:gd name="textAreaBottom" fmla="*/ 143280 h 141480"/>
                <a:gd name="GluePoint1X" fmla="*/ 0 w 270992"/>
                <a:gd name="GluePoint1Y" fmla="*/ 242086 h 239376"/>
                <a:gd name="GluePoint2X" fmla="*/ 152659 w 270992"/>
                <a:gd name="GluePoint2Y" fmla="*/ 242086 h 239376"/>
                <a:gd name="GluePoint3X" fmla="*/ 274154 w 270992"/>
                <a:gd name="GluePoint3Y" fmla="*/ 121043 h 239376"/>
                <a:gd name="GluePoint4X" fmla="*/ 152659 w 270992"/>
                <a:gd name="GluePoint4Y" fmla="*/ 0 h 239376"/>
                <a:gd name="GluePoint5X" fmla="*/ 0 w 270992"/>
                <a:gd name="GluePoint5Y" fmla="*/ 0 h 239376"/>
                <a:gd name="GluePoint6X" fmla="*/ 0 w 270992"/>
                <a:gd name="GluePoint6Y" fmla="*/ 242086 h 23937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</a:cxnLst>
              <a:rect l="textAreaLeft" t="textAreaTop" r="textAreaRight" b="textAreaBottom"/>
              <a:pathLst>
                <a:path w="270992" h="239376">
                  <a:moveTo>
                    <a:pt x="0" y="242086"/>
                  </a:moveTo>
                  <a:lnTo>
                    <a:pt x="152659" y="242086"/>
                  </a:lnTo>
                  <a:cubicBezTo>
                    <a:pt x="219955" y="242086"/>
                    <a:pt x="274154" y="187888"/>
                    <a:pt x="274154" y="121043"/>
                  </a:cubicBezTo>
                  <a:cubicBezTo>
                    <a:pt x="274154" y="54198"/>
                    <a:pt x="219955" y="0"/>
                    <a:pt x="152659" y="0"/>
                  </a:cubicBezTo>
                  <a:lnTo>
                    <a:pt x="0" y="0"/>
                  </a:lnTo>
                  <a:lnTo>
                    <a:pt x="0" y="242086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0280" tIns="45000" rIns="8028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2" name="Freihandform: Form 9"/>
            <p:cNvSpPr/>
            <p:nvPr/>
          </p:nvSpPr>
          <p:spPr>
            <a:xfrm>
              <a:off x="1432440" y="512640"/>
              <a:ext cx="392760" cy="395640"/>
            </a:xfrm>
            <a:custGeom>
              <a:avLst/>
              <a:gdLst>
                <a:gd name="textAreaLeft" fmla="*/ 0 w 392760"/>
                <a:gd name="textAreaRight" fmla="*/ 394560 w 392760"/>
                <a:gd name="textAreaTop" fmla="*/ 0 h 395640"/>
                <a:gd name="textAreaBottom" fmla="*/ 397440 h 395640"/>
                <a:gd name="GluePoint1X" fmla="*/ 662124 w 659414"/>
                <a:gd name="GluePoint1Y" fmla="*/ 0 h 663930"/>
                <a:gd name="GluePoint2X" fmla="*/ 662124 w 659414"/>
                <a:gd name="GluePoint2Y" fmla="*/ 331965 h 663930"/>
                <a:gd name="GluePoint3X" fmla="*/ 331062 w 659414"/>
                <a:gd name="GluePoint3Y" fmla="*/ 663931 h 663930"/>
                <a:gd name="GluePoint4X" fmla="*/ 0 w 659414"/>
                <a:gd name="GluePoint4Y" fmla="*/ 331965 h 663930"/>
                <a:gd name="GluePoint5X" fmla="*/ 0 w 659414"/>
                <a:gd name="GluePoint5Y" fmla="*/ 0 h 663930"/>
                <a:gd name="GluePoint6X" fmla="*/ 168015 w 659414"/>
                <a:gd name="GluePoint6Y" fmla="*/ 0 h 663930"/>
                <a:gd name="GluePoint7X" fmla="*/ 168015 w 659414"/>
                <a:gd name="GluePoint7Y" fmla="*/ 317513 h 663930"/>
                <a:gd name="GluePoint8X" fmla="*/ 331514 w 659414"/>
                <a:gd name="GluePoint8Y" fmla="*/ 490496 h 663930"/>
                <a:gd name="GluePoint9X" fmla="*/ 495012 w 659414"/>
                <a:gd name="GluePoint9Y" fmla="*/ 317513 h 663930"/>
                <a:gd name="GluePoint10X" fmla="*/ 495012 w 659414"/>
                <a:gd name="GluePoint10Y" fmla="*/ 0 h 663930"/>
                <a:gd name="GluePoint11X" fmla="*/ 662124 w 659414"/>
                <a:gd name="GluePoint11Y" fmla="*/ 0 h 66393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659414" h="663930">
                  <a:moveTo>
                    <a:pt x="662124" y="0"/>
                  </a:moveTo>
                  <a:lnTo>
                    <a:pt x="662124" y="331965"/>
                  </a:lnTo>
                  <a:cubicBezTo>
                    <a:pt x="662124" y="529790"/>
                    <a:pt x="513982" y="663931"/>
                    <a:pt x="331062" y="663931"/>
                  </a:cubicBezTo>
                  <a:cubicBezTo>
                    <a:pt x="148142" y="663931"/>
                    <a:pt x="0" y="529790"/>
                    <a:pt x="0" y="331965"/>
                  </a:cubicBezTo>
                  <a:cubicBezTo>
                    <a:pt x="0" y="303511"/>
                    <a:pt x="0" y="0"/>
                    <a:pt x="0" y="0"/>
                  </a:cubicBezTo>
                  <a:lnTo>
                    <a:pt x="168015" y="0"/>
                  </a:lnTo>
                  <a:cubicBezTo>
                    <a:pt x="168015" y="60522"/>
                    <a:pt x="168015" y="305318"/>
                    <a:pt x="168015" y="317513"/>
                  </a:cubicBezTo>
                  <a:cubicBezTo>
                    <a:pt x="168015" y="420038"/>
                    <a:pt x="241183" y="490496"/>
                    <a:pt x="331514" y="490496"/>
                  </a:cubicBezTo>
                  <a:cubicBezTo>
                    <a:pt x="421845" y="490496"/>
                    <a:pt x="495012" y="420490"/>
                    <a:pt x="495012" y="317513"/>
                  </a:cubicBezTo>
                  <a:lnTo>
                    <a:pt x="495012" y="0"/>
                  </a:lnTo>
                  <a:lnTo>
                    <a:pt x="662124" y="0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3" name="Freihandform: Form 10"/>
            <p:cNvSpPr/>
            <p:nvPr/>
          </p:nvSpPr>
          <p:spPr>
            <a:xfrm>
              <a:off x="522720" y="385200"/>
              <a:ext cx="392760" cy="511920"/>
            </a:xfrm>
            <a:custGeom>
              <a:avLst/>
              <a:gdLst>
                <a:gd name="textAreaLeft" fmla="*/ 0 w 392760"/>
                <a:gd name="textAreaRight" fmla="*/ 394560 w 392760"/>
                <a:gd name="textAreaTop" fmla="*/ 0 h 511920"/>
                <a:gd name="textAreaBottom" fmla="*/ 513720 h 511920"/>
                <a:gd name="GluePoint1X" fmla="*/ 168015 w 659414"/>
                <a:gd name="GluePoint1Y" fmla="*/ 859497 h 858142"/>
                <a:gd name="GluePoint2X" fmla="*/ 0 w 659414"/>
                <a:gd name="GluePoint2Y" fmla="*/ 859497 h 858142"/>
                <a:gd name="GluePoint3X" fmla="*/ 0 w 659414"/>
                <a:gd name="GluePoint3Y" fmla="*/ 0 h 858142"/>
                <a:gd name="GluePoint4X" fmla="*/ 168015 w 659414"/>
                <a:gd name="GluePoint4Y" fmla="*/ 0 h 858142"/>
                <a:gd name="GluePoint5X" fmla="*/ 168015 w 659414"/>
                <a:gd name="GluePoint5Y" fmla="*/ 235312 h 858142"/>
                <a:gd name="GluePoint6X" fmla="*/ 331514 w 659414"/>
                <a:gd name="GluePoint6Y" fmla="*/ 195114 h 858142"/>
                <a:gd name="GluePoint7X" fmla="*/ 662576 w 659414"/>
                <a:gd name="GluePoint7Y" fmla="*/ 527080 h 858142"/>
                <a:gd name="GluePoint8X" fmla="*/ 662576 w 659414"/>
                <a:gd name="GluePoint8Y" fmla="*/ 859045 h 858142"/>
                <a:gd name="GluePoint9X" fmla="*/ 494561 w 659414"/>
                <a:gd name="GluePoint9Y" fmla="*/ 859045 h 858142"/>
                <a:gd name="GluePoint10X" fmla="*/ 494561 w 659414"/>
                <a:gd name="GluePoint10Y" fmla="*/ 541533 h 858142"/>
                <a:gd name="GluePoint11X" fmla="*/ 331062 w 659414"/>
                <a:gd name="GluePoint11Y" fmla="*/ 368549 h 858142"/>
                <a:gd name="GluePoint12X" fmla="*/ 167563 w 659414"/>
                <a:gd name="GluePoint12Y" fmla="*/ 541533 h 858142"/>
                <a:gd name="GluePoint13X" fmla="*/ 168015 w 659414"/>
                <a:gd name="GluePoint13Y" fmla="*/ 859497 h 858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8015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8015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4" name="Freihandform: Form 11"/>
            <p:cNvSpPr/>
            <p:nvPr/>
          </p:nvSpPr>
          <p:spPr>
            <a:xfrm>
              <a:off x="979200" y="385200"/>
              <a:ext cx="392760" cy="511920"/>
            </a:xfrm>
            <a:custGeom>
              <a:avLst/>
              <a:gdLst>
                <a:gd name="textAreaLeft" fmla="*/ 0 w 392760"/>
                <a:gd name="textAreaRight" fmla="*/ 394560 w 392760"/>
                <a:gd name="textAreaTop" fmla="*/ 0 h 511920"/>
                <a:gd name="textAreaBottom" fmla="*/ 513720 h 511920"/>
                <a:gd name="GluePoint1X" fmla="*/ 167563 w 659414"/>
                <a:gd name="GluePoint1Y" fmla="*/ 859497 h 858142"/>
                <a:gd name="GluePoint2X" fmla="*/ 0 w 659414"/>
                <a:gd name="GluePoint2Y" fmla="*/ 859497 h 858142"/>
                <a:gd name="GluePoint3X" fmla="*/ 0 w 659414"/>
                <a:gd name="GluePoint3Y" fmla="*/ 0 h 858142"/>
                <a:gd name="GluePoint4X" fmla="*/ 168015 w 659414"/>
                <a:gd name="GluePoint4Y" fmla="*/ 0 h 858142"/>
                <a:gd name="GluePoint5X" fmla="*/ 168015 w 659414"/>
                <a:gd name="GluePoint5Y" fmla="*/ 235312 h 858142"/>
                <a:gd name="GluePoint6X" fmla="*/ 331514 w 659414"/>
                <a:gd name="GluePoint6Y" fmla="*/ 195114 h 858142"/>
                <a:gd name="GluePoint7X" fmla="*/ 662576 w 659414"/>
                <a:gd name="GluePoint7Y" fmla="*/ 527080 h 858142"/>
                <a:gd name="GluePoint8X" fmla="*/ 662576 w 659414"/>
                <a:gd name="GluePoint8Y" fmla="*/ 859045 h 858142"/>
                <a:gd name="GluePoint9X" fmla="*/ 494561 w 659414"/>
                <a:gd name="GluePoint9Y" fmla="*/ 859045 h 858142"/>
                <a:gd name="GluePoint10X" fmla="*/ 494561 w 659414"/>
                <a:gd name="GluePoint10Y" fmla="*/ 541533 h 858142"/>
                <a:gd name="GluePoint11X" fmla="*/ 331062 w 659414"/>
                <a:gd name="GluePoint11Y" fmla="*/ 368549 h 858142"/>
                <a:gd name="GluePoint12X" fmla="*/ 167563 w 659414"/>
                <a:gd name="GluePoint12Y" fmla="*/ 541533 h 858142"/>
                <a:gd name="GluePoint13X" fmla="*/ 167563 w 659414"/>
                <a:gd name="GluePoint13Y" fmla="*/ 859497 h 858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7563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7563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5" name="PlaceHolder 2"/>
          <p:cNvSpPr>
            <a:spLocks noGrp="1"/>
          </p:cNvSpPr>
          <p:nvPr>
            <p:ph type="dt" idx="1"/>
          </p:nvPr>
        </p:nvSpPr>
        <p:spPr>
          <a:xfrm>
            <a:off x="526680" y="4460400"/>
            <a:ext cx="2055600" cy="2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57200" y="1204920"/>
            <a:ext cx="8227800" cy="2984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7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Zweite Gliederungsebene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Dritte Gliederungsebene</a:t>
            </a:r>
            <a:endParaRPr lang="de-DE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Vierte Gliederungsebene</a:t>
            </a:r>
            <a:endParaRPr lang="de-DE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Fünfte Gliederungsebene</a:t>
            </a:r>
            <a:endParaRPr lang="de-DE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Sechste Gliederungsebene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Siebte Gliederungsebene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elfoli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uppieren 6"/>
          <p:cNvGrpSpPr/>
          <p:nvPr/>
        </p:nvGrpSpPr>
        <p:grpSpPr>
          <a:xfrm>
            <a:off x="-5040" y="4950720"/>
            <a:ext cx="9147240" cy="196200"/>
            <a:chOff x="-5040" y="4950720"/>
            <a:chExt cx="9147240" cy="196200"/>
          </a:xfrm>
        </p:grpSpPr>
        <p:sp>
          <p:nvSpPr>
            <p:cNvPr id="48" name="bk object 18"/>
            <p:cNvSpPr/>
            <p:nvPr/>
          </p:nvSpPr>
          <p:spPr>
            <a:xfrm>
              <a:off x="-5040" y="4950720"/>
              <a:ext cx="483120" cy="196200"/>
            </a:xfrm>
            <a:custGeom>
              <a:avLst/>
              <a:gdLst>
                <a:gd name="textAreaLeft" fmla="*/ 0 w 483120"/>
                <a:gd name="textAreaRight" fmla="*/ 484920 w 48312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9" name="bk object 18"/>
            <p:cNvSpPr/>
            <p:nvPr/>
          </p:nvSpPr>
          <p:spPr>
            <a:xfrm>
              <a:off x="522360" y="4950720"/>
              <a:ext cx="8619840" cy="196200"/>
            </a:xfrm>
            <a:custGeom>
              <a:avLst/>
              <a:gdLst>
                <a:gd name="textAreaLeft" fmla="*/ 0 w 8619840"/>
                <a:gd name="textAreaRight" fmla="*/ 8621640 w 861984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0" name="Holder 3"/>
            <p:cNvSpPr/>
            <p:nvPr/>
          </p:nvSpPr>
          <p:spPr>
            <a:xfrm>
              <a:off x="8194680" y="4966200"/>
              <a:ext cx="447840" cy="165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51" name="Gerader Verbinder 11"/>
          <p:cNvCxnSpPr/>
          <p:nvPr/>
        </p:nvCxnSpPr>
        <p:spPr>
          <a:xfrm>
            <a:off x="521280" y="974520"/>
            <a:ext cx="6833880" cy="180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52" name="Grafik 9"/>
          <p:cNvGrpSpPr/>
          <p:nvPr/>
        </p:nvGrpSpPr>
        <p:grpSpPr>
          <a:xfrm>
            <a:off x="7741440" y="394200"/>
            <a:ext cx="1048320" cy="619200"/>
            <a:chOff x="7741440" y="394200"/>
            <a:chExt cx="1048320" cy="619200"/>
          </a:xfrm>
        </p:grpSpPr>
        <p:grpSp>
          <p:nvGrpSpPr>
            <p:cNvPr id="53" name="Grafik 9"/>
            <p:cNvGrpSpPr/>
            <p:nvPr/>
          </p:nvGrpSpPr>
          <p:grpSpPr>
            <a:xfrm>
              <a:off x="7741440" y="394200"/>
              <a:ext cx="883080" cy="430560"/>
              <a:chOff x="7741440" y="394200"/>
              <a:chExt cx="883080" cy="430560"/>
            </a:xfrm>
          </p:grpSpPr>
          <p:sp>
            <p:nvSpPr>
              <p:cNvPr id="54" name="Freihandform: Form 20"/>
              <p:cNvSpPr/>
              <p:nvPr/>
            </p:nvSpPr>
            <p:spPr>
              <a:xfrm>
                <a:off x="8358120" y="480600"/>
                <a:ext cx="266400" cy="26676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266760"/>
                  <a:gd name="textAreaBottom" fmla="*/ 268560 h 26676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" name="Freihandform: Form 21"/>
              <p:cNvSpPr/>
              <p:nvPr/>
            </p:nvSpPr>
            <p:spPr>
              <a:xfrm>
                <a:off x="774144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6" name="Freihandform: Form 22"/>
              <p:cNvSpPr/>
              <p:nvPr/>
            </p:nvSpPr>
            <p:spPr>
              <a:xfrm>
                <a:off x="805068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" name="Freihandform: Form 23"/>
              <p:cNvSpPr/>
              <p:nvPr/>
            </p:nvSpPr>
            <p:spPr>
              <a:xfrm>
                <a:off x="784800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" name="Freihandform: Form 24"/>
              <p:cNvSpPr/>
              <p:nvPr/>
            </p:nvSpPr>
            <p:spPr>
              <a:xfrm>
                <a:off x="795816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" name="Freihandform: Form 25"/>
              <p:cNvSpPr/>
              <p:nvPr/>
            </p:nvSpPr>
            <p:spPr>
              <a:xfrm>
                <a:off x="821232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0" name="Freihandform: Form 26"/>
            <p:cNvSpPr/>
            <p:nvPr/>
          </p:nvSpPr>
          <p:spPr>
            <a:xfrm>
              <a:off x="774144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1" name="Freihandform: Form 27"/>
            <p:cNvSpPr/>
            <p:nvPr/>
          </p:nvSpPr>
          <p:spPr>
            <a:xfrm>
              <a:off x="779976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2" name="Freihandform: Form 28"/>
            <p:cNvSpPr/>
            <p:nvPr/>
          </p:nvSpPr>
          <p:spPr>
            <a:xfrm>
              <a:off x="784908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3" name="Grafik 9"/>
            <p:cNvGrpSpPr/>
            <p:nvPr/>
          </p:nvGrpSpPr>
          <p:grpSpPr>
            <a:xfrm>
              <a:off x="7872120" y="834120"/>
              <a:ext cx="73440" cy="39960"/>
              <a:chOff x="7872120" y="834120"/>
              <a:chExt cx="73440" cy="39960"/>
            </a:xfrm>
          </p:grpSpPr>
          <p:sp>
            <p:nvSpPr>
              <p:cNvPr id="64" name="Freihandform: Form 30"/>
              <p:cNvSpPr/>
              <p:nvPr/>
            </p:nvSpPr>
            <p:spPr>
              <a:xfrm>
                <a:off x="787212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" name="Freihandform: Form 31"/>
              <p:cNvSpPr/>
              <p:nvPr/>
            </p:nvSpPr>
            <p:spPr>
              <a:xfrm>
                <a:off x="7922160" y="834120"/>
                <a:ext cx="23400" cy="39960"/>
              </a:xfrm>
              <a:custGeom>
                <a:avLst/>
                <a:gdLst>
                  <a:gd name="textAreaLeft" fmla="*/ 0 w 23400"/>
                  <a:gd name="textAreaRight" fmla="*/ 25200 w 23400"/>
                  <a:gd name="textAreaTop" fmla="*/ 0 h 39960"/>
                  <a:gd name="textAreaBottom" fmla="*/ 41760 h 3996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6" name="Freihandform: Form 32"/>
            <p:cNvSpPr/>
            <p:nvPr/>
          </p:nvSpPr>
          <p:spPr>
            <a:xfrm>
              <a:off x="795924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7" name="Grafik 9"/>
            <p:cNvGrpSpPr/>
            <p:nvPr/>
          </p:nvGrpSpPr>
          <p:grpSpPr>
            <a:xfrm>
              <a:off x="7979760" y="812160"/>
              <a:ext cx="77400" cy="63720"/>
              <a:chOff x="7979760" y="812160"/>
              <a:chExt cx="77400" cy="63720"/>
            </a:xfrm>
          </p:grpSpPr>
          <p:sp>
            <p:nvSpPr>
              <p:cNvPr id="68" name="Freihandform: Form 34"/>
              <p:cNvSpPr/>
              <p:nvPr/>
            </p:nvSpPr>
            <p:spPr>
              <a:xfrm>
                <a:off x="7979760" y="834120"/>
                <a:ext cx="32760" cy="417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41760"/>
                  <a:gd name="textAreaBottom" fmla="*/ 43560 h 4176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" name="Freihandform: Form 35"/>
              <p:cNvSpPr/>
              <p:nvPr/>
            </p:nvSpPr>
            <p:spPr>
              <a:xfrm>
                <a:off x="8024400" y="812160"/>
                <a:ext cx="32760" cy="615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61560"/>
                  <a:gd name="textAreaBottom" fmla="*/ 63360 h 6156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0" name="Freihandform: Form 36"/>
            <p:cNvSpPr/>
            <p:nvPr/>
          </p:nvSpPr>
          <p:spPr>
            <a:xfrm>
              <a:off x="810648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1" name="Freihandform: Form 37"/>
            <p:cNvSpPr/>
            <p:nvPr/>
          </p:nvSpPr>
          <p:spPr>
            <a:xfrm>
              <a:off x="816480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" name="Freihandform: Form 38"/>
            <p:cNvSpPr/>
            <p:nvPr/>
          </p:nvSpPr>
          <p:spPr>
            <a:xfrm>
              <a:off x="821340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3" name="Grafik 9"/>
            <p:cNvGrpSpPr/>
            <p:nvPr/>
          </p:nvGrpSpPr>
          <p:grpSpPr>
            <a:xfrm>
              <a:off x="7741440" y="834120"/>
              <a:ext cx="1048320" cy="179280"/>
              <a:chOff x="7741440" y="834120"/>
              <a:chExt cx="1048320" cy="179280"/>
            </a:xfrm>
          </p:grpSpPr>
          <p:sp>
            <p:nvSpPr>
              <p:cNvPr id="74" name="Freihandform: Form 40"/>
              <p:cNvSpPr/>
              <p:nvPr/>
            </p:nvSpPr>
            <p:spPr>
              <a:xfrm>
                <a:off x="823644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5" name="Freihandform: Form 41"/>
              <p:cNvSpPr/>
              <p:nvPr/>
            </p:nvSpPr>
            <p:spPr>
              <a:xfrm>
                <a:off x="8284680" y="834120"/>
                <a:ext cx="34560" cy="41760"/>
              </a:xfrm>
              <a:custGeom>
                <a:avLst/>
                <a:gdLst>
                  <a:gd name="textAreaLeft" fmla="*/ 0 w 34560"/>
                  <a:gd name="textAreaRight" fmla="*/ 36360 w 34560"/>
                  <a:gd name="textAreaTop" fmla="*/ 0 h 41760"/>
                  <a:gd name="textAreaBottom" fmla="*/ 43560 h 4176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" name="Freihandform: Form 42"/>
              <p:cNvSpPr/>
              <p:nvPr/>
            </p:nvSpPr>
            <p:spPr>
              <a:xfrm>
                <a:off x="7741440" y="914040"/>
                <a:ext cx="882720" cy="61560"/>
              </a:xfrm>
              <a:custGeom>
                <a:avLst/>
                <a:gdLst>
                  <a:gd name="textAreaLeft" fmla="*/ 0 w 882720"/>
                  <a:gd name="textAreaRight" fmla="*/ 884520 w 882720"/>
                  <a:gd name="textAreaTop" fmla="*/ 0 h 61560"/>
                  <a:gd name="textAreaBottom" fmla="*/ 63360 h 6156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" name="Freihandform: Form 43"/>
              <p:cNvSpPr/>
              <p:nvPr/>
            </p:nvSpPr>
            <p:spPr>
              <a:xfrm>
                <a:off x="8677440" y="915480"/>
                <a:ext cx="112320" cy="97920"/>
              </a:xfrm>
              <a:custGeom>
                <a:avLst/>
                <a:gdLst>
                  <a:gd name="textAreaLeft" fmla="*/ 0 w 112320"/>
                  <a:gd name="textAreaRight" fmla="*/ 114120 w 112320"/>
                  <a:gd name="textAreaTop" fmla="*/ 0 h 97920"/>
                  <a:gd name="textAreaBottom" fmla="*/ 99720 h 9792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78" name="Freihandform: Form 44" hidden="1"/>
          <p:cNvSpPr/>
          <p:nvPr/>
        </p:nvSpPr>
        <p:spPr>
          <a:xfrm>
            <a:off x="-5040" y="407880"/>
            <a:ext cx="335520" cy="293040"/>
          </a:xfrm>
          <a:custGeom>
            <a:avLst/>
            <a:gdLst>
              <a:gd name="textAreaLeft" fmla="*/ 0 w 335520"/>
              <a:gd name="textAreaRight" fmla="*/ 337320 w 335520"/>
              <a:gd name="textAreaTop" fmla="*/ 0 h 293040"/>
              <a:gd name="textAreaBottom" fmla="*/ 294840 h 29304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79" name="Gruppieren 26"/>
          <p:cNvGrpSpPr/>
          <p:nvPr/>
        </p:nvGrpSpPr>
        <p:grpSpPr>
          <a:xfrm>
            <a:off x="-5040" y="4950720"/>
            <a:ext cx="9147240" cy="196200"/>
            <a:chOff x="-5040" y="4950720"/>
            <a:chExt cx="9147240" cy="196200"/>
          </a:xfrm>
        </p:grpSpPr>
        <p:sp>
          <p:nvSpPr>
            <p:cNvPr id="80" name="bk object 18"/>
            <p:cNvSpPr/>
            <p:nvPr/>
          </p:nvSpPr>
          <p:spPr>
            <a:xfrm>
              <a:off x="-5040" y="4950720"/>
              <a:ext cx="483120" cy="196200"/>
            </a:xfrm>
            <a:custGeom>
              <a:avLst/>
              <a:gdLst>
                <a:gd name="textAreaLeft" fmla="*/ 0 w 483120"/>
                <a:gd name="textAreaRight" fmla="*/ 484920 w 48312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1" name="bk object 18"/>
            <p:cNvSpPr/>
            <p:nvPr/>
          </p:nvSpPr>
          <p:spPr>
            <a:xfrm>
              <a:off x="522360" y="4950720"/>
              <a:ext cx="8619840" cy="196200"/>
            </a:xfrm>
            <a:custGeom>
              <a:avLst/>
              <a:gdLst>
                <a:gd name="textAreaLeft" fmla="*/ 0 w 8619840"/>
                <a:gd name="textAreaRight" fmla="*/ 8621640 w 861984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2" name="Holder 3"/>
            <p:cNvSpPr/>
            <p:nvPr/>
          </p:nvSpPr>
          <p:spPr>
            <a:xfrm>
              <a:off x="8194680" y="4966200"/>
              <a:ext cx="447840" cy="165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3" name="Freihandform: Form 25"/>
          <p:cNvSpPr/>
          <p:nvPr/>
        </p:nvSpPr>
        <p:spPr>
          <a:xfrm>
            <a:off x="0" y="1422360"/>
            <a:ext cx="3166200" cy="3490560"/>
          </a:xfrm>
          <a:custGeom>
            <a:avLst/>
            <a:gdLst>
              <a:gd name="textAreaLeft" fmla="*/ 0 w 3166200"/>
              <a:gd name="textAreaRight" fmla="*/ 3168000 w 3166200"/>
              <a:gd name="textAreaTop" fmla="*/ 0 h 3490560"/>
              <a:gd name="textAreaBottom" fmla="*/ 3492360 h 3490560"/>
              <a:gd name="GluePoint1X" fmla="*/ 3773588 w 4271120"/>
              <a:gd name="GluePoint1Y" fmla="*/ 3280579 h 4702819"/>
              <a:gd name="GluePoint2X" fmla="*/ 3717970 w 4271120"/>
              <a:gd name="GluePoint2Y" fmla="*/ 3393838 h 4702819"/>
              <a:gd name="GluePoint3X" fmla="*/ 3755385 w 4271120"/>
              <a:gd name="GluePoint3Y" fmla="*/ 3541480 h 4702819"/>
              <a:gd name="GluePoint4X" fmla="*/ 3742240 w 4271120"/>
              <a:gd name="GluePoint4Y" fmla="*/ 3544514 h 4702819"/>
              <a:gd name="GluePoint5X" fmla="*/ 3594598 w 4271120"/>
              <a:gd name="GluePoint5Y" fmla="*/ 3403951 h 4702819"/>
              <a:gd name="GluePoint6X" fmla="*/ 3773588 w 4271120"/>
              <a:gd name="GluePoint6Y" fmla="*/ 3280579 h 4702819"/>
              <a:gd name="GluePoint7X" fmla="*/ 3937409 w 4271120"/>
              <a:gd name="GluePoint7Y" fmla="*/ 2981250 h 4702819"/>
              <a:gd name="GluePoint8X" fmla="*/ 3833252 w 4271120"/>
              <a:gd name="GluePoint8Y" fmla="*/ 3118780 h 4702819"/>
              <a:gd name="GluePoint9X" fmla="*/ 3480327 w 4271120"/>
              <a:gd name="GluePoint9Y" fmla="*/ 3142039 h 4702819"/>
              <a:gd name="GluePoint10X" fmla="*/ 3488417 w 4271120"/>
              <a:gd name="GluePoint10Y" fmla="*/ 3070240 h 4702819"/>
              <a:gd name="GluePoint11X" fmla="*/ 3802914 w 4271120"/>
              <a:gd name="GluePoint11Y" fmla="*/ 3008554 h 4702819"/>
              <a:gd name="GluePoint12X" fmla="*/ 3937409 w 4271120"/>
              <a:gd name="GluePoint12Y" fmla="*/ 2981250 h 4702819"/>
              <a:gd name="GluePoint13X" fmla="*/ 1530647 w 4271120"/>
              <a:gd name="GluePoint13Y" fmla="*/ 2816671 h 4702819"/>
              <a:gd name="GluePoint14X" fmla="*/ 1538737 w 4271120"/>
              <a:gd name="GluePoint14Y" fmla="*/ 2820463 h 4702819"/>
              <a:gd name="GluePoint15X" fmla="*/ 1944246 w 4271120"/>
              <a:gd name="GluePoint15Y" fmla="*/ 3409008 h 4702819"/>
              <a:gd name="GluePoint16X" fmla="*/ 3606733 w 4271120"/>
              <a:gd name="GluePoint16Y" fmla="*/ 3913618 h 4702819"/>
              <a:gd name="GluePoint17X" fmla="*/ 3607744 w 4271120"/>
              <a:gd name="GluePoint17Y" fmla="*/ 3926765 h 4702819"/>
              <a:gd name="GluePoint18X" fmla="*/ 2423576 w 4271120"/>
              <a:gd name="GluePoint18Y" fmla="*/ 3894405 h 4702819"/>
              <a:gd name="GluePoint19X" fmla="*/ 2077731 w 4271120"/>
              <a:gd name="GluePoint19Y" fmla="*/ 3806426 h 4702819"/>
              <a:gd name="GluePoint20X" fmla="*/ 1525591 w 4271120"/>
              <a:gd name="GluePoint20Y" fmla="*/ 2823496 h 4702819"/>
              <a:gd name="GluePoint21X" fmla="*/ 1530647 w 4271120"/>
              <a:gd name="GluePoint21Y" fmla="*/ 2816671 h 4702819"/>
              <a:gd name="GluePoint22X" fmla="*/ 3996062 w 4271120"/>
              <a:gd name="GluePoint22Y" fmla="*/ 2605067 h 4702819"/>
              <a:gd name="GluePoint23X" fmla="*/ 4271120 w 4271120"/>
              <a:gd name="GluePoint23Y" fmla="*/ 2676866 h 4702819"/>
              <a:gd name="GluePoint24X" fmla="*/ 4008197 w 4271120"/>
              <a:gd name="GluePoint24Y" fmla="*/ 2693046 h 4702819"/>
              <a:gd name="GluePoint25X" fmla="*/ 3829207 w 4271120"/>
              <a:gd name="GluePoint25Y" fmla="*/ 2680911 h 4702819"/>
              <a:gd name="GluePoint26X" fmla="*/ 3670441 w 4271120"/>
              <a:gd name="GluePoint26Y" fmla="*/ 2642484 h 4702819"/>
              <a:gd name="GluePoint27X" fmla="*/ 3996062 w 4271120"/>
              <a:gd name="GluePoint27Y" fmla="*/ 2605067 h 4702819"/>
              <a:gd name="GluePoint28X" fmla="*/ 3443991 w 4271120"/>
              <a:gd name="GluePoint28Y" fmla="*/ 1373753 h 4702819"/>
              <a:gd name="GluePoint29X" fmla="*/ 3808982 w 4271120"/>
              <a:gd name="GluePoint29Y" fmla="*/ 1505845 h 4702819"/>
              <a:gd name="GluePoint30X" fmla="*/ 3766510 w 4271120"/>
              <a:gd name="GluePoint30Y" fmla="*/ 1714160 h 4702819"/>
              <a:gd name="GluePoint31X" fmla="*/ 3673475 w 4271120"/>
              <a:gd name="GluePoint31Y" fmla="*/ 1626182 h 4702819"/>
              <a:gd name="GluePoint32X" fmla="*/ 3503586 w 4271120"/>
              <a:gd name="GluePoint32Y" fmla="*/ 1940680 h 4702819"/>
              <a:gd name="GluePoint33X" fmla="*/ 3349877 w 4271120"/>
              <a:gd name="GluePoint33Y" fmla="*/ 1900230 h 4702819"/>
              <a:gd name="GluePoint34X" fmla="*/ 3263920 w 4271120"/>
              <a:gd name="GluePoint34Y" fmla="*/ 1778881 h 4702819"/>
              <a:gd name="GluePoint35X" fmla="*/ 2886727 w 4271120"/>
              <a:gd name="GluePoint35Y" fmla="*/ 1881016 h 4702819"/>
              <a:gd name="GluePoint36X" fmla="*/ 3400439 w 4271120"/>
              <a:gd name="GluePoint36Y" fmla="*/ 1585733 h 4702819"/>
              <a:gd name="GluePoint37X" fmla="*/ 2921109 w 4271120"/>
              <a:gd name="GluePoint37Y" fmla="*/ 1605957 h 4702819"/>
              <a:gd name="GluePoint38X" fmla="*/ 2913019 w 4271120"/>
              <a:gd name="GluePoint38Y" fmla="*/ 1594835 h 4702819"/>
              <a:gd name="GluePoint39X" fmla="*/ 3443991 w 4271120"/>
              <a:gd name="GluePoint39Y" fmla="*/ 1373753 h 4702819"/>
              <a:gd name="GluePoint40X" fmla="*/ 0 w 4271120"/>
              <a:gd name="GluePoint40Y" fmla="*/ 0 h 4702819"/>
              <a:gd name="GluePoint41X" fmla="*/ 115292 w 4271120"/>
              <a:gd name="GluePoint41Y" fmla="*/ 0 h 4702819"/>
              <a:gd name="GluePoint42X" fmla="*/ 274676 w 4271120"/>
              <a:gd name="GluePoint42Y" fmla="*/ 0 h 4702819"/>
              <a:gd name="GluePoint43X" fmla="*/ 3942724 w 4271120"/>
              <a:gd name="GluePoint43Y" fmla="*/ 0 h 4702819"/>
              <a:gd name="GluePoint44X" fmla="*/ 3939432 w 4271120"/>
              <a:gd name="GluePoint44Y" fmla="*/ 53696 h 4702819"/>
              <a:gd name="GluePoint45X" fmla="*/ 3684598 w 4271120"/>
              <a:gd name="GluePoint45Y" fmla="*/ 334822 h 4702819"/>
              <a:gd name="GluePoint46X" fmla="*/ 3981904 w 4271120"/>
              <a:gd name="GluePoint46Y" fmla="*/ 155833 h 4702819"/>
              <a:gd name="GluePoint47X" fmla="*/ 3993028 w 4271120"/>
              <a:gd name="GluePoint47Y" fmla="*/ 404599 h 4702819"/>
              <a:gd name="GluePoint48X" fmla="*/ 3433810 w 4271120"/>
              <a:gd name="GluePoint48Y" fmla="*/ 635163 h 4702819"/>
              <a:gd name="GluePoint49X" fmla="*/ 2283013 w 4271120"/>
              <a:gd name="GluePoint49Y" fmla="*/ 464262 h 4702819"/>
              <a:gd name="GluePoint50X" fmla="*/ 2284025 w 4271120"/>
              <a:gd name="GluePoint50Y" fmla="*/ 455161 h 4702819"/>
              <a:gd name="GluePoint51X" fmla="*/ 2959536 w 4271120"/>
              <a:gd name="GluePoint51Y" fmla="*/ 115383 h 4702819"/>
              <a:gd name="GluePoint52X" fmla="*/ 2949424 w 4271120"/>
              <a:gd name="GluePoint52Y" fmla="*/ 107293 h 4702819"/>
              <a:gd name="GluePoint53X" fmla="*/ 1789525 w 4271120"/>
              <a:gd name="GluePoint53Y" fmla="*/ 314598 h 4702819"/>
              <a:gd name="GluePoint54X" fmla="*/ 1564018 w 4271120"/>
              <a:gd name="GluePoint54Y" fmla="*/ 251900 h 4702819"/>
              <a:gd name="GluePoint55X" fmla="*/ 1554917 w 4271120"/>
              <a:gd name="GluePoint55Y" fmla="*/ 262013 h 4702819"/>
              <a:gd name="GluePoint56X" fmla="*/ 2389194 w 4271120"/>
              <a:gd name="GluePoint56Y" fmla="*/ 907188 h 4702819"/>
              <a:gd name="GluePoint57X" fmla="*/ 2159641 w 4271120"/>
              <a:gd name="GluePoint57Y" fmla="*/ 613927 h 4702819"/>
              <a:gd name="GluePoint58X" fmla="*/ 2255710 w 4271120"/>
              <a:gd name="GluePoint58Y" fmla="*/ 818197 h 4702819"/>
              <a:gd name="GluePoint59X" fmla="*/ 2248631 w 4271120"/>
              <a:gd name="GluePoint59Y" fmla="*/ 897075 h 4702819"/>
              <a:gd name="GluePoint60X" fmla="*/ 2071663 w 4271120"/>
              <a:gd name="GluePoint60Y" fmla="*/ 706960 h 4702819"/>
              <a:gd name="GluePoint61X" fmla="*/ 2063573 w 4271120"/>
              <a:gd name="GluePoint61Y" fmla="*/ 718085 h 4702819"/>
              <a:gd name="GluePoint62X" fmla="*/ 1981662 w 4271120"/>
              <a:gd name="GluePoint62Y" fmla="*/ 1090223 h 4702819"/>
              <a:gd name="GluePoint63X" fmla="*/ 2015034 w 4271120"/>
              <a:gd name="GluePoint63Y" fmla="*/ 1068987 h 4702819"/>
              <a:gd name="GluePoint64X" fmla="*/ 2152563 w 4271120"/>
              <a:gd name="GluePoint64Y" fmla="*/ 876851 h 4702819"/>
              <a:gd name="GluePoint65X" fmla="*/ 2193013 w 4271120"/>
              <a:gd name="GluePoint65Y" fmla="*/ 935503 h 4702819"/>
              <a:gd name="GluePoint66X" fmla="*/ 2042337 w 4271120"/>
              <a:gd name="GluePoint66Y" fmla="*/ 1153931 h 4702819"/>
              <a:gd name="GluePoint67X" fmla="*/ 1195925 w 4271120"/>
              <a:gd name="GluePoint67Y" fmla="*/ 1315731 h 4702819"/>
              <a:gd name="GluePoint68X" fmla="*/ 1759188 w 4271120"/>
              <a:gd name="GluePoint68Y" fmla="*/ 1329888 h 4702819"/>
              <a:gd name="GluePoint69X" fmla="*/ 1762222 w 4271120"/>
              <a:gd name="GluePoint69Y" fmla="*/ 1336967 h 4702819"/>
              <a:gd name="GluePoint70X" fmla="*/ 1303117 w 4271120"/>
              <a:gd name="GluePoint70Y" fmla="*/ 1458316 h 4702819"/>
              <a:gd name="GluePoint71X" fmla="*/ 1879527 w 4271120"/>
              <a:gd name="GluePoint71Y" fmla="*/ 1385506 h 4702819"/>
              <a:gd name="GluePoint72X" fmla="*/ 1882560 w 4271120"/>
              <a:gd name="GluePoint72Y" fmla="*/ 1389551 h 4702819"/>
              <a:gd name="GluePoint73X" fmla="*/ 1158509 w 4271120"/>
              <a:gd name="GluePoint73Y" fmla="*/ 1608992 h 4702819"/>
              <a:gd name="GluePoint74X" fmla="*/ 1500309 w 4271120"/>
              <a:gd name="GluePoint74Y" fmla="*/ 1648430 h 4702819"/>
              <a:gd name="GluePoint75X" fmla="*/ 1502332 w 4271120"/>
              <a:gd name="GluePoint75Y" fmla="*/ 1651464 h 4702819"/>
              <a:gd name="GluePoint76X" fmla="*/ 1323342 w 4271120"/>
              <a:gd name="GluePoint76Y" fmla="*/ 1726296 h 4702819"/>
              <a:gd name="GluePoint77X" fmla="*/ 1387050 w 4271120"/>
              <a:gd name="GluePoint77Y" fmla="*/ 1741465 h 4702819"/>
              <a:gd name="GluePoint78X" fmla="*/ 1442669 w 4271120"/>
              <a:gd name="GluePoint78Y" fmla="*/ 1750566 h 4702819"/>
              <a:gd name="GluePoint79X" fmla="*/ 1983684 w 4271120"/>
              <a:gd name="GluePoint79Y" fmla="*/ 1635284 h 4702819"/>
              <a:gd name="GluePoint80X" fmla="*/ 2041326 w 4271120"/>
              <a:gd name="GluePoint80Y" fmla="*/ 1604947 h 4702819"/>
              <a:gd name="GluePoint81X" fmla="*/ 1993797 w 4271120"/>
              <a:gd name="GluePoint81Y" fmla="*/ 1723262 h 4702819"/>
              <a:gd name="GluePoint82X" fmla="*/ 1881549 w 4271120"/>
              <a:gd name="GluePoint82Y" fmla="*/ 1801128 h 4702819"/>
              <a:gd name="GluePoint83X" fmla="*/ 1868403 w 4271120"/>
              <a:gd name="GluePoint83Y" fmla="*/ 1865847 h 4702819"/>
              <a:gd name="GluePoint84X" fmla="*/ 1001766 w 4271120"/>
              <a:gd name="GluePoint84Y" fmla="*/ 1993265 h 4702819"/>
              <a:gd name="GluePoint85X" fmla="*/ 999744 w 4271120"/>
              <a:gd name="GluePoint85Y" fmla="*/ 1993265 h 4702819"/>
              <a:gd name="GluePoint86X" fmla="*/ 1477051 w 4271120"/>
              <a:gd name="GluePoint86Y" fmla="*/ 2115625 h 4702819"/>
              <a:gd name="GluePoint87X" fmla="*/ 1478062 w 4271120"/>
              <a:gd name="GluePoint87Y" fmla="*/ 2118658 h 4702819"/>
              <a:gd name="GluePoint88X" fmla="*/ 1337500 w 4271120"/>
              <a:gd name="GluePoint88Y" fmla="*/ 2160120 h 4702819"/>
              <a:gd name="GluePoint89X" fmla="*/ 1830987 w 4271120"/>
              <a:gd name="GluePoint89Y" fmla="*/ 2044838 h 4702819"/>
              <a:gd name="GluePoint90X" fmla="*/ 1840088 w 4271120"/>
              <a:gd name="GluePoint90Y" fmla="*/ 2054950 h 4702819"/>
              <a:gd name="GluePoint91X" fmla="*/ 1610536 w 4271120"/>
              <a:gd name="GluePoint91Y" fmla="*/ 2209670 h 4702819"/>
              <a:gd name="GluePoint92X" fmla="*/ 970417 w 4271120"/>
              <a:gd name="GluePoint92Y" fmla="*/ 2143940 h 4702819"/>
              <a:gd name="GluePoint93X" fmla="*/ 1531659 w 4271120"/>
              <a:gd name="GluePoint93Y" fmla="*/ 2446302 h 4702819"/>
              <a:gd name="GluePoint94X" fmla="*/ 1040194 w 4271120"/>
              <a:gd name="GluePoint94Y" fmla="*/ 2520123 h 4702819"/>
              <a:gd name="GluePoint95X" fmla="*/ 1012890 w 4271120"/>
              <a:gd name="GluePoint95Y" fmla="*/ 2497875 h 4702819"/>
              <a:gd name="GluePoint96X" fmla="*/ 585134 w 4271120"/>
              <a:gd name="GluePoint96Y" fmla="*/ 2905408 h 4702819"/>
              <a:gd name="GluePoint97X" fmla="*/ 2443801 w 4271120"/>
              <a:gd name="GluePoint97Y" fmla="*/ 4164407 h 4702819"/>
              <a:gd name="GluePoint98X" fmla="*/ 2680749 w 4271120"/>
              <a:gd name="GluePoint98Y" fmla="*/ 4641304 h 4702819"/>
              <a:gd name="GluePoint99X" fmla="*/ 2704586 w 4271120"/>
              <a:gd name="GluePoint99Y" fmla="*/ 4702819 h 4702819"/>
              <a:gd name="GluePoint100X" fmla="*/ 274676 w 4271120"/>
              <a:gd name="GluePoint100Y" fmla="*/ 4702819 h 4702819"/>
              <a:gd name="GluePoint101X" fmla="*/ 115292 w 4271120"/>
              <a:gd name="GluePoint101Y" fmla="*/ 4702819 h 4702819"/>
              <a:gd name="GluePoint102X" fmla="*/ 0 w 4271120"/>
              <a:gd name="GluePoint102Y" fmla="*/ 4702819 h 4702819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  <a:cxn ang="0">
                <a:pos x="GluePoint14X" y="GluePoint14Y"/>
              </a:cxn>
              <a:cxn ang="0">
                <a:pos x="GluePoint15X" y="GluePoint15Y"/>
              </a:cxn>
              <a:cxn ang="0">
                <a:pos x="GluePoint16X" y="GluePoint16Y"/>
              </a:cxn>
              <a:cxn ang="0">
                <a:pos x="GluePoint17X" y="GluePoint17Y"/>
              </a:cxn>
              <a:cxn ang="0">
                <a:pos x="GluePoint18X" y="GluePoint18Y"/>
              </a:cxn>
              <a:cxn ang="0">
                <a:pos x="GluePoint19X" y="GluePoint19Y"/>
              </a:cxn>
              <a:cxn ang="0">
                <a:pos x="GluePoint20X" y="GluePoint20Y"/>
              </a:cxn>
              <a:cxn ang="0">
                <a:pos x="GluePoint21X" y="GluePoint21Y"/>
              </a:cxn>
              <a:cxn ang="0">
                <a:pos x="GluePoint22X" y="GluePoint22Y"/>
              </a:cxn>
              <a:cxn ang="0">
                <a:pos x="GluePoint23X" y="GluePoint23Y"/>
              </a:cxn>
              <a:cxn ang="0">
                <a:pos x="GluePoint24X" y="GluePoint24Y"/>
              </a:cxn>
              <a:cxn ang="0">
                <a:pos x="GluePoint25X" y="GluePoint25Y"/>
              </a:cxn>
              <a:cxn ang="0">
                <a:pos x="GluePoint26X" y="GluePoint26Y"/>
              </a:cxn>
              <a:cxn ang="0">
                <a:pos x="GluePoint27X" y="GluePoint27Y"/>
              </a:cxn>
              <a:cxn ang="0">
                <a:pos x="GluePoint28X" y="GluePoint28Y"/>
              </a:cxn>
              <a:cxn ang="0">
                <a:pos x="GluePoint29X" y="GluePoint29Y"/>
              </a:cxn>
              <a:cxn ang="0">
                <a:pos x="GluePoint30X" y="GluePoint30Y"/>
              </a:cxn>
              <a:cxn ang="0">
                <a:pos x="GluePoint31X" y="GluePoint31Y"/>
              </a:cxn>
              <a:cxn ang="0">
                <a:pos x="GluePoint32X" y="GluePoint32Y"/>
              </a:cxn>
              <a:cxn ang="0">
                <a:pos x="GluePoint33X" y="GluePoint33Y"/>
              </a:cxn>
              <a:cxn ang="0">
                <a:pos x="GluePoint34X" y="GluePoint34Y"/>
              </a:cxn>
              <a:cxn ang="0">
                <a:pos x="GluePoint35X" y="GluePoint35Y"/>
              </a:cxn>
              <a:cxn ang="0">
                <a:pos x="GluePoint36X" y="GluePoint36Y"/>
              </a:cxn>
              <a:cxn ang="0">
                <a:pos x="GluePoint37X" y="GluePoint37Y"/>
              </a:cxn>
              <a:cxn ang="0">
                <a:pos x="GluePoint38X" y="GluePoint38Y"/>
              </a:cxn>
              <a:cxn ang="0">
                <a:pos x="GluePoint39X" y="GluePoint39Y"/>
              </a:cxn>
              <a:cxn ang="0">
                <a:pos x="GluePoint40X" y="GluePoint40Y"/>
              </a:cxn>
              <a:cxn ang="0">
                <a:pos x="GluePoint41X" y="GluePoint41Y"/>
              </a:cxn>
              <a:cxn ang="0">
                <a:pos x="GluePoint42X" y="GluePoint42Y"/>
              </a:cxn>
              <a:cxn ang="0">
                <a:pos x="GluePoint43X" y="GluePoint43Y"/>
              </a:cxn>
              <a:cxn ang="0">
                <a:pos x="GluePoint44X" y="GluePoint44Y"/>
              </a:cxn>
              <a:cxn ang="0">
                <a:pos x="GluePoint45X" y="GluePoint45Y"/>
              </a:cxn>
              <a:cxn ang="0">
                <a:pos x="GluePoint46X" y="GluePoint46Y"/>
              </a:cxn>
              <a:cxn ang="0">
                <a:pos x="GluePoint47X" y="GluePoint47Y"/>
              </a:cxn>
              <a:cxn ang="0">
                <a:pos x="GluePoint48X" y="GluePoint48Y"/>
              </a:cxn>
              <a:cxn ang="0">
                <a:pos x="GluePoint49X" y="GluePoint49Y"/>
              </a:cxn>
              <a:cxn ang="0">
                <a:pos x="GluePoint50X" y="GluePoint50Y"/>
              </a:cxn>
              <a:cxn ang="0">
                <a:pos x="GluePoint51X" y="GluePoint51Y"/>
              </a:cxn>
              <a:cxn ang="0">
                <a:pos x="GluePoint52X" y="GluePoint52Y"/>
              </a:cxn>
              <a:cxn ang="0">
                <a:pos x="GluePoint53X" y="GluePoint53Y"/>
              </a:cxn>
              <a:cxn ang="0">
                <a:pos x="GluePoint54X" y="GluePoint54Y"/>
              </a:cxn>
              <a:cxn ang="0">
                <a:pos x="GluePoint55X" y="GluePoint55Y"/>
              </a:cxn>
              <a:cxn ang="0">
                <a:pos x="GluePoint56X" y="GluePoint56Y"/>
              </a:cxn>
              <a:cxn ang="0">
                <a:pos x="GluePoint57X" y="GluePoint57Y"/>
              </a:cxn>
              <a:cxn ang="0">
                <a:pos x="GluePoint58X" y="GluePoint58Y"/>
              </a:cxn>
              <a:cxn ang="0">
                <a:pos x="GluePoint59X" y="GluePoint59Y"/>
              </a:cxn>
              <a:cxn ang="0">
                <a:pos x="GluePoint60X" y="GluePoint60Y"/>
              </a:cxn>
              <a:cxn ang="0">
                <a:pos x="GluePoint61X" y="GluePoint61Y"/>
              </a:cxn>
              <a:cxn ang="0">
                <a:pos x="GluePoint62X" y="GluePoint62Y"/>
              </a:cxn>
              <a:cxn ang="0">
                <a:pos x="GluePoint63X" y="GluePoint63Y"/>
              </a:cxn>
              <a:cxn ang="0">
                <a:pos x="GluePoint64X" y="GluePoint64Y"/>
              </a:cxn>
              <a:cxn ang="0">
                <a:pos x="GluePoint65X" y="GluePoint65Y"/>
              </a:cxn>
              <a:cxn ang="0">
                <a:pos x="GluePoint66X" y="GluePoint66Y"/>
              </a:cxn>
              <a:cxn ang="0">
                <a:pos x="GluePoint67X" y="GluePoint67Y"/>
              </a:cxn>
              <a:cxn ang="0">
                <a:pos x="GluePoint68X" y="GluePoint68Y"/>
              </a:cxn>
              <a:cxn ang="0">
                <a:pos x="GluePoint69X" y="GluePoint69Y"/>
              </a:cxn>
              <a:cxn ang="0">
                <a:pos x="GluePoint70X" y="GluePoint70Y"/>
              </a:cxn>
              <a:cxn ang="0">
                <a:pos x="GluePoint71X" y="GluePoint71Y"/>
              </a:cxn>
              <a:cxn ang="0">
                <a:pos x="GluePoint72X" y="GluePoint72Y"/>
              </a:cxn>
              <a:cxn ang="0">
                <a:pos x="GluePoint73X" y="GluePoint73Y"/>
              </a:cxn>
              <a:cxn ang="0">
                <a:pos x="GluePoint74X" y="GluePoint74Y"/>
              </a:cxn>
              <a:cxn ang="0">
                <a:pos x="GluePoint75X" y="GluePoint75Y"/>
              </a:cxn>
              <a:cxn ang="0">
                <a:pos x="GluePoint76X" y="GluePoint76Y"/>
              </a:cxn>
              <a:cxn ang="0">
                <a:pos x="GluePoint77X" y="GluePoint77Y"/>
              </a:cxn>
              <a:cxn ang="0">
                <a:pos x="GluePoint78X" y="GluePoint78Y"/>
              </a:cxn>
              <a:cxn ang="0">
                <a:pos x="GluePoint79X" y="GluePoint79Y"/>
              </a:cxn>
              <a:cxn ang="0">
                <a:pos x="GluePoint80X" y="GluePoint80Y"/>
              </a:cxn>
              <a:cxn ang="0">
                <a:pos x="GluePoint81X" y="GluePoint81Y"/>
              </a:cxn>
              <a:cxn ang="0">
                <a:pos x="GluePoint82X" y="GluePoint82Y"/>
              </a:cxn>
              <a:cxn ang="0">
                <a:pos x="GluePoint83X" y="GluePoint83Y"/>
              </a:cxn>
              <a:cxn ang="0">
                <a:pos x="GluePoint84X" y="GluePoint84Y"/>
              </a:cxn>
              <a:cxn ang="0">
                <a:pos x="GluePoint85X" y="GluePoint85Y"/>
              </a:cxn>
              <a:cxn ang="0">
                <a:pos x="GluePoint86X" y="GluePoint86Y"/>
              </a:cxn>
              <a:cxn ang="0">
                <a:pos x="GluePoint87X" y="GluePoint87Y"/>
              </a:cxn>
              <a:cxn ang="0">
                <a:pos x="GluePoint88X" y="GluePoint88Y"/>
              </a:cxn>
              <a:cxn ang="0">
                <a:pos x="GluePoint89X" y="GluePoint89Y"/>
              </a:cxn>
              <a:cxn ang="0">
                <a:pos x="GluePoint90X" y="GluePoint90Y"/>
              </a:cxn>
              <a:cxn ang="0">
                <a:pos x="GluePoint91X" y="GluePoint91Y"/>
              </a:cxn>
              <a:cxn ang="0">
                <a:pos x="GluePoint92X" y="GluePoint92Y"/>
              </a:cxn>
              <a:cxn ang="0">
                <a:pos x="GluePoint93X" y="GluePoint93Y"/>
              </a:cxn>
              <a:cxn ang="0">
                <a:pos x="GluePoint94X" y="GluePoint94Y"/>
              </a:cxn>
              <a:cxn ang="0">
                <a:pos x="GluePoint95X" y="GluePoint95Y"/>
              </a:cxn>
              <a:cxn ang="0">
                <a:pos x="GluePoint96X" y="GluePoint96Y"/>
              </a:cxn>
              <a:cxn ang="0">
                <a:pos x="GluePoint97X" y="GluePoint97Y"/>
              </a:cxn>
              <a:cxn ang="0">
                <a:pos x="GluePoint98X" y="GluePoint98Y"/>
              </a:cxn>
              <a:cxn ang="0">
                <a:pos x="GluePoint99X" y="GluePoint99Y"/>
              </a:cxn>
              <a:cxn ang="0">
                <a:pos x="GluePoint100X" y="GluePoint100Y"/>
              </a:cxn>
              <a:cxn ang="0">
                <a:pos x="GluePoint101X" y="GluePoint101Y"/>
              </a:cxn>
              <a:cxn ang="0">
                <a:pos x="GluePoint102X" y="GluePoint102Y"/>
              </a:cxn>
            </a:cxnLst>
            <a:rect l="textAreaLeft" t="textAreaTop" r="textAreaRight" b="textAreaBottom"/>
            <a:pathLst>
              <a:path w="4271120" h="4702819">
                <a:moveTo>
                  <a:pt x="3773588" y="3280579"/>
                </a:moveTo>
                <a:cubicBezTo>
                  <a:pt x="3773588" y="3280579"/>
                  <a:pt x="3730105" y="3343276"/>
                  <a:pt x="3717970" y="3393838"/>
                </a:cubicBezTo>
                <a:cubicBezTo>
                  <a:pt x="3745273" y="3430243"/>
                  <a:pt x="3753363" y="3442378"/>
                  <a:pt x="3755385" y="3541480"/>
                </a:cubicBezTo>
                <a:cubicBezTo>
                  <a:pt x="3755385" y="3549570"/>
                  <a:pt x="3745273" y="3551593"/>
                  <a:pt x="3742240" y="3544514"/>
                </a:cubicBezTo>
                <a:cubicBezTo>
                  <a:pt x="3714936" y="3479795"/>
                  <a:pt x="3663363" y="3420131"/>
                  <a:pt x="3594598" y="3403951"/>
                </a:cubicBezTo>
                <a:cubicBezTo>
                  <a:pt x="3610778" y="3321029"/>
                  <a:pt x="3667408" y="3281590"/>
                  <a:pt x="3773588" y="3280579"/>
                </a:cubicBezTo>
                <a:close/>
                <a:moveTo>
                  <a:pt x="3937409" y="2981250"/>
                </a:moveTo>
                <a:cubicBezTo>
                  <a:pt x="3924264" y="3035858"/>
                  <a:pt x="3891904" y="3080352"/>
                  <a:pt x="3833252" y="3118780"/>
                </a:cubicBezTo>
                <a:cubicBezTo>
                  <a:pt x="3598643" y="3075297"/>
                  <a:pt x="3669430" y="3152151"/>
                  <a:pt x="3480327" y="3142039"/>
                </a:cubicBezTo>
                <a:cubicBezTo>
                  <a:pt x="3479316" y="3127881"/>
                  <a:pt x="3479316" y="3081364"/>
                  <a:pt x="3488417" y="3070240"/>
                </a:cubicBezTo>
                <a:cubicBezTo>
                  <a:pt x="3640104" y="3123836"/>
                  <a:pt x="3659318" y="3035858"/>
                  <a:pt x="3802914" y="3008554"/>
                </a:cubicBezTo>
                <a:cubicBezTo>
                  <a:pt x="3851454" y="2999453"/>
                  <a:pt x="3909095" y="2995408"/>
                  <a:pt x="3937409" y="2981250"/>
                </a:cubicBezTo>
                <a:close/>
                <a:moveTo>
                  <a:pt x="1530647" y="2816671"/>
                </a:moveTo>
                <a:cubicBezTo>
                  <a:pt x="1533681" y="2815912"/>
                  <a:pt x="1537220" y="2816924"/>
                  <a:pt x="1538737" y="2820463"/>
                </a:cubicBezTo>
                <a:cubicBezTo>
                  <a:pt x="1704581" y="3184511"/>
                  <a:pt x="1838065" y="3351366"/>
                  <a:pt x="1944246" y="3409008"/>
                </a:cubicBezTo>
                <a:cubicBezTo>
                  <a:pt x="2164698" y="3528335"/>
                  <a:pt x="3031334" y="3856989"/>
                  <a:pt x="3606733" y="3913618"/>
                </a:cubicBezTo>
                <a:cubicBezTo>
                  <a:pt x="3614823" y="3913618"/>
                  <a:pt x="3615834" y="3924742"/>
                  <a:pt x="3607744" y="3926765"/>
                </a:cubicBezTo>
                <a:cubicBezTo>
                  <a:pt x="3352910" y="3984405"/>
                  <a:pt x="2663241" y="3916653"/>
                  <a:pt x="2423576" y="3894405"/>
                </a:cubicBezTo>
                <a:cubicBezTo>
                  <a:pt x="2159641" y="3869123"/>
                  <a:pt x="2078741" y="3805416"/>
                  <a:pt x="2077731" y="3806426"/>
                </a:cubicBezTo>
                <a:cubicBezTo>
                  <a:pt x="1903797" y="3672942"/>
                  <a:pt x="1564018" y="3144061"/>
                  <a:pt x="1525591" y="2823496"/>
                </a:cubicBezTo>
                <a:cubicBezTo>
                  <a:pt x="1525085" y="2819957"/>
                  <a:pt x="1527613" y="2817429"/>
                  <a:pt x="1530647" y="2816671"/>
                </a:cubicBezTo>
                <a:close/>
                <a:moveTo>
                  <a:pt x="3996062" y="2605067"/>
                </a:moveTo>
                <a:cubicBezTo>
                  <a:pt x="4069883" y="2597989"/>
                  <a:pt x="4190221" y="2621247"/>
                  <a:pt x="4271120" y="2676866"/>
                </a:cubicBezTo>
                <a:cubicBezTo>
                  <a:pt x="4252918" y="2737541"/>
                  <a:pt x="4086063" y="2706192"/>
                  <a:pt x="4008197" y="2693046"/>
                </a:cubicBezTo>
                <a:cubicBezTo>
                  <a:pt x="3953589" y="2684955"/>
                  <a:pt x="3889881" y="2681922"/>
                  <a:pt x="3829207" y="2680911"/>
                </a:cubicBezTo>
                <a:cubicBezTo>
                  <a:pt x="3777633" y="2679899"/>
                  <a:pt x="3693700" y="2671810"/>
                  <a:pt x="3670441" y="2642484"/>
                </a:cubicBezTo>
                <a:cubicBezTo>
                  <a:pt x="3719992" y="2647540"/>
                  <a:pt x="3843364" y="2620237"/>
                  <a:pt x="3996062" y="2605067"/>
                </a:cubicBezTo>
                <a:close/>
                <a:moveTo>
                  <a:pt x="3443991" y="1373753"/>
                </a:moveTo>
                <a:cubicBezTo>
                  <a:pt x="3569601" y="1369611"/>
                  <a:pt x="3697113" y="1404594"/>
                  <a:pt x="3808982" y="1505845"/>
                </a:cubicBezTo>
                <a:cubicBezTo>
                  <a:pt x="3760442" y="1576632"/>
                  <a:pt x="3761453" y="1685847"/>
                  <a:pt x="3766510" y="1714160"/>
                </a:cubicBezTo>
                <a:cubicBezTo>
                  <a:pt x="3739205" y="1705060"/>
                  <a:pt x="3695722" y="1653485"/>
                  <a:pt x="3673475" y="1626182"/>
                </a:cubicBezTo>
                <a:cubicBezTo>
                  <a:pt x="3582463" y="1677757"/>
                  <a:pt x="3486394" y="1844611"/>
                  <a:pt x="3503586" y="1940680"/>
                </a:cubicBezTo>
                <a:cubicBezTo>
                  <a:pt x="3512687" y="2019557"/>
                  <a:pt x="3455046" y="2031692"/>
                  <a:pt x="3349877" y="1900230"/>
                </a:cubicBezTo>
                <a:cubicBezTo>
                  <a:pt x="3299315" y="1936634"/>
                  <a:pt x="3250775" y="1870904"/>
                  <a:pt x="3263920" y="1778881"/>
                </a:cubicBezTo>
                <a:cubicBezTo>
                  <a:pt x="3182010" y="1864836"/>
                  <a:pt x="2961559" y="1908320"/>
                  <a:pt x="2886727" y="1881016"/>
                </a:cubicBezTo>
                <a:cubicBezTo>
                  <a:pt x="3034368" y="1838544"/>
                  <a:pt x="3254820" y="1604947"/>
                  <a:pt x="3400439" y="1585733"/>
                </a:cubicBezTo>
                <a:cubicBezTo>
                  <a:pt x="3282123" y="1528092"/>
                  <a:pt x="3076841" y="1513935"/>
                  <a:pt x="2921109" y="1605957"/>
                </a:cubicBezTo>
                <a:cubicBezTo>
                  <a:pt x="2914030" y="1610002"/>
                  <a:pt x="2906951" y="1599890"/>
                  <a:pt x="2913019" y="1594835"/>
                </a:cubicBezTo>
                <a:cubicBezTo>
                  <a:pt x="3030576" y="1496238"/>
                  <a:pt x="3234642" y="1380656"/>
                  <a:pt x="3443991" y="1373753"/>
                </a:cubicBezTo>
                <a:close/>
                <a:moveTo>
                  <a:pt x="0" y="0"/>
                </a:moveTo>
                <a:lnTo>
                  <a:pt x="115292" y="0"/>
                </a:lnTo>
                <a:lnTo>
                  <a:pt x="274676" y="0"/>
                </a:lnTo>
                <a:lnTo>
                  <a:pt x="3942724" y="0"/>
                </a:lnTo>
                <a:lnTo>
                  <a:pt x="3939432" y="53696"/>
                </a:lnTo>
                <a:cubicBezTo>
                  <a:pt x="3926286" y="139653"/>
                  <a:pt x="3890892" y="219541"/>
                  <a:pt x="3684598" y="334822"/>
                </a:cubicBezTo>
                <a:cubicBezTo>
                  <a:pt x="3918196" y="331789"/>
                  <a:pt x="3971792" y="185158"/>
                  <a:pt x="3981904" y="155833"/>
                </a:cubicBezTo>
                <a:cubicBezTo>
                  <a:pt x="4027411" y="317632"/>
                  <a:pt x="3993028" y="404599"/>
                  <a:pt x="3993028" y="404599"/>
                </a:cubicBezTo>
                <a:cubicBezTo>
                  <a:pt x="3940444" y="578533"/>
                  <a:pt x="3623924" y="771681"/>
                  <a:pt x="3433810" y="635163"/>
                </a:cubicBezTo>
                <a:cubicBezTo>
                  <a:pt x="2893805" y="156844"/>
                  <a:pt x="3099088" y="642242"/>
                  <a:pt x="2283013" y="464262"/>
                </a:cubicBezTo>
                <a:cubicBezTo>
                  <a:pt x="2277957" y="463251"/>
                  <a:pt x="2278968" y="455161"/>
                  <a:pt x="2284025" y="455161"/>
                </a:cubicBezTo>
                <a:cubicBezTo>
                  <a:pt x="2601556" y="444037"/>
                  <a:pt x="2854367" y="256957"/>
                  <a:pt x="2959536" y="115383"/>
                </a:cubicBezTo>
                <a:cubicBezTo>
                  <a:pt x="2963581" y="109315"/>
                  <a:pt x="2955491" y="101225"/>
                  <a:pt x="2949424" y="107293"/>
                </a:cubicBezTo>
                <a:cubicBezTo>
                  <a:pt x="2789647" y="273137"/>
                  <a:pt x="2362902" y="477408"/>
                  <a:pt x="1789525" y="314598"/>
                </a:cubicBezTo>
                <a:cubicBezTo>
                  <a:pt x="1719750" y="288306"/>
                  <a:pt x="1577164" y="254935"/>
                  <a:pt x="1564018" y="251900"/>
                </a:cubicBezTo>
                <a:cubicBezTo>
                  <a:pt x="1542782" y="245833"/>
                  <a:pt x="1554917" y="262013"/>
                  <a:pt x="1554917" y="262013"/>
                </a:cubicBezTo>
                <a:cubicBezTo>
                  <a:pt x="2567173" y="576510"/>
                  <a:pt x="2389194" y="907188"/>
                  <a:pt x="2389194" y="907188"/>
                </a:cubicBezTo>
                <a:cubicBezTo>
                  <a:pt x="2370992" y="796962"/>
                  <a:pt x="2292115" y="689770"/>
                  <a:pt x="2159641" y="613927"/>
                </a:cubicBezTo>
                <a:cubicBezTo>
                  <a:pt x="2258743" y="732242"/>
                  <a:pt x="2255710" y="818197"/>
                  <a:pt x="2255710" y="818197"/>
                </a:cubicBezTo>
                <a:cubicBezTo>
                  <a:pt x="2256721" y="837412"/>
                  <a:pt x="2256721" y="904154"/>
                  <a:pt x="2248631" y="897075"/>
                </a:cubicBezTo>
                <a:cubicBezTo>
                  <a:pt x="2238518" y="886963"/>
                  <a:pt x="2210203" y="755501"/>
                  <a:pt x="2071663" y="706960"/>
                </a:cubicBezTo>
                <a:cubicBezTo>
                  <a:pt x="2049416" y="701905"/>
                  <a:pt x="2063573" y="718085"/>
                  <a:pt x="2063573" y="718085"/>
                </a:cubicBezTo>
                <a:cubicBezTo>
                  <a:pt x="2150540" y="841456"/>
                  <a:pt x="2086831" y="984043"/>
                  <a:pt x="1981662" y="1090223"/>
                </a:cubicBezTo>
                <a:cubicBezTo>
                  <a:pt x="1992786" y="1084155"/>
                  <a:pt x="2003909" y="1077077"/>
                  <a:pt x="2015034" y="1068987"/>
                </a:cubicBezTo>
                <a:cubicBezTo>
                  <a:pt x="2088854" y="1009323"/>
                  <a:pt x="2150540" y="961794"/>
                  <a:pt x="2152563" y="876851"/>
                </a:cubicBezTo>
                <a:cubicBezTo>
                  <a:pt x="2152563" y="848535"/>
                  <a:pt x="2189978" y="899097"/>
                  <a:pt x="2193013" y="935503"/>
                </a:cubicBezTo>
                <a:cubicBezTo>
                  <a:pt x="2190990" y="1046740"/>
                  <a:pt x="2126271" y="1094268"/>
                  <a:pt x="2042337" y="1153931"/>
                </a:cubicBezTo>
                <a:cubicBezTo>
                  <a:pt x="1941212" y="1225730"/>
                  <a:pt x="1609524" y="1394608"/>
                  <a:pt x="1195925" y="1315731"/>
                </a:cubicBezTo>
                <a:cubicBezTo>
                  <a:pt x="1484130" y="1399664"/>
                  <a:pt x="1645929" y="1362248"/>
                  <a:pt x="1759188" y="1329888"/>
                </a:cubicBezTo>
                <a:cubicBezTo>
                  <a:pt x="1763233" y="1328876"/>
                  <a:pt x="1766267" y="1334944"/>
                  <a:pt x="1762222" y="1336967"/>
                </a:cubicBezTo>
                <a:cubicBezTo>
                  <a:pt x="1691435" y="1385506"/>
                  <a:pt x="1611546" y="1409776"/>
                  <a:pt x="1303117" y="1458316"/>
                </a:cubicBezTo>
                <a:cubicBezTo>
                  <a:pt x="1585254" y="1480563"/>
                  <a:pt x="1740986" y="1459328"/>
                  <a:pt x="1879527" y="1385506"/>
                </a:cubicBezTo>
                <a:cubicBezTo>
                  <a:pt x="1882560" y="1383484"/>
                  <a:pt x="1885594" y="1387529"/>
                  <a:pt x="1882560" y="1389551"/>
                </a:cubicBezTo>
                <a:cubicBezTo>
                  <a:pt x="1799638" y="1452248"/>
                  <a:pt x="1517501" y="1619104"/>
                  <a:pt x="1158509" y="1608992"/>
                </a:cubicBezTo>
                <a:cubicBezTo>
                  <a:pt x="1213116" y="1658542"/>
                  <a:pt x="1464916" y="1649442"/>
                  <a:pt x="1500309" y="1648430"/>
                </a:cubicBezTo>
                <a:cubicBezTo>
                  <a:pt x="1502332" y="1648430"/>
                  <a:pt x="1503344" y="1650453"/>
                  <a:pt x="1502332" y="1651464"/>
                </a:cubicBezTo>
                <a:cubicBezTo>
                  <a:pt x="1450759" y="1717194"/>
                  <a:pt x="1323342" y="1726296"/>
                  <a:pt x="1323342" y="1726296"/>
                </a:cubicBezTo>
                <a:cubicBezTo>
                  <a:pt x="1347612" y="1731352"/>
                  <a:pt x="1368848" y="1736409"/>
                  <a:pt x="1387050" y="1741465"/>
                </a:cubicBezTo>
                <a:cubicBezTo>
                  <a:pt x="1405252" y="1745509"/>
                  <a:pt x="1424467" y="1748544"/>
                  <a:pt x="1442669" y="1750566"/>
                </a:cubicBezTo>
                <a:cubicBezTo>
                  <a:pt x="1624693" y="1761689"/>
                  <a:pt x="1816830" y="1717194"/>
                  <a:pt x="1983684" y="1635284"/>
                </a:cubicBezTo>
                <a:cubicBezTo>
                  <a:pt x="1989752" y="1632250"/>
                  <a:pt x="2041326" y="1604947"/>
                  <a:pt x="2041326" y="1604947"/>
                </a:cubicBezTo>
                <a:cubicBezTo>
                  <a:pt x="2046382" y="1641352"/>
                  <a:pt x="2021101" y="1692925"/>
                  <a:pt x="1993797" y="1723262"/>
                </a:cubicBezTo>
                <a:cubicBezTo>
                  <a:pt x="1962449" y="1757644"/>
                  <a:pt x="1921999" y="1780903"/>
                  <a:pt x="1881549" y="1801128"/>
                </a:cubicBezTo>
                <a:cubicBezTo>
                  <a:pt x="1892672" y="1818319"/>
                  <a:pt x="1875482" y="1856746"/>
                  <a:pt x="1868403" y="1865847"/>
                </a:cubicBezTo>
                <a:cubicBezTo>
                  <a:pt x="1612558" y="2185401"/>
                  <a:pt x="1001766" y="1993265"/>
                  <a:pt x="1001766" y="1993265"/>
                </a:cubicBezTo>
                <a:cubicBezTo>
                  <a:pt x="1001766" y="1993265"/>
                  <a:pt x="1000754" y="1993265"/>
                  <a:pt x="999744" y="1993265"/>
                </a:cubicBezTo>
                <a:cubicBezTo>
                  <a:pt x="1145363" y="2093377"/>
                  <a:pt x="1362780" y="2123715"/>
                  <a:pt x="1477051" y="2115625"/>
                </a:cubicBezTo>
                <a:cubicBezTo>
                  <a:pt x="1479074" y="2115625"/>
                  <a:pt x="1480085" y="2117648"/>
                  <a:pt x="1478062" y="2118658"/>
                </a:cubicBezTo>
                <a:cubicBezTo>
                  <a:pt x="1447725" y="2137873"/>
                  <a:pt x="1347612" y="2158097"/>
                  <a:pt x="1337500" y="2160120"/>
                </a:cubicBezTo>
                <a:cubicBezTo>
                  <a:pt x="1571097" y="2180345"/>
                  <a:pt x="1753121" y="2096412"/>
                  <a:pt x="1830987" y="2044838"/>
                </a:cubicBezTo>
                <a:cubicBezTo>
                  <a:pt x="1837055" y="2040793"/>
                  <a:pt x="1845144" y="2048883"/>
                  <a:pt x="1840088" y="2054950"/>
                </a:cubicBezTo>
                <a:cubicBezTo>
                  <a:pt x="1765256" y="2154052"/>
                  <a:pt x="1717728" y="2182367"/>
                  <a:pt x="1610536" y="2209670"/>
                </a:cubicBezTo>
                <a:cubicBezTo>
                  <a:pt x="1399185" y="2261244"/>
                  <a:pt x="1159521" y="2246076"/>
                  <a:pt x="970417" y="2143940"/>
                </a:cubicBezTo>
                <a:cubicBezTo>
                  <a:pt x="1170644" y="2526190"/>
                  <a:pt x="1447725" y="2465516"/>
                  <a:pt x="1531659" y="2446302"/>
                </a:cubicBezTo>
                <a:cubicBezTo>
                  <a:pt x="1427500" y="2605067"/>
                  <a:pt x="1220195" y="2650574"/>
                  <a:pt x="1040194" y="2520123"/>
                </a:cubicBezTo>
                <a:cubicBezTo>
                  <a:pt x="1030081" y="2513044"/>
                  <a:pt x="1021991" y="2504955"/>
                  <a:pt x="1012890" y="2497875"/>
                </a:cubicBezTo>
                <a:cubicBezTo>
                  <a:pt x="890529" y="2709226"/>
                  <a:pt x="464795" y="2786080"/>
                  <a:pt x="585134" y="2905408"/>
                </a:cubicBezTo>
                <a:cubicBezTo>
                  <a:pt x="1526602" y="3840809"/>
                  <a:pt x="2443801" y="4164407"/>
                  <a:pt x="2443801" y="4164407"/>
                </a:cubicBezTo>
                <a:cubicBezTo>
                  <a:pt x="2521667" y="4282217"/>
                  <a:pt x="2602820" y="4452359"/>
                  <a:pt x="2680749" y="4641304"/>
                </a:cubicBezTo>
                <a:lnTo>
                  <a:pt x="2704586" y="4702819"/>
                </a:lnTo>
                <a:lnTo>
                  <a:pt x="274676" y="4702819"/>
                </a:lnTo>
                <a:lnTo>
                  <a:pt x="115292" y="4702819"/>
                </a:lnTo>
                <a:lnTo>
                  <a:pt x="0" y="4702819"/>
                </a:lnTo>
                <a:close/>
              </a:path>
            </a:pathLst>
          </a:custGeom>
          <a:solidFill>
            <a:srgbClr val="DAE5EA"/>
          </a:solidFill>
          <a:ln w="9176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1"/>
          <p:cNvSpPr>
            <a:spLocks noGrp="1"/>
          </p:cNvSpPr>
          <p:nvPr>
            <p:ph type="dt" idx="2"/>
          </p:nvPr>
        </p:nvSpPr>
        <p:spPr>
          <a:xfrm>
            <a:off x="526680" y="4460400"/>
            <a:ext cx="2055600" cy="2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 type="title" hasCustomPrompt="1"/>
          </p:nvPr>
        </p:nvSpPr>
        <p:spPr>
          <a:xfrm>
            <a:off x="526680" y="2899440"/>
            <a:ext cx="6397920" cy="53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 bearbeiten</a:t>
            </a:r>
            <a:endParaRPr lang="de-DE" sz="3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grpSp>
        <p:nvGrpSpPr>
          <p:cNvPr id="86" name="Grafik 6"/>
          <p:cNvGrpSpPr/>
          <p:nvPr/>
        </p:nvGrpSpPr>
        <p:grpSpPr>
          <a:xfrm>
            <a:off x="522720" y="385200"/>
            <a:ext cx="1526400" cy="581760"/>
            <a:chOff x="522720" y="385200"/>
            <a:chExt cx="1526400" cy="581760"/>
          </a:xfrm>
        </p:grpSpPr>
        <p:sp>
          <p:nvSpPr>
            <p:cNvPr id="87" name="Freihandform: Form 13"/>
            <p:cNvSpPr/>
            <p:nvPr/>
          </p:nvSpPr>
          <p:spPr>
            <a:xfrm>
              <a:off x="1888920" y="825480"/>
              <a:ext cx="160200" cy="141480"/>
            </a:xfrm>
            <a:custGeom>
              <a:avLst/>
              <a:gdLst>
                <a:gd name="textAreaLeft" fmla="*/ 0 w 160200"/>
                <a:gd name="textAreaRight" fmla="*/ 162000 w 160200"/>
                <a:gd name="textAreaTop" fmla="*/ 0 h 141480"/>
                <a:gd name="textAreaBottom" fmla="*/ 143280 h 141480"/>
                <a:gd name="GluePoint1X" fmla="*/ 0 w 270992"/>
                <a:gd name="GluePoint1Y" fmla="*/ 242086 h 239376"/>
                <a:gd name="GluePoint2X" fmla="*/ 152659 w 270992"/>
                <a:gd name="GluePoint2Y" fmla="*/ 242086 h 239376"/>
                <a:gd name="GluePoint3X" fmla="*/ 274154 w 270992"/>
                <a:gd name="GluePoint3Y" fmla="*/ 121043 h 239376"/>
                <a:gd name="GluePoint4X" fmla="*/ 152659 w 270992"/>
                <a:gd name="GluePoint4Y" fmla="*/ 0 h 239376"/>
                <a:gd name="GluePoint5X" fmla="*/ 0 w 270992"/>
                <a:gd name="GluePoint5Y" fmla="*/ 0 h 239376"/>
                <a:gd name="GluePoint6X" fmla="*/ 0 w 270992"/>
                <a:gd name="GluePoint6Y" fmla="*/ 242086 h 23937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</a:cxnLst>
              <a:rect l="textAreaLeft" t="textAreaTop" r="textAreaRight" b="textAreaBottom"/>
              <a:pathLst>
                <a:path w="270992" h="239376">
                  <a:moveTo>
                    <a:pt x="0" y="242086"/>
                  </a:moveTo>
                  <a:lnTo>
                    <a:pt x="152659" y="242086"/>
                  </a:lnTo>
                  <a:cubicBezTo>
                    <a:pt x="219955" y="242086"/>
                    <a:pt x="274154" y="187888"/>
                    <a:pt x="274154" y="121043"/>
                  </a:cubicBezTo>
                  <a:cubicBezTo>
                    <a:pt x="274154" y="54198"/>
                    <a:pt x="219955" y="0"/>
                    <a:pt x="152659" y="0"/>
                  </a:cubicBezTo>
                  <a:lnTo>
                    <a:pt x="0" y="0"/>
                  </a:lnTo>
                  <a:lnTo>
                    <a:pt x="0" y="242086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0280" tIns="45000" rIns="8028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8" name="Freihandform: Form 14"/>
            <p:cNvSpPr/>
            <p:nvPr/>
          </p:nvSpPr>
          <p:spPr>
            <a:xfrm>
              <a:off x="1432440" y="512640"/>
              <a:ext cx="392760" cy="395640"/>
            </a:xfrm>
            <a:custGeom>
              <a:avLst/>
              <a:gdLst>
                <a:gd name="textAreaLeft" fmla="*/ 0 w 392760"/>
                <a:gd name="textAreaRight" fmla="*/ 394560 w 392760"/>
                <a:gd name="textAreaTop" fmla="*/ 0 h 395640"/>
                <a:gd name="textAreaBottom" fmla="*/ 397440 h 395640"/>
                <a:gd name="GluePoint1X" fmla="*/ 662124 w 659414"/>
                <a:gd name="GluePoint1Y" fmla="*/ 0 h 663930"/>
                <a:gd name="GluePoint2X" fmla="*/ 662124 w 659414"/>
                <a:gd name="GluePoint2Y" fmla="*/ 331965 h 663930"/>
                <a:gd name="GluePoint3X" fmla="*/ 331062 w 659414"/>
                <a:gd name="GluePoint3Y" fmla="*/ 663931 h 663930"/>
                <a:gd name="GluePoint4X" fmla="*/ 0 w 659414"/>
                <a:gd name="GluePoint4Y" fmla="*/ 331965 h 663930"/>
                <a:gd name="GluePoint5X" fmla="*/ 0 w 659414"/>
                <a:gd name="GluePoint5Y" fmla="*/ 0 h 663930"/>
                <a:gd name="GluePoint6X" fmla="*/ 168015 w 659414"/>
                <a:gd name="GluePoint6Y" fmla="*/ 0 h 663930"/>
                <a:gd name="GluePoint7X" fmla="*/ 168015 w 659414"/>
                <a:gd name="GluePoint7Y" fmla="*/ 317513 h 663930"/>
                <a:gd name="GluePoint8X" fmla="*/ 331514 w 659414"/>
                <a:gd name="GluePoint8Y" fmla="*/ 490496 h 663930"/>
                <a:gd name="GluePoint9X" fmla="*/ 495012 w 659414"/>
                <a:gd name="GluePoint9Y" fmla="*/ 317513 h 663930"/>
                <a:gd name="GluePoint10X" fmla="*/ 495012 w 659414"/>
                <a:gd name="GluePoint10Y" fmla="*/ 0 h 663930"/>
                <a:gd name="GluePoint11X" fmla="*/ 662124 w 659414"/>
                <a:gd name="GluePoint11Y" fmla="*/ 0 h 66393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659414" h="663930">
                  <a:moveTo>
                    <a:pt x="662124" y="0"/>
                  </a:moveTo>
                  <a:lnTo>
                    <a:pt x="662124" y="331965"/>
                  </a:lnTo>
                  <a:cubicBezTo>
                    <a:pt x="662124" y="529790"/>
                    <a:pt x="513982" y="663931"/>
                    <a:pt x="331062" y="663931"/>
                  </a:cubicBezTo>
                  <a:cubicBezTo>
                    <a:pt x="148142" y="663931"/>
                    <a:pt x="0" y="529790"/>
                    <a:pt x="0" y="331965"/>
                  </a:cubicBezTo>
                  <a:cubicBezTo>
                    <a:pt x="0" y="303511"/>
                    <a:pt x="0" y="0"/>
                    <a:pt x="0" y="0"/>
                  </a:cubicBezTo>
                  <a:lnTo>
                    <a:pt x="168015" y="0"/>
                  </a:lnTo>
                  <a:cubicBezTo>
                    <a:pt x="168015" y="60522"/>
                    <a:pt x="168015" y="305318"/>
                    <a:pt x="168015" y="317513"/>
                  </a:cubicBezTo>
                  <a:cubicBezTo>
                    <a:pt x="168015" y="420038"/>
                    <a:pt x="241183" y="490496"/>
                    <a:pt x="331514" y="490496"/>
                  </a:cubicBezTo>
                  <a:cubicBezTo>
                    <a:pt x="421845" y="490496"/>
                    <a:pt x="495012" y="420490"/>
                    <a:pt x="495012" y="317513"/>
                  </a:cubicBezTo>
                  <a:lnTo>
                    <a:pt x="495012" y="0"/>
                  </a:lnTo>
                  <a:lnTo>
                    <a:pt x="662124" y="0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9" name="Freihandform: Form 15"/>
            <p:cNvSpPr/>
            <p:nvPr/>
          </p:nvSpPr>
          <p:spPr>
            <a:xfrm>
              <a:off x="522720" y="385200"/>
              <a:ext cx="392760" cy="511920"/>
            </a:xfrm>
            <a:custGeom>
              <a:avLst/>
              <a:gdLst>
                <a:gd name="textAreaLeft" fmla="*/ 0 w 392760"/>
                <a:gd name="textAreaRight" fmla="*/ 394560 w 392760"/>
                <a:gd name="textAreaTop" fmla="*/ 0 h 511920"/>
                <a:gd name="textAreaBottom" fmla="*/ 513720 h 511920"/>
                <a:gd name="GluePoint1X" fmla="*/ 168015 w 659414"/>
                <a:gd name="GluePoint1Y" fmla="*/ 859497 h 858142"/>
                <a:gd name="GluePoint2X" fmla="*/ 0 w 659414"/>
                <a:gd name="GluePoint2Y" fmla="*/ 859497 h 858142"/>
                <a:gd name="GluePoint3X" fmla="*/ 0 w 659414"/>
                <a:gd name="GluePoint3Y" fmla="*/ 0 h 858142"/>
                <a:gd name="GluePoint4X" fmla="*/ 168015 w 659414"/>
                <a:gd name="GluePoint4Y" fmla="*/ 0 h 858142"/>
                <a:gd name="GluePoint5X" fmla="*/ 168015 w 659414"/>
                <a:gd name="GluePoint5Y" fmla="*/ 235312 h 858142"/>
                <a:gd name="GluePoint6X" fmla="*/ 331514 w 659414"/>
                <a:gd name="GluePoint6Y" fmla="*/ 195114 h 858142"/>
                <a:gd name="GluePoint7X" fmla="*/ 662576 w 659414"/>
                <a:gd name="GluePoint7Y" fmla="*/ 527080 h 858142"/>
                <a:gd name="GluePoint8X" fmla="*/ 662576 w 659414"/>
                <a:gd name="GluePoint8Y" fmla="*/ 859045 h 858142"/>
                <a:gd name="GluePoint9X" fmla="*/ 494561 w 659414"/>
                <a:gd name="GluePoint9Y" fmla="*/ 859045 h 858142"/>
                <a:gd name="GluePoint10X" fmla="*/ 494561 w 659414"/>
                <a:gd name="GluePoint10Y" fmla="*/ 541533 h 858142"/>
                <a:gd name="GluePoint11X" fmla="*/ 331062 w 659414"/>
                <a:gd name="GluePoint11Y" fmla="*/ 368549 h 858142"/>
                <a:gd name="GluePoint12X" fmla="*/ 167563 w 659414"/>
                <a:gd name="GluePoint12Y" fmla="*/ 541533 h 858142"/>
                <a:gd name="GluePoint13X" fmla="*/ 168015 w 659414"/>
                <a:gd name="GluePoint13Y" fmla="*/ 859497 h 858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8015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8015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0" name="Freihandform: Form 16"/>
            <p:cNvSpPr/>
            <p:nvPr/>
          </p:nvSpPr>
          <p:spPr>
            <a:xfrm>
              <a:off x="979200" y="385200"/>
              <a:ext cx="392760" cy="511920"/>
            </a:xfrm>
            <a:custGeom>
              <a:avLst/>
              <a:gdLst>
                <a:gd name="textAreaLeft" fmla="*/ 0 w 392760"/>
                <a:gd name="textAreaRight" fmla="*/ 394560 w 392760"/>
                <a:gd name="textAreaTop" fmla="*/ 0 h 511920"/>
                <a:gd name="textAreaBottom" fmla="*/ 513720 h 511920"/>
                <a:gd name="GluePoint1X" fmla="*/ 167563 w 659414"/>
                <a:gd name="GluePoint1Y" fmla="*/ 859497 h 858142"/>
                <a:gd name="GluePoint2X" fmla="*/ 0 w 659414"/>
                <a:gd name="GluePoint2Y" fmla="*/ 859497 h 858142"/>
                <a:gd name="GluePoint3X" fmla="*/ 0 w 659414"/>
                <a:gd name="GluePoint3Y" fmla="*/ 0 h 858142"/>
                <a:gd name="GluePoint4X" fmla="*/ 168015 w 659414"/>
                <a:gd name="GluePoint4Y" fmla="*/ 0 h 858142"/>
                <a:gd name="GluePoint5X" fmla="*/ 168015 w 659414"/>
                <a:gd name="GluePoint5Y" fmla="*/ 235312 h 858142"/>
                <a:gd name="GluePoint6X" fmla="*/ 331514 w 659414"/>
                <a:gd name="GluePoint6Y" fmla="*/ 195114 h 858142"/>
                <a:gd name="GluePoint7X" fmla="*/ 662576 w 659414"/>
                <a:gd name="GluePoint7Y" fmla="*/ 527080 h 858142"/>
                <a:gd name="GluePoint8X" fmla="*/ 662576 w 659414"/>
                <a:gd name="GluePoint8Y" fmla="*/ 859045 h 858142"/>
                <a:gd name="GluePoint9X" fmla="*/ 494561 w 659414"/>
                <a:gd name="GluePoint9Y" fmla="*/ 859045 h 858142"/>
                <a:gd name="GluePoint10X" fmla="*/ 494561 w 659414"/>
                <a:gd name="GluePoint10Y" fmla="*/ 541533 h 858142"/>
                <a:gd name="GluePoint11X" fmla="*/ 331062 w 659414"/>
                <a:gd name="GluePoint11Y" fmla="*/ 368549 h 858142"/>
                <a:gd name="GluePoint12X" fmla="*/ 167563 w 659414"/>
                <a:gd name="GluePoint12Y" fmla="*/ 541533 h 858142"/>
                <a:gd name="GluePoint13X" fmla="*/ 167563 w 659414"/>
                <a:gd name="GluePoint13Y" fmla="*/ 859497 h 858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7563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7563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</p:grp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elfoli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" name="Gruppieren 6"/>
          <p:cNvGrpSpPr/>
          <p:nvPr/>
        </p:nvGrpSpPr>
        <p:grpSpPr>
          <a:xfrm>
            <a:off x="-5040" y="4950720"/>
            <a:ext cx="9147240" cy="196200"/>
            <a:chOff x="-5040" y="4950720"/>
            <a:chExt cx="9147240" cy="196200"/>
          </a:xfrm>
        </p:grpSpPr>
        <p:sp>
          <p:nvSpPr>
            <p:cNvPr id="92" name="bk object 18"/>
            <p:cNvSpPr/>
            <p:nvPr/>
          </p:nvSpPr>
          <p:spPr>
            <a:xfrm>
              <a:off x="-5040" y="4950720"/>
              <a:ext cx="483120" cy="196200"/>
            </a:xfrm>
            <a:custGeom>
              <a:avLst/>
              <a:gdLst>
                <a:gd name="textAreaLeft" fmla="*/ 0 w 483120"/>
                <a:gd name="textAreaRight" fmla="*/ 484920 w 48312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3" name="bk object 18"/>
            <p:cNvSpPr/>
            <p:nvPr/>
          </p:nvSpPr>
          <p:spPr>
            <a:xfrm>
              <a:off x="522360" y="4950720"/>
              <a:ext cx="8619840" cy="196200"/>
            </a:xfrm>
            <a:custGeom>
              <a:avLst/>
              <a:gdLst>
                <a:gd name="textAreaLeft" fmla="*/ 0 w 8619840"/>
                <a:gd name="textAreaRight" fmla="*/ 8621640 w 861984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4" name="Holder 3"/>
            <p:cNvSpPr/>
            <p:nvPr/>
          </p:nvSpPr>
          <p:spPr>
            <a:xfrm>
              <a:off x="8194680" y="4966200"/>
              <a:ext cx="447840" cy="165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95" name="Gerader Verbinder 11"/>
          <p:cNvCxnSpPr/>
          <p:nvPr/>
        </p:nvCxnSpPr>
        <p:spPr>
          <a:xfrm>
            <a:off x="521280" y="974520"/>
            <a:ext cx="6833880" cy="180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96" name="Grafik 9"/>
          <p:cNvGrpSpPr/>
          <p:nvPr/>
        </p:nvGrpSpPr>
        <p:grpSpPr>
          <a:xfrm>
            <a:off x="7741440" y="394200"/>
            <a:ext cx="1048320" cy="619200"/>
            <a:chOff x="7741440" y="394200"/>
            <a:chExt cx="1048320" cy="619200"/>
          </a:xfrm>
        </p:grpSpPr>
        <p:grpSp>
          <p:nvGrpSpPr>
            <p:cNvPr id="97" name="Grafik 9"/>
            <p:cNvGrpSpPr/>
            <p:nvPr/>
          </p:nvGrpSpPr>
          <p:grpSpPr>
            <a:xfrm>
              <a:off x="7741440" y="394200"/>
              <a:ext cx="883080" cy="430560"/>
              <a:chOff x="7741440" y="394200"/>
              <a:chExt cx="883080" cy="430560"/>
            </a:xfrm>
          </p:grpSpPr>
          <p:sp>
            <p:nvSpPr>
              <p:cNvPr id="98" name="Freihandform: Form 20"/>
              <p:cNvSpPr/>
              <p:nvPr/>
            </p:nvSpPr>
            <p:spPr>
              <a:xfrm>
                <a:off x="8358120" y="480600"/>
                <a:ext cx="266400" cy="26676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266760"/>
                  <a:gd name="textAreaBottom" fmla="*/ 268560 h 26676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" name="Freihandform: Form 21"/>
              <p:cNvSpPr/>
              <p:nvPr/>
            </p:nvSpPr>
            <p:spPr>
              <a:xfrm>
                <a:off x="774144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0" name="Freihandform: Form 22"/>
              <p:cNvSpPr/>
              <p:nvPr/>
            </p:nvSpPr>
            <p:spPr>
              <a:xfrm>
                <a:off x="805068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1" name="Freihandform: Form 23"/>
              <p:cNvSpPr/>
              <p:nvPr/>
            </p:nvSpPr>
            <p:spPr>
              <a:xfrm>
                <a:off x="784800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2" name="Freihandform: Form 24"/>
              <p:cNvSpPr/>
              <p:nvPr/>
            </p:nvSpPr>
            <p:spPr>
              <a:xfrm>
                <a:off x="795816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" name="Freihandform: Form 25"/>
              <p:cNvSpPr/>
              <p:nvPr/>
            </p:nvSpPr>
            <p:spPr>
              <a:xfrm>
                <a:off x="821232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4" name="Freihandform: Form 26"/>
            <p:cNvSpPr/>
            <p:nvPr/>
          </p:nvSpPr>
          <p:spPr>
            <a:xfrm>
              <a:off x="774144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5" name="Freihandform: Form 27"/>
            <p:cNvSpPr/>
            <p:nvPr/>
          </p:nvSpPr>
          <p:spPr>
            <a:xfrm>
              <a:off x="779976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6" name="Freihandform: Form 28"/>
            <p:cNvSpPr/>
            <p:nvPr/>
          </p:nvSpPr>
          <p:spPr>
            <a:xfrm>
              <a:off x="784908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7" name="Grafik 9"/>
            <p:cNvGrpSpPr/>
            <p:nvPr/>
          </p:nvGrpSpPr>
          <p:grpSpPr>
            <a:xfrm>
              <a:off x="7872120" y="834120"/>
              <a:ext cx="73440" cy="39960"/>
              <a:chOff x="7872120" y="834120"/>
              <a:chExt cx="73440" cy="39960"/>
            </a:xfrm>
          </p:grpSpPr>
          <p:sp>
            <p:nvSpPr>
              <p:cNvPr id="108" name="Freihandform: Form 30"/>
              <p:cNvSpPr/>
              <p:nvPr/>
            </p:nvSpPr>
            <p:spPr>
              <a:xfrm>
                <a:off x="787212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9" name="Freihandform: Form 31"/>
              <p:cNvSpPr/>
              <p:nvPr/>
            </p:nvSpPr>
            <p:spPr>
              <a:xfrm>
                <a:off x="7922160" y="834120"/>
                <a:ext cx="23400" cy="39960"/>
              </a:xfrm>
              <a:custGeom>
                <a:avLst/>
                <a:gdLst>
                  <a:gd name="textAreaLeft" fmla="*/ 0 w 23400"/>
                  <a:gd name="textAreaRight" fmla="*/ 25200 w 23400"/>
                  <a:gd name="textAreaTop" fmla="*/ 0 h 39960"/>
                  <a:gd name="textAreaBottom" fmla="*/ 41760 h 3996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0" name="Freihandform: Form 32"/>
            <p:cNvSpPr/>
            <p:nvPr/>
          </p:nvSpPr>
          <p:spPr>
            <a:xfrm>
              <a:off x="795924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1" name="Grafik 9"/>
            <p:cNvGrpSpPr/>
            <p:nvPr/>
          </p:nvGrpSpPr>
          <p:grpSpPr>
            <a:xfrm>
              <a:off x="7979760" y="812160"/>
              <a:ext cx="77400" cy="63720"/>
              <a:chOff x="7979760" y="812160"/>
              <a:chExt cx="77400" cy="63720"/>
            </a:xfrm>
          </p:grpSpPr>
          <p:sp>
            <p:nvSpPr>
              <p:cNvPr id="112" name="Freihandform: Form 34"/>
              <p:cNvSpPr/>
              <p:nvPr/>
            </p:nvSpPr>
            <p:spPr>
              <a:xfrm>
                <a:off x="7979760" y="834120"/>
                <a:ext cx="32760" cy="417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41760"/>
                  <a:gd name="textAreaBottom" fmla="*/ 43560 h 4176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3" name="Freihandform: Form 35"/>
              <p:cNvSpPr/>
              <p:nvPr/>
            </p:nvSpPr>
            <p:spPr>
              <a:xfrm>
                <a:off x="8024400" y="812160"/>
                <a:ext cx="32760" cy="615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61560"/>
                  <a:gd name="textAreaBottom" fmla="*/ 63360 h 6156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4" name="Freihandform: Form 36"/>
            <p:cNvSpPr/>
            <p:nvPr/>
          </p:nvSpPr>
          <p:spPr>
            <a:xfrm>
              <a:off x="810648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5" name="Freihandform: Form 37"/>
            <p:cNvSpPr/>
            <p:nvPr/>
          </p:nvSpPr>
          <p:spPr>
            <a:xfrm>
              <a:off x="816480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6" name="Freihandform: Form 38"/>
            <p:cNvSpPr/>
            <p:nvPr/>
          </p:nvSpPr>
          <p:spPr>
            <a:xfrm>
              <a:off x="821340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7" name="Grafik 9"/>
            <p:cNvGrpSpPr/>
            <p:nvPr/>
          </p:nvGrpSpPr>
          <p:grpSpPr>
            <a:xfrm>
              <a:off x="7741440" y="834120"/>
              <a:ext cx="1048320" cy="179280"/>
              <a:chOff x="7741440" y="834120"/>
              <a:chExt cx="1048320" cy="179280"/>
            </a:xfrm>
          </p:grpSpPr>
          <p:sp>
            <p:nvSpPr>
              <p:cNvPr id="118" name="Freihandform: Form 40"/>
              <p:cNvSpPr/>
              <p:nvPr/>
            </p:nvSpPr>
            <p:spPr>
              <a:xfrm>
                <a:off x="823644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9" name="Freihandform: Form 41"/>
              <p:cNvSpPr/>
              <p:nvPr/>
            </p:nvSpPr>
            <p:spPr>
              <a:xfrm>
                <a:off x="8284680" y="834120"/>
                <a:ext cx="34560" cy="41760"/>
              </a:xfrm>
              <a:custGeom>
                <a:avLst/>
                <a:gdLst>
                  <a:gd name="textAreaLeft" fmla="*/ 0 w 34560"/>
                  <a:gd name="textAreaRight" fmla="*/ 36360 w 34560"/>
                  <a:gd name="textAreaTop" fmla="*/ 0 h 41760"/>
                  <a:gd name="textAreaBottom" fmla="*/ 43560 h 4176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0" name="Freihandform: Form 42"/>
              <p:cNvSpPr/>
              <p:nvPr/>
            </p:nvSpPr>
            <p:spPr>
              <a:xfrm>
                <a:off x="7741440" y="914040"/>
                <a:ext cx="882720" cy="61560"/>
              </a:xfrm>
              <a:custGeom>
                <a:avLst/>
                <a:gdLst>
                  <a:gd name="textAreaLeft" fmla="*/ 0 w 882720"/>
                  <a:gd name="textAreaRight" fmla="*/ 884520 w 882720"/>
                  <a:gd name="textAreaTop" fmla="*/ 0 h 61560"/>
                  <a:gd name="textAreaBottom" fmla="*/ 63360 h 6156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1" name="Freihandform: Form 43"/>
              <p:cNvSpPr/>
              <p:nvPr/>
            </p:nvSpPr>
            <p:spPr>
              <a:xfrm>
                <a:off x="8677440" y="915480"/>
                <a:ext cx="112320" cy="97920"/>
              </a:xfrm>
              <a:custGeom>
                <a:avLst/>
                <a:gdLst>
                  <a:gd name="textAreaLeft" fmla="*/ 0 w 112320"/>
                  <a:gd name="textAreaRight" fmla="*/ 114120 w 112320"/>
                  <a:gd name="textAreaTop" fmla="*/ 0 h 97920"/>
                  <a:gd name="textAreaBottom" fmla="*/ 99720 h 9792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22" name="Freihandform: Form 44" hidden="1"/>
          <p:cNvSpPr/>
          <p:nvPr/>
        </p:nvSpPr>
        <p:spPr>
          <a:xfrm>
            <a:off x="-5040" y="407880"/>
            <a:ext cx="335520" cy="293040"/>
          </a:xfrm>
          <a:custGeom>
            <a:avLst/>
            <a:gdLst>
              <a:gd name="textAreaLeft" fmla="*/ 0 w 335520"/>
              <a:gd name="textAreaRight" fmla="*/ 337320 w 335520"/>
              <a:gd name="textAreaTop" fmla="*/ 0 h 293040"/>
              <a:gd name="textAreaBottom" fmla="*/ 294840 h 29304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123" name="Gruppieren 25"/>
          <p:cNvGrpSpPr/>
          <p:nvPr/>
        </p:nvGrpSpPr>
        <p:grpSpPr>
          <a:xfrm>
            <a:off x="-5040" y="4950720"/>
            <a:ext cx="9147240" cy="196200"/>
            <a:chOff x="-5040" y="4950720"/>
            <a:chExt cx="9147240" cy="196200"/>
          </a:xfrm>
        </p:grpSpPr>
        <p:sp>
          <p:nvSpPr>
            <p:cNvPr id="124" name="bk object 18"/>
            <p:cNvSpPr/>
            <p:nvPr/>
          </p:nvSpPr>
          <p:spPr>
            <a:xfrm>
              <a:off x="-5040" y="4950720"/>
              <a:ext cx="483120" cy="196200"/>
            </a:xfrm>
            <a:custGeom>
              <a:avLst/>
              <a:gdLst>
                <a:gd name="textAreaLeft" fmla="*/ 0 w 483120"/>
                <a:gd name="textAreaRight" fmla="*/ 484920 w 48312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5" name="bk object 18"/>
            <p:cNvSpPr/>
            <p:nvPr/>
          </p:nvSpPr>
          <p:spPr>
            <a:xfrm>
              <a:off x="522360" y="4950720"/>
              <a:ext cx="8619840" cy="196200"/>
            </a:xfrm>
            <a:custGeom>
              <a:avLst/>
              <a:gdLst>
                <a:gd name="textAreaLeft" fmla="*/ 0 w 8619840"/>
                <a:gd name="textAreaRight" fmla="*/ 8621640 w 861984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6" name="Holder 3"/>
            <p:cNvSpPr/>
            <p:nvPr/>
          </p:nvSpPr>
          <p:spPr>
            <a:xfrm>
              <a:off x="8194680" y="4966200"/>
              <a:ext cx="447840" cy="165960"/>
            </a:xfrm>
            <a:prstGeom prst="rect">
              <a:avLst/>
            </a:pr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27" name="PlaceHolder 1"/>
          <p:cNvSpPr>
            <a:spLocks noGrp="1"/>
          </p:cNvSpPr>
          <p:nvPr>
            <p:ph type="dt" idx="3"/>
          </p:nvPr>
        </p:nvSpPr>
        <p:spPr>
          <a:xfrm>
            <a:off x="526680" y="4460400"/>
            <a:ext cx="2055600" cy="2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 type="title" hasCustomPrompt="1"/>
          </p:nvPr>
        </p:nvSpPr>
        <p:spPr>
          <a:xfrm>
            <a:off x="526680" y="2331720"/>
            <a:ext cx="6397920" cy="1106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 bearbeiten</a:t>
            </a:r>
            <a:endParaRPr lang="de-DE" sz="3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grpSp>
        <p:nvGrpSpPr>
          <p:cNvPr id="129" name="Grafik 6"/>
          <p:cNvGrpSpPr/>
          <p:nvPr/>
        </p:nvGrpSpPr>
        <p:grpSpPr>
          <a:xfrm>
            <a:off x="522720" y="385200"/>
            <a:ext cx="1526400" cy="581760"/>
            <a:chOff x="522720" y="385200"/>
            <a:chExt cx="1526400" cy="581760"/>
          </a:xfrm>
        </p:grpSpPr>
        <p:sp>
          <p:nvSpPr>
            <p:cNvPr id="130" name="Freihandform: Form 13"/>
            <p:cNvSpPr/>
            <p:nvPr/>
          </p:nvSpPr>
          <p:spPr>
            <a:xfrm>
              <a:off x="1888920" y="825480"/>
              <a:ext cx="160200" cy="141480"/>
            </a:xfrm>
            <a:custGeom>
              <a:avLst/>
              <a:gdLst>
                <a:gd name="textAreaLeft" fmla="*/ 0 w 160200"/>
                <a:gd name="textAreaRight" fmla="*/ 162000 w 160200"/>
                <a:gd name="textAreaTop" fmla="*/ 0 h 141480"/>
                <a:gd name="textAreaBottom" fmla="*/ 143280 h 141480"/>
                <a:gd name="GluePoint1X" fmla="*/ 0 w 270992"/>
                <a:gd name="GluePoint1Y" fmla="*/ 242086 h 239376"/>
                <a:gd name="GluePoint2X" fmla="*/ 152659 w 270992"/>
                <a:gd name="GluePoint2Y" fmla="*/ 242086 h 239376"/>
                <a:gd name="GluePoint3X" fmla="*/ 274154 w 270992"/>
                <a:gd name="GluePoint3Y" fmla="*/ 121043 h 239376"/>
                <a:gd name="GluePoint4X" fmla="*/ 152659 w 270992"/>
                <a:gd name="GluePoint4Y" fmla="*/ 0 h 239376"/>
                <a:gd name="GluePoint5X" fmla="*/ 0 w 270992"/>
                <a:gd name="GluePoint5Y" fmla="*/ 0 h 239376"/>
                <a:gd name="GluePoint6X" fmla="*/ 0 w 270992"/>
                <a:gd name="GluePoint6Y" fmla="*/ 242086 h 23937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</a:cxnLst>
              <a:rect l="textAreaLeft" t="textAreaTop" r="textAreaRight" b="textAreaBottom"/>
              <a:pathLst>
                <a:path w="270992" h="239376">
                  <a:moveTo>
                    <a:pt x="0" y="242086"/>
                  </a:moveTo>
                  <a:lnTo>
                    <a:pt x="152659" y="242086"/>
                  </a:lnTo>
                  <a:cubicBezTo>
                    <a:pt x="219955" y="242086"/>
                    <a:pt x="274154" y="187888"/>
                    <a:pt x="274154" y="121043"/>
                  </a:cubicBezTo>
                  <a:cubicBezTo>
                    <a:pt x="274154" y="54198"/>
                    <a:pt x="219955" y="0"/>
                    <a:pt x="152659" y="0"/>
                  </a:cubicBezTo>
                  <a:lnTo>
                    <a:pt x="0" y="0"/>
                  </a:lnTo>
                  <a:lnTo>
                    <a:pt x="0" y="242086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0280" tIns="45000" rIns="8028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1" name="Freihandform: Form 14"/>
            <p:cNvSpPr/>
            <p:nvPr/>
          </p:nvSpPr>
          <p:spPr>
            <a:xfrm>
              <a:off x="1432440" y="512640"/>
              <a:ext cx="392760" cy="395640"/>
            </a:xfrm>
            <a:custGeom>
              <a:avLst/>
              <a:gdLst>
                <a:gd name="textAreaLeft" fmla="*/ 0 w 392760"/>
                <a:gd name="textAreaRight" fmla="*/ 394560 w 392760"/>
                <a:gd name="textAreaTop" fmla="*/ 0 h 395640"/>
                <a:gd name="textAreaBottom" fmla="*/ 397440 h 395640"/>
                <a:gd name="GluePoint1X" fmla="*/ 662124 w 659414"/>
                <a:gd name="GluePoint1Y" fmla="*/ 0 h 663930"/>
                <a:gd name="GluePoint2X" fmla="*/ 662124 w 659414"/>
                <a:gd name="GluePoint2Y" fmla="*/ 331965 h 663930"/>
                <a:gd name="GluePoint3X" fmla="*/ 331062 w 659414"/>
                <a:gd name="GluePoint3Y" fmla="*/ 663931 h 663930"/>
                <a:gd name="GluePoint4X" fmla="*/ 0 w 659414"/>
                <a:gd name="GluePoint4Y" fmla="*/ 331965 h 663930"/>
                <a:gd name="GluePoint5X" fmla="*/ 0 w 659414"/>
                <a:gd name="GluePoint5Y" fmla="*/ 0 h 663930"/>
                <a:gd name="GluePoint6X" fmla="*/ 168015 w 659414"/>
                <a:gd name="GluePoint6Y" fmla="*/ 0 h 663930"/>
                <a:gd name="GluePoint7X" fmla="*/ 168015 w 659414"/>
                <a:gd name="GluePoint7Y" fmla="*/ 317513 h 663930"/>
                <a:gd name="GluePoint8X" fmla="*/ 331514 w 659414"/>
                <a:gd name="GluePoint8Y" fmla="*/ 490496 h 663930"/>
                <a:gd name="GluePoint9X" fmla="*/ 495012 w 659414"/>
                <a:gd name="GluePoint9Y" fmla="*/ 317513 h 663930"/>
                <a:gd name="GluePoint10X" fmla="*/ 495012 w 659414"/>
                <a:gd name="GluePoint10Y" fmla="*/ 0 h 663930"/>
                <a:gd name="GluePoint11X" fmla="*/ 662124 w 659414"/>
                <a:gd name="GluePoint11Y" fmla="*/ 0 h 66393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659414" h="663930">
                  <a:moveTo>
                    <a:pt x="662124" y="0"/>
                  </a:moveTo>
                  <a:lnTo>
                    <a:pt x="662124" y="331965"/>
                  </a:lnTo>
                  <a:cubicBezTo>
                    <a:pt x="662124" y="529790"/>
                    <a:pt x="513982" y="663931"/>
                    <a:pt x="331062" y="663931"/>
                  </a:cubicBezTo>
                  <a:cubicBezTo>
                    <a:pt x="148142" y="663931"/>
                    <a:pt x="0" y="529790"/>
                    <a:pt x="0" y="331965"/>
                  </a:cubicBezTo>
                  <a:cubicBezTo>
                    <a:pt x="0" y="303511"/>
                    <a:pt x="0" y="0"/>
                    <a:pt x="0" y="0"/>
                  </a:cubicBezTo>
                  <a:lnTo>
                    <a:pt x="168015" y="0"/>
                  </a:lnTo>
                  <a:cubicBezTo>
                    <a:pt x="168015" y="60522"/>
                    <a:pt x="168015" y="305318"/>
                    <a:pt x="168015" y="317513"/>
                  </a:cubicBezTo>
                  <a:cubicBezTo>
                    <a:pt x="168015" y="420038"/>
                    <a:pt x="241183" y="490496"/>
                    <a:pt x="331514" y="490496"/>
                  </a:cubicBezTo>
                  <a:cubicBezTo>
                    <a:pt x="421845" y="490496"/>
                    <a:pt x="495012" y="420490"/>
                    <a:pt x="495012" y="317513"/>
                  </a:cubicBezTo>
                  <a:lnTo>
                    <a:pt x="495012" y="0"/>
                  </a:lnTo>
                  <a:lnTo>
                    <a:pt x="662124" y="0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2" name="Freihandform: Form 15"/>
            <p:cNvSpPr/>
            <p:nvPr/>
          </p:nvSpPr>
          <p:spPr>
            <a:xfrm>
              <a:off x="522720" y="385200"/>
              <a:ext cx="392760" cy="511920"/>
            </a:xfrm>
            <a:custGeom>
              <a:avLst/>
              <a:gdLst>
                <a:gd name="textAreaLeft" fmla="*/ 0 w 392760"/>
                <a:gd name="textAreaRight" fmla="*/ 394560 w 392760"/>
                <a:gd name="textAreaTop" fmla="*/ 0 h 511920"/>
                <a:gd name="textAreaBottom" fmla="*/ 513720 h 511920"/>
                <a:gd name="GluePoint1X" fmla="*/ 168015 w 659414"/>
                <a:gd name="GluePoint1Y" fmla="*/ 859497 h 858142"/>
                <a:gd name="GluePoint2X" fmla="*/ 0 w 659414"/>
                <a:gd name="GluePoint2Y" fmla="*/ 859497 h 858142"/>
                <a:gd name="GluePoint3X" fmla="*/ 0 w 659414"/>
                <a:gd name="GluePoint3Y" fmla="*/ 0 h 858142"/>
                <a:gd name="GluePoint4X" fmla="*/ 168015 w 659414"/>
                <a:gd name="GluePoint4Y" fmla="*/ 0 h 858142"/>
                <a:gd name="GluePoint5X" fmla="*/ 168015 w 659414"/>
                <a:gd name="GluePoint5Y" fmla="*/ 235312 h 858142"/>
                <a:gd name="GluePoint6X" fmla="*/ 331514 w 659414"/>
                <a:gd name="GluePoint6Y" fmla="*/ 195114 h 858142"/>
                <a:gd name="GluePoint7X" fmla="*/ 662576 w 659414"/>
                <a:gd name="GluePoint7Y" fmla="*/ 527080 h 858142"/>
                <a:gd name="GluePoint8X" fmla="*/ 662576 w 659414"/>
                <a:gd name="GluePoint8Y" fmla="*/ 859045 h 858142"/>
                <a:gd name="GluePoint9X" fmla="*/ 494561 w 659414"/>
                <a:gd name="GluePoint9Y" fmla="*/ 859045 h 858142"/>
                <a:gd name="GluePoint10X" fmla="*/ 494561 w 659414"/>
                <a:gd name="GluePoint10Y" fmla="*/ 541533 h 858142"/>
                <a:gd name="GluePoint11X" fmla="*/ 331062 w 659414"/>
                <a:gd name="GluePoint11Y" fmla="*/ 368549 h 858142"/>
                <a:gd name="GluePoint12X" fmla="*/ 167563 w 659414"/>
                <a:gd name="GluePoint12Y" fmla="*/ 541533 h 858142"/>
                <a:gd name="GluePoint13X" fmla="*/ 168015 w 659414"/>
                <a:gd name="GluePoint13Y" fmla="*/ 859497 h 858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8015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8015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3" name="Freihandform: Form 16"/>
            <p:cNvSpPr/>
            <p:nvPr/>
          </p:nvSpPr>
          <p:spPr>
            <a:xfrm>
              <a:off x="979200" y="385200"/>
              <a:ext cx="392760" cy="511920"/>
            </a:xfrm>
            <a:custGeom>
              <a:avLst/>
              <a:gdLst>
                <a:gd name="textAreaLeft" fmla="*/ 0 w 392760"/>
                <a:gd name="textAreaRight" fmla="*/ 394560 w 392760"/>
                <a:gd name="textAreaTop" fmla="*/ 0 h 511920"/>
                <a:gd name="textAreaBottom" fmla="*/ 513720 h 511920"/>
                <a:gd name="GluePoint1X" fmla="*/ 167563 w 659414"/>
                <a:gd name="GluePoint1Y" fmla="*/ 859497 h 858142"/>
                <a:gd name="GluePoint2X" fmla="*/ 0 w 659414"/>
                <a:gd name="GluePoint2Y" fmla="*/ 859497 h 858142"/>
                <a:gd name="GluePoint3X" fmla="*/ 0 w 659414"/>
                <a:gd name="GluePoint3Y" fmla="*/ 0 h 858142"/>
                <a:gd name="GluePoint4X" fmla="*/ 168015 w 659414"/>
                <a:gd name="GluePoint4Y" fmla="*/ 0 h 858142"/>
                <a:gd name="GluePoint5X" fmla="*/ 168015 w 659414"/>
                <a:gd name="GluePoint5Y" fmla="*/ 235312 h 858142"/>
                <a:gd name="GluePoint6X" fmla="*/ 331514 w 659414"/>
                <a:gd name="GluePoint6Y" fmla="*/ 195114 h 858142"/>
                <a:gd name="GluePoint7X" fmla="*/ 662576 w 659414"/>
                <a:gd name="GluePoint7Y" fmla="*/ 527080 h 858142"/>
                <a:gd name="GluePoint8X" fmla="*/ 662576 w 659414"/>
                <a:gd name="GluePoint8Y" fmla="*/ 859045 h 858142"/>
                <a:gd name="GluePoint9X" fmla="*/ 494561 w 659414"/>
                <a:gd name="GluePoint9Y" fmla="*/ 859045 h 858142"/>
                <a:gd name="GluePoint10X" fmla="*/ 494561 w 659414"/>
                <a:gd name="GluePoint10Y" fmla="*/ 541533 h 858142"/>
                <a:gd name="GluePoint11X" fmla="*/ 331062 w 659414"/>
                <a:gd name="GluePoint11Y" fmla="*/ 368549 h 858142"/>
                <a:gd name="GluePoint12X" fmla="*/ 167563 w 659414"/>
                <a:gd name="GluePoint12Y" fmla="*/ 541533 h 858142"/>
                <a:gd name="GluePoint13X" fmla="*/ 167563 w 659414"/>
                <a:gd name="GluePoint13Y" fmla="*/ 859497 h 858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7563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7563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</p:grp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folie mit Bild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" name="Gruppieren 6"/>
          <p:cNvGrpSpPr/>
          <p:nvPr/>
        </p:nvGrpSpPr>
        <p:grpSpPr>
          <a:xfrm>
            <a:off x="-5040" y="4950720"/>
            <a:ext cx="9147240" cy="196200"/>
            <a:chOff x="-5040" y="4950720"/>
            <a:chExt cx="9147240" cy="196200"/>
          </a:xfrm>
        </p:grpSpPr>
        <p:sp>
          <p:nvSpPr>
            <p:cNvPr id="135" name="bk object 18"/>
            <p:cNvSpPr/>
            <p:nvPr/>
          </p:nvSpPr>
          <p:spPr>
            <a:xfrm>
              <a:off x="-5040" y="4950720"/>
              <a:ext cx="483120" cy="196200"/>
            </a:xfrm>
            <a:custGeom>
              <a:avLst/>
              <a:gdLst>
                <a:gd name="textAreaLeft" fmla="*/ 0 w 483120"/>
                <a:gd name="textAreaRight" fmla="*/ 484920 w 48312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6" name="bk object 18"/>
            <p:cNvSpPr/>
            <p:nvPr/>
          </p:nvSpPr>
          <p:spPr>
            <a:xfrm>
              <a:off x="522360" y="4950720"/>
              <a:ext cx="8619840" cy="196200"/>
            </a:xfrm>
            <a:custGeom>
              <a:avLst/>
              <a:gdLst>
                <a:gd name="textAreaLeft" fmla="*/ 0 w 8619840"/>
                <a:gd name="textAreaRight" fmla="*/ 8621640 w 861984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7" name="Holder 3"/>
            <p:cNvSpPr/>
            <p:nvPr/>
          </p:nvSpPr>
          <p:spPr>
            <a:xfrm>
              <a:off x="8194680" y="4966200"/>
              <a:ext cx="447840" cy="165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38" name="Gerader Verbinder 11"/>
          <p:cNvCxnSpPr/>
          <p:nvPr/>
        </p:nvCxnSpPr>
        <p:spPr>
          <a:xfrm>
            <a:off x="521280" y="974520"/>
            <a:ext cx="6833880" cy="180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139" name="Grafik 9"/>
          <p:cNvGrpSpPr/>
          <p:nvPr/>
        </p:nvGrpSpPr>
        <p:grpSpPr>
          <a:xfrm>
            <a:off x="7741440" y="394200"/>
            <a:ext cx="1048320" cy="619200"/>
            <a:chOff x="7741440" y="394200"/>
            <a:chExt cx="1048320" cy="619200"/>
          </a:xfrm>
        </p:grpSpPr>
        <p:grpSp>
          <p:nvGrpSpPr>
            <p:cNvPr id="140" name="Grafik 9"/>
            <p:cNvGrpSpPr/>
            <p:nvPr/>
          </p:nvGrpSpPr>
          <p:grpSpPr>
            <a:xfrm>
              <a:off x="7741440" y="394200"/>
              <a:ext cx="883080" cy="430560"/>
              <a:chOff x="7741440" y="394200"/>
              <a:chExt cx="883080" cy="430560"/>
            </a:xfrm>
          </p:grpSpPr>
          <p:sp>
            <p:nvSpPr>
              <p:cNvPr id="141" name="Freihandform: Form 20"/>
              <p:cNvSpPr/>
              <p:nvPr/>
            </p:nvSpPr>
            <p:spPr>
              <a:xfrm>
                <a:off x="8358120" y="480600"/>
                <a:ext cx="266400" cy="26676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266760"/>
                  <a:gd name="textAreaBottom" fmla="*/ 268560 h 26676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2" name="Freihandform: Form 21"/>
              <p:cNvSpPr/>
              <p:nvPr/>
            </p:nvSpPr>
            <p:spPr>
              <a:xfrm>
                <a:off x="774144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3" name="Freihandform: Form 22"/>
              <p:cNvSpPr/>
              <p:nvPr/>
            </p:nvSpPr>
            <p:spPr>
              <a:xfrm>
                <a:off x="805068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4" name="Freihandform: Form 23"/>
              <p:cNvSpPr/>
              <p:nvPr/>
            </p:nvSpPr>
            <p:spPr>
              <a:xfrm>
                <a:off x="784800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5" name="Freihandform: Form 24"/>
              <p:cNvSpPr/>
              <p:nvPr/>
            </p:nvSpPr>
            <p:spPr>
              <a:xfrm>
                <a:off x="795816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6" name="Freihandform: Form 25"/>
              <p:cNvSpPr/>
              <p:nvPr/>
            </p:nvSpPr>
            <p:spPr>
              <a:xfrm>
                <a:off x="821232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47" name="Freihandform: Form 26"/>
            <p:cNvSpPr/>
            <p:nvPr/>
          </p:nvSpPr>
          <p:spPr>
            <a:xfrm>
              <a:off x="774144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8" name="Freihandform: Form 27"/>
            <p:cNvSpPr/>
            <p:nvPr/>
          </p:nvSpPr>
          <p:spPr>
            <a:xfrm>
              <a:off x="779976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9" name="Freihandform: Form 28"/>
            <p:cNvSpPr/>
            <p:nvPr/>
          </p:nvSpPr>
          <p:spPr>
            <a:xfrm>
              <a:off x="784908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50" name="Grafik 9"/>
            <p:cNvGrpSpPr/>
            <p:nvPr/>
          </p:nvGrpSpPr>
          <p:grpSpPr>
            <a:xfrm>
              <a:off x="7872120" y="834120"/>
              <a:ext cx="73440" cy="39960"/>
              <a:chOff x="7872120" y="834120"/>
              <a:chExt cx="73440" cy="39960"/>
            </a:xfrm>
          </p:grpSpPr>
          <p:sp>
            <p:nvSpPr>
              <p:cNvPr id="151" name="Freihandform: Form 30"/>
              <p:cNvSpPr/>
              <p:nvPr/>
            </p:nvSpPr>
            <p:spPr>
              <a:xfrm>
                <a:off x="787212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2" name="Freihandform: Form 31"/>
              <p:cNvSpPr/>
              <p:nvPr/>
            </p:nvSpPr>
            <p:spPr>
              <a:xfrm>
                <a:off x="7922160" y="834120"/>
                <a:ext cx="23400" cy="39960"/>
              </a:xfrm>
              <a:custGeom>
                <a:avLst/>
                <a:gdLst>
                  <a:gd name="textAreaLeft" fmla="*/ 0 w 23400"/>
                  <a:gd name="textAreaRight" fmla="*/ 25200 w 23400"/>
                  <a:gd name="textAreaTop" fmla="*/ 0 h 39960"/>
                  <a:gd name="textAreaBottom" fmla="*/ 41760 h 3996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53" name="Freihandform: Form 32"/>
            <p:cNvSpPr/>
            <p:nvPr/>
          </p:nvSpPr>
          <p:spPr>
            <a:xfrm>
              <a:off x="795924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54" name="Grafik 9"/>
            <p:cNvGrpSpPr/>
            <p:nvPr/>
          </p:nvGrpSpPr>
          <p:grpSpPr>
            <a:xfrm>
              <a:off x="7979760" y="812160"/>
              <a:ext cx="77400" cy="63720"/>
              <a:chOff x="7979760" y="812160"/>
              <a:chExt cx="77400" cy="63720"/>
            </a:xfrm>
          </p:grpSpPr>
          <p:sp>
            <p:nvSpPr>
              <p:cNvPr id="155" name="Freihandform: Form 34"/>
              <p:cNvSpPr/>
              <p:nvPr/>
            </p:nvSpPr>
            <p:spPr>
              <a:xfrm>
                <a:off x="7979760" y="834120"/>
                <a:ext cx="32760" cy="417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41760"/>
                  <a:gd name="textAreaBottom" fmla="*/ 43560 h 4176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6" name="Freihandform: Form 35"/>
              <p:cNvSpPr/>
              <p:nvPr/>
            </p:nvSpPr>
            <p:spPr>
              <a:xfrm>
                <a:off x="8024400" y="812160"/>
                <a:ext cx="32760" cy="615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61560"/>
                  <a:gd name="textAreaBottom" fmla="*/ 63360 h 6156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57" name="Freihandform: Form 36"/>
            <p:cNvSpPr/>
            <p:nvPr/>
          </p:nvSpPr>
          <p:spPr>
            <a:xfrm>
              <a:off x="810648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8" name="Freihandform: Form 37"/>
            <p:cNvSpPr/>
            <p:nvPr/>
          </p:nvSpPr>
          <p:spPr>
            <a:xfrm>
              <a:off x="816480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9" name="Freihandform: Form 38"/>
            <p:cNvSpPr/>
            <p:nvPr/>
          </p:nvSpPr>
          <p:spPr>
            <a:xfrm>
              <a:off x="821340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60" name="Grafik 9"/>
            <p:cNvGrpSpPr/>
            <p:nvPr/>
          </p:nvGrpSpPr>
          <p:grpSpPr>
            <a:xfrm>
              <a:off x="7741440" y="834120"/>
              <a:ext cx="1048320" cy="179280"/>
              <a:chOff x="7741440" y="834120"/>
              <a:chExt cx="1048320" cy="179280"/>
            </a:xfrm>
          </p:grpSpPr>
          <p:sp>
            <p:nvSpPr>
              <p:cNvPr id="161" name="Freihandform: Form 40"/>
              <p:cNvSpPr/>
              <p:nvPr/>
            </p:nvSpPr>
            <p:spPr>
              <a:xfrm>
                <a:off x="823644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2" name="Freihandform: Form 41"/>
              <p:cNvSpPr/>
              <p:nvPr/>
            </p:nvSpPr>
            <p:spPr>
              <a:xfrm>
                <a:off x="8284680" y="834120"/>
                <a:ext cx="34560" cy="41760"/>
              </a:xfrm>
              <a:custGeom>
                <a:avLst/>
                <a:gdLst>
                  <a:gd name="textAreaLeft" fmla="*/ 0 w 34560"/>
                  <a:gd name="textAreaRight" fmla="*/ 36360 w 34560"/>
                  <a:gd name="textAreaTop" fmla="*/ 0 h 41760"/>
                  <a:gd name="textAreaBottom" fmla="*/ 43560 h 4176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3" name="Freihandform: Form 42"/>
              <p:cNvSpPr/>
              <p:nvPr/>
            </p:nvSpPr>
            <p:spPr>
              <a:xfrm>
                <a:off x="7741440" y="914040"/>
                <a:ext cx="882720" cy="61560"/>
              </a:xfrm>
              <a:custGeom>
                <a:avLst/>
                <a:gdLst>
                  <a:gd name="textAreaLeft" fmla="*/ 0 w 882720"/>
                  <a:gd name="textAreaRight" fmla="*/ 884520 w 882720"/>
                  <a:gd name="textAreaTop" fmla="*/ 0 h 61560"/>
                  <a:gd name="textAreaBottom" fmla="*/ 63360 h 6156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4" name="Freihandform: Form 43"/>
              <p:cNvSpPr/>
              <p:nvPr/>
            </p:nvSpPr>
            <p:spPr>
              <a:xfrm>
                <a:off x="8677440" y="915480"/>
                <a:ext cx="112320" cy="97920"/>
              </a:xfrm>
              <a:custGeom>
                <a:avLst/>
                <a:gdLst>
                  <a:gd name="textAreaLeft" fmla="*/ 0 w 112320"/>
                  <a:gd name="textAreaRight" fmla="*/ 114120 w 112320"/>
                  <a:gd name="textAreaTop" fmla="*/ 0 h 97920"/>
                  <a:gd name="textAreaBottom" fmla="*/ 99720 h 9792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65" name="Freihandform: Form 44" hidden="1"/>
          <p:cNvSpPr/>
          <p:nvPr/>
        </p:nvSpPr>
        <p:spPr>
          <a:xfrm>
            <a:off x="-5040" y="407880"/>
            <a:ext cx="335520" cy="293040"/>
          </a:xfrm>
          <a:custGeom>
            <a:avLst/>
            <a:gdLst>
              <a:gd name="textAreaLeft" fmla="*/ 0 w 335520"/>
              <a:gd name="textAreaRight" fmla="*/ 337320 w 335520"/>
              <a:gd name="textAreaTop" fmla="*/ 0 h 293040"/>
              <a:gd name="textAreaBottom" fmla="*/ 294840 h 29304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166" name="Gruppieren 28"/>
          <p:cNvGrpSpPr/>
          <p:nvPr/>
        </p:nvGrpSpPr>
        <p:grpSpPr>
          <a:xfrm>
            <a:off x="-5040" y="4950720"/>
            <a:ext cx="9147240" cy="196200"/>
            <a:chOff x="-5040" y="4950720"/>
            <a:chExt cx="9147240" cy="196200"/>
          </a:xfrm>
        </p:grpSpPr>
        <p:sp>
          <p:nvSpPr>
            <p:cNvPr id="167" name="bk object 18"/>
            <p:cNvSpPr/>
            <p:nvPr/>
          </p:nvSpPr>
          <p:spPr>
            <a:xfrm>
              <a:off x="-5040" y="4950720"/>
              <a:ext cx="483120" cy="196200"/>
            </a:xfrm>
            <a:custGeom>
              <a:avLst/>
              <a:gdLst>
                <a:gd name="textAreaLeft" fmla="*/ 0 w 483120"/>
                <a:gd name="textAreaRight" fmla="*/ 484920 w 48312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8" name="bk object 18"/>
            <p:cNvSpPr/>
            <p:nvPr/>
          </p:nvSpPr>
          <p:spPr>
            <a:xfrm>
              <a:off x="522360" y="4950720"/>
              <a:ext cx="8619840" cy="196200"/>
            </a:xfrm>
            <a:custGeom>
              <a:avLst/>
              <a:gdLst>
                <a:gd name="textAreaLeft" fmla="*/ 0 w 8619840"/>
                <a:gd name="textAreaRight" fmla="*/ 8621640 w 861984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9" name="Holder 3"/>
            <p:cNvSpPr/>
            <p:nvPr/>
          </p:nvSpPr>
          <p:spPr>
            <a:xfrm>
              <a:off x="8194680" y="4966200"/>
              <a:ext cx="447840" cy="165960"/>
            </a:xfrm>
            <a:prstGeom prst="rect">
              <a:avLst/>
            </a:pr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70" name="PlaceHolder 1"/>
          <p:cNvSpPr>
            <a:spLocks noGrp="1"/>
          </p:cNvSpPr>
          <p:nvPr>
            <p:ph type="dt" idx="4"/>
          </p:nvPr>
        </p:nvSpPr>
        <p:spPr>
          <a:xfrm>
            <a:off x="526680" y="4460400"/>
            <a:ext cx="2055600" cy="2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" name="PlaceHolder 2"/>
          <p:cNvSpPr>
            <a:spLocks noGrp="1"/>
          </p:cNvSpPr>
          <p:nvPr>
            <p:ph type="title" hasCustomPrompt="1"/>
          </p:nvPr>
        </p:nvSpPr>
        <p:spPr>
          <a:xfrm>
            <a:off x="526680" y="2331720"/>
            <a:ext cx="4934880" cy="1106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 bearbeiten</a:t>
            </a:r>
            <a:endParaRPr lang="de-DE" sz="3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grpSp>
        <p:nvGrpSpPr>
          <p:cNvPr id="172" name="Grafik 6"/>
          <p:cNvGrpSpPr/>
          <p:nvPr/>
        </p:nvGrpSpPr>
        <p:grpSpPr>
          <a:xfrm>
            <a:off x="522720" y="385200"/>
            <a:ext cx="1526400" cy="581760"/>
            <a:chOff x="522720" y="385200"/>
            <a:chExt cx="1526400" cy="581760"/>
          </a:xfrm>
        </p:grpSpPr>
        <p:sp>
          <p:nvSpPr>
            <p:cNvPr id="173" name="Freihandform: Form 13"/>
            <p:cNvSpPr/>
            <p:nvPr/>
          </p:nvSpPr>
          <p:spPr>
            <a:xfrm>
              <a:off x="1888920" y="825480"/>
              <a:ext cx="160200" cy="141480"/>
            </a:xfrm>
            <a:custGeom>
              <a:avLst/>
              <a:gdLst>
                <a:gd name="textAreaLeft" fmla="*/ 0 w 160200"/>
                <a:gd name="textAreaRight" fmla="*/ 162000 w 160200"/>
                <a:gd name="textAreaTop" fmla="*/ 0 h 141480"/>
                <a:gd name="textAreaBottom" fmla="*/ 143280 h 141480"/>
                <a:gd name="GluePoint1X" fmla="*/ 0 w 270992"/>
                <a:gd name="GluePoint1Y" fmla="*/ 242086 h 239376"/>
                <a:gd name="GluePoint2X" fmla="*/ 152659 w 270992"/>
                <a:gd name="GluePoint2Y" fmla="*/ 242086 h 239376"/>
                <a:gd name="GluePoint3X" fmla="*/ 274154 w 270992"/>
                <a:gd name="GluePoint3Y" fmla="*/ 121043 h 239376"/>
                <a:gd name="GluePoint4X" fmla="*/ 152659 w 270992"/>
                <a:gd name="GluePoint4Y" fmla="*/ 0 h 239376"/>
                <a:gd name="GluePoint5X" fmla="*/ 0 w 270992"/>
                <a:gd name="GluePoint5Y" fmla="*/ 0 h 239376"/>
                <a:gd name="GluePoint6X" fmla="*/ 0 w 270992"/>
                <a:gd name="GluePoint6Y" fmla="*/ 242086 h 23937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</a:cxnLst>
              <a:rect l="textAreaLeft" t="textAreaTop" r="textAreaRight" b="textAreaBottom"/>
              <a:pathLst>
                <a:path w="270992" h="239376">
                  <a:moveTo>
                    <a:pt x="0" y="242086"/>
                  </a:moveTo>
                  <a:lnTo>
                    <a:pt x="152659" y="242086"/>
                  </a:lnTo>
                  <a:cubicBezTo>
                    <a:pt x="219955" y="242086"/>
                    <a:pt x="274154" y="187888"/>
                    <a:pt x="274154" y="121043"/>
                  </a:cubicBezTo>
                  <a:cubicBezTo>
                    <a:pt x="274154" y="54198"/>
                    <a:pt x="219955" y="0"/>
                    <a:pt x="152659" y="0"/>
                  </a:cubicBezTo>
                  <a:lnTo>
                    <a:pt x="0" y="0"/>
                  </a:lnTo>
                  <a:lnTo>
                    <a:pt x="0" y="242086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0280" tIns="45000" rIns="8028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4" name="Freihandform: Form 15"/>
            <p:cNvSpPr/>
            <p:nvPr/>
          </p:nvSpPr>
          <p:spPr>
            <a:xfrm>
              <a:off x="1432440" y="512640"/>
              <a:ext cx="392760" cy="395640"/>
            </a:xfrm>
            <a:custGeom>
              <a:avLst/>
              <a:gdLst>
                <a:gd name="textAreaLeft" fmla="*/ 0 w 392760"/>
                <a:gd name="textAreaRight" fmla="*/ 394560 w 392760"/>
                <a:gd name="textAreaTop" fmla="*/ 0 h 395640"/>
                <a:gd name="textAreaBottom" fmla="*/ 397440 h 395640"/>
                <a:gd name="GluePoint1X" fmla="*/ 662124 w 659414"/>
                <a:gd name="GluePoint1Y" fmla="*/ 0 h 663930"/>
                <a:gd name="GluePoint2X" fmla="*/ 662124 w 659414"/>
                <a:gd name="GluePoint2Y" fmla="*/ 331965 h 663930"/>
                <a:gd name="GluePoint3X" fmla="*/ 331062 w 659414"/>
                <a:gd name="GluePoint3Y" fmla="*/ 663931 h 663930"/>
                <a:gd name="GluePoint4X" fmla="*/ 0 w 659414"/>
                <a:gd name="GluePoint4Y" fmla="*/ 331965 h 663930"/>
                <a:gd name="GluePoint5X" fmla="*/ 0 w 659414"/>
                <a:gd name="GluePoint5Y" fmla="*/ 0 h 663930"/>
                <a:gd name="GluePoint6X" fmla="*/ 168015 w 659414"/>
                <a:gd name="GluePoint6Y" fmla="*/ 0 h 663930"/>
                <a:gd name="GluePoint7X" fmla="*/ 168015 w 659414"/>
                <a:gd name="GluePoint7Y" fmla="*/ 317513 h 663930"/>
                <a:gd name="GluePoint8X" fmla="*/ 331514 w 659414"/>
                <a:gd name="GluePoint8Y" fmla="*/ 490496 h 663930"/>
                <a:gd name="GluePoint9X" fmla="*/ 495012 w 659414"/>
                <a:gd name="GluePoint9Y" fmla="*/ 317513 h 663930"/>
                <a:gd name="GluePoint10X" fmla="*/ 495012 w 659414"/>
                <a:gd name="GluePoint10Y" fmla="*/ 0 h 663930"/>
                <a:gd name="GluePoint11X" fmla="*/ 662124 w 659414"/>
                <a:gd name="GluePoint11Y" fmla="*/ 0 h 66393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659414" h="663930">
                  <a:moveTo>
                    <a:pt x="662124" y="0"/>
                  </a:moveTo>
                  <a:lnTo>
                    <a:pt x="662124" y="331965"/>
                  </a:lnTo>
                  <a:cubicBezTo>
                    <a:pt x="662124" y="529790"/>
                    <a:pt x="513982" y="663931"/>
                    <a:pt x="331062" y="663931"/>
                  </a:cubicBezTo>
                  <a:cubicBezTo>
                    <a:pt x="148142" y="663931"/>
                    <a:pt x="0" y="529790"/>
                    <a:pt x="0" y="331965"/>
                  </a:cubicBezTo>
                  <a:cubicBezTo>
                    <a:pt x="0" y="303511"/>
                    <a:pt x="0" y="0"/>
                    <a:pt x="0" y="0"/>
                  </a:cubicBezTo>
                  <a:lnTo>
                    <a:pt x="168015" y="0"/>
                  </a:lnTo>
                  <a:cubicBezTo>
                    <a:pt x="168015" y="60522"/>
                    <a:pt x="168015" y="305318"/>
                    <a:pt x="168015" y="317513"/>
                  </a:cubicBezTo>
                  <a:cubicBezTo>
                    <a:pt x="168015" y="420038"/>
                    <a:pt x="241183" y="490496"/>
                    <a:pt x="331514" y="490496"/>
                  </a:cubicBezTo>
                  <a:cubicBezTo>
                    <a:pt x="421845" y="490496"/>
                    <a:pt x="495012" y="420490"/>
                    <a:pt x="495012" y="317513"/>
                  </a:cubicBezTo>
                  <a:lnTo>
                    <a:pt x="495012" y="0"/>
                  </a:lnTo>
                  <a:lnTo>
                    <a:pt x="662124" y="0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5" name="Freihandform: Form 18"/>
            <p:cNvSpPr/>
            <p:nvPr/>
          </p:nvSpPr>
          <p:spPr>
            <a:xfrm>
              <a:off x="522720" y="385200"/>
              <a:ext cx="392760" cy="511920"/>
            </a:xfrm>
            <a:custGeom>
              <a:avLst/>
              <a:gdLst>
                <a:gd name="textAreaLeft" fmla="*/ 0 w 392760"/>
                <a:gd name="textAreaRight" fmla="*/ 394560 w 392760"/>
                <a:gd name="textAreaTop" fmla="*/ 0 h 511920"/>
                <a:gd name="textAreaBottom" fmla="*/ 513720 h 511920"/>
                <a:gd name="GluePoint1X" fmla="*/ 168015 w 659414"/>
                <a:gd name="GluePoint1Y" fmla="*/ 859497 h 858142"/>
                <a:gd name="GluePoint2X" fmla="*/ 0 w 659414"/>
                <a:gd name="GluePoint2Y" fmla="*/ 859497 h 858142"/>
                <a:gd name="GluePoint3X" fmla="*/ 0 w 659414"/>
                <a:gd name="GluePoint3Y" fmla="*/ 0 h 858142"/>
                <a:gd name="GluePoint4X" fmla="*/ 168015 w 659414"/>
                <a:gd name="GluePoint4Y" fmla="*/ 0 h 858142"/>
                <a:gd name="GluePoint5X" fmla="*/ 168015 w 659414"/>
                <a:gd name="GluePoint5Y" fmla="*/ 235312 h 858142"/>
                <a:gd name="GluePoint6X" fmla="*/ 331514 w 659414"/>
                <a:gd name="GluePoint6Y" fmla="*/ 195114 h 858142"/>
                <a:gd name="GluePoint7X" fmla="*/ 662576 w 659414"/>
                <a:gd name="GluePoint7Y" fmla="*/ 527080 h 858142"/>
                <a:gd name="GluePoint8X" fmla="*/ 662576 w 659414"/>
                <a:gd name="GluePoint8Y" fmla="*/ 859045 h 858142"/>
                <a:gd name="GluePoint9X" fmla="*/ 494561 w 659414"/>
                <a:gd name="GluePoint9Y" fmla="*/ 859045 h 858142"/>
                <a:gd name="GluePoint10X" fmla="*/ 494561 w 659414"/>
                <a:gd name="GluePoint10Y" fmla="*/ 541533 h 858142"/>
                <a:gd name="GluePoint11X" fmla="*/ 331062 w 659414"/>
                <a:gd name="GluePoint11Y" fmla="*/ 368549 h 858142"/>
                <a:gd name="GluePoint12X" fmla="*/ 167563 w 659414"/>
                <a:gd name="GluePoint12Y" fmla="*/ 541533 h 858142"/>
                <a:gd name="GluePoint13X" fmla="*/ 168015 w 659414"/>
                <a:gd name="GluePoint13Y" fmla="*/ 859497 h 858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8015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8015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6" name="Freihandform: Form 19"/>
            <p:cNvSpPr/>
            <p:nvPr/>
          </p:nvSpPr>
          <p:spPr>
            <a:xfrm>
              <a:off x="979200" y="385200"/>
              <a:ext cx="392760" cy="511920"/>
            </a:xfrm>
            <a:custGeom>
              <a:avLst/>
              <a:gdLst>
                <a:gd name="textAreaLeft" fmla="*/ 0 w 392760"/>
                <a:gd name="textAreaRight" fmla="*/ 394560 w 392760"/>
                <a:gd name="textAreaTop" fmla="*/ 0 h 511920"/>
                <a:gd name="textAreaBottom" fmla="*/ 513720 h 511920"/>
                <a:gd name="GluePoint1X" fmla="*/ 167563 w 659414"/>
                <a:gd name="GluePoint1Y" fmla="*/ 859497 h 858142"/>
                <a:gd name="GluePoint2X" fmla="*/ 0 w 659414"/>
                <a:gd name="GluePoint2Y" fmla="*/ 859497 h 858142"/>
                <a:gd name="GluePoint3X" fmla="*/ 0 w 659414"/>
                <a:gd name="GluePoint3Y" fmla="*/ 0 h 858142"/>
                <a:gd name="GluePoint4X" fmla="*/ 168015 w 659414"/>
                <a:gd name="GluePoint4Y" fmla="*/ 0 h 858142"/>
                <a:gd name="GluePoint5X" fmla="*/ 168015 w 659414"/>
                <a:gd name="GluePoint5Y" fmla="*/ 235312 h 858142"/>
                <a:gd name="GluePoint6X" fmla="*/ 331514 w 659414"/>
                <a:gd name="GluePoint6Y" fmla="*/ 195114 h 858142"/>
                <a:gd name="GluePoint7X" fmla="*/ 662576 w 659414"/>
                <a:gd name="GluePoint7Y" fmla="*/ 527080 h 858142"/>
                <a:gd name="GluePoint8X" fmla="*/ 662576 w 659414"/>
                <a:gd name="GluePoint8Y" fmla="*/ 859045 h 858142"/>
                <a:gd name="GluePoint9X" fmla="*/ 494561 w 659414"/>
                <a:gd name="GluePoint9Y" fmla="*/ 859045 h 858142"/>
                <a:gd name="GluePoint10X" fmla="*/ 494561 w 659414"/>
                <a:gd name="GluePoint10Y" fmla="*/ 541533 h 858142"/>
                <a:gd name="GluePoint11X" fmla="*/ 331062 w 659414"/>
                <a:gd name="GluePoint11Y" fmla="*/ 368549 h 858142"/>
                <a:gd name="GluePoint12X" fmla="*/ 167563 w 659414"/>
                <a:gd name="GluePoint12Y" fmla="*/ 541533 h 858142"/>
                <a:gd name="GluePoint13X" fmla="*/ 167563 w 659414"/>
                <a:gd name="GluePoint13Y" fmla="*/ 859497 h 858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7563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7563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77" name="PlaceHolder 3"/>
          <p:cNvSpPr>
            <a:spLocks noGrp="1"/>
          </p:cNvSpPr>
          <p:nvPr>
            <p:ph type="body" hasCustomPrompt="1"/>
          </p:nvPr>
        </p:nvSpPr>
        <p:spPr>
          <a:xfrm>
            <a:off x="5621040" y="1088280"/>
            <a:ext cx="3521160" cy="382464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folie mit Bild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8" name="Gruppieren 6"/>
          <p:cNvGrpSpPr/>
          <p:nvPr/>
        </p:nvGrpSpPr>
        <p:grpSpPr>
          <a:xfrm>
            <a:off x="-5040" y="4950720"/>
            <a:ext cx="9147240" cy="196200"/>
            <a:chOff x="-5040" y="4950720"/>
            <a:chExt cx="9147240" cy="196200"/>
          </a:xfrm>
        </p:grpSpPr>
        <p:sp>
          <p:nvSpPr>
            <p:cNvPr id="179" name="bk object 18"/>
            <p:cNvSpPr/>
            <p:nvPr/>
          </p:nvSpPr>
          <p:spPr>
            <a:xfrm>
              <a:off x="-5040" y="4950720"/>
              <a:ext cx="483120" cy="196200"/>
            </a:xfrm>
            <a:custGeom>
              <a:avLst/>
              <a:gdLst>
                <a:gd name="textAreaLeft" fmla="*/ 0 w 483120"/>
                <a:gd name="textAreaRight" fmla="*/ 484920 w 48312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0" name="bk object 18"/>
            <p:cNvSpPr/>
            <p:nvPr/>
          </p:nvSpPr>
          <p:spPr>
            <a:xfrm>
              <a:off x="522360" y="4950720"/>
              <a:ext cx="8619840" cy="196200"/>
            </a:xfrm>
            <a:custGeom>
              <a:avLst/>
              <a:gdLst>
                <a:gd name="textAreaLeft" fmla="*/ 0 w 8619840"/>
                <a:gd name="textAreaRight" fmla="*/ 8621640 w 861984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1" name="Holder 3"/>
            <p:cNvSpPr/>
            <p:nvPr/>
          </p:nvSpPr>
          <p:spPr>
            <a:xfrm>
              <a:off x="8194680" y="4966200"/>
              <a:ext cx="447840" cy="165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82" name="Gerader Verbinder 11"/>
          <p:cNvCxnSpPr/>
          <p:nvPr/>
        </p:nvCxnSpPr>
        <p:spPr>
          <a:xfrm>
            <a:off x="521280" y="974520"/>
            <a:ext cx="6833880" cy="180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183" name="Grafik 9"/>
          <p:cNvGrpSpPr/>
          <p:nvPr/>
        </p:nvGrpSpPr>
        <p:grpSpPr>
          <a:xfrm>
            <a:off x="7741440" y="394200"/>
            <a:ext cx="1048320" cy="619200"/>
            <a:chOff x="7741440" y="394200"/>
            <a:chExt cx="1048320" cy="619200"/>
          </a:xfrm>
        </p:grpSpPr>
        <p:grpSp>
          <p:nvGrpSpPr>
            <p:cNvPr id="184" name="Grafik 9"/>
            <p:cNvGrpSpPr/>
            <p:nvPr/>
          </p:nvGrpSpPr>
          <p:grpSpPr>
            <a:xfrm>
              <a:off x="7741440" y="394200"/>
              <a:ext cx="883080" cy="430560"/>
              <a:chOff x="7741440" y="394200"/>
              <a:chExt cx="883080" cy="430560"/>
            </a:xfrm>
          </p:grpSpPr>
          <p:sp>
            <p:nvSpPr>
              <p:cNvPr id="185" name="Freihandform: Form 20"/>
              <p:cNvSpPr/>
              <p:nvPr/>
            </p:nvSpPr>
            <p:spPr>
              <a:xfrm>
                <a:off x="8358120" y="480600"/>
                <a:ext cx="266400" cy="26676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266760"/>
                  <a:gd name="textAreaBottom" fmla="*/ 268560 h 26676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6" name="Freihandform: Form 21"/>
              <p:cNvSpPr/>
              <p:nvPr/>
            </p:nvSpPr>
            <p:spPr>
              <a:xfrm>
                <a:off x="774144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7" name="Freihandform: Form 22"/>
              <p:cNvSpPr/>
              <p:nvPr/>
            </p:nvSpPr>
            <p:spPr>
              <a:xfrm>
                <a:off x="805068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8" name="Freihandform: Form 23"/>
              <p:cNvSpPr/>
              <p:nvPr/>
            </p:nvSpPr>
            <p:spPr>
              <a:xfrm>
                <a:off x="784800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9" name="Freihandform: Form 24"/>
              <p:cNvSpPr/>
              <p:nvPr/>
            </p:nvSpPr>
            <p:spPr>
              <a:xfrm>
                <a:off x="795816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90" name="Freihandform: Form 25"/>
              <p:cNvSpPr/>
              <p:nvPr/>
            </p:nvSpPr>
            <p:spPr>
              <a:xfrm>
                <a:off x="821232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91" name="Freihandform: Form 26"/>
            <p:cNvSpPr/>
            <p:nvPr/>
          </p:nvSpPr>
          <p:spPr>
            <a:xfrm>
              <a:off x="774144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2" name="Freihandform: Form 27"/>
            <p:cNvSpPr/>
            <p:nvPr/>
          </p:nvSpPr>
          <p:spPr>
            <a:xfrm>
              <a:off x="779976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3" name="Freihandform: Form 28"/>
            <p:cNvSpPr/>
            <p:nvPr/>
          </p:nvSpPr>
          <p:spPr>
            <a:xfrm>
              <a:off x="784908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94" name="Grafik 9"/>
            <p:cNvGrpSpPr/>
            <p:nvPr/>
          </p:nvGrpSpPr>
          <p:grpSpPr>
            <a:xfrm>
              <a:off x="7872120" y="834120"/>
              <a:ext cx="73440" cy="39960"/>
              <a:chOff x="7872120" y="834120"/>
              <a:chExt cx="73440" cy="39960"/>
            </a:xfrm>
          </p:grpSpPr>
          <p:sp>
            <p:nvSpPr>
              <p:cNvPr id="195" name="Freihandform: Form 30"/>
              <p:cNvSpPr/>
              <p:nvPr/>
            </p:nvSpPr>
            <p:spPr>
              <a:xfrm>
                <a:off x="787212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96" name="Freihandform: Form 31"/>
              <p:cNvSpPr/>
              <p:nvPr/>
            </p:nvSpPr>
            <p:spPr>
              <a:xfrm>
                <a:off x="7922160" y="834120"/>
                <a:ext cx="23400" cy="39960"/>
              </a:xfrm>
              <a:custGeom>
                <a:avLst/>
                <a:gdLst>
                  <a:gd name="textAreaLeft" fmla="*/ 0 w 23400"/>
                  <a:gd name="textAreaRight" fmla="*/ 25200 w 23400"/>
                  <a:gd name="textAreaTop" fmla="*/ 0 h 39960"/>
                  <a:gd name="textAreaBottom" fmla="*/ 41760 h 3996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97" name="Freihandform: Form 32"/>
            <p:cNvSpPr/>
            <p:nvPr/>
          </p:nvSpPr>
          <p:spPr>
            <a:xfrm>
              <a:off x="795924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98" name="Grafik 9"/>
            <p:cNvGrpSpPr/>
            <p:nvPr/>
          </p:nvGrpSpPr>
          <p:grpSpPr>
            <a:xfrm>
              <a:off x="7979760" y="812160"/>
              <a:ext cx="77400" cy="63720"/>
              <a:chOff x="7979760" y="812160"/>
              <a:chExt cx="77400" cy="63720"/>
            </a:xfrm>
          </p:grpSpPr>
          <p:sp>
            <p:nvSpPr>
              <p:cNvPr id="199" name="Freihandform: Form 34"/>
              <p:cNvSpPr/>
              <p:nvPr/>
            </p:nvSpPr>
            <p:spPr>
              <a:xfrm>
                <a:off x="7979760" y="834120"/>
                <a:ext cx="32760" cy="417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41760"/>
                  <a:gd name="textAreaBottom" fmla="*/ 43560 h 4176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0" name="Freihandform: Form 35"/>
              <p:cNvSpPr/>
              <p:nvPr/>
            </p:nvSpPr>
            <p:spPr>
              <a:xfrm>
                <a:off x="8024400" y="812160"/>
                <a:ext cx="32760" cy="615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61560"/>
                  <a:gd name="textAreaBottom" fmla="*/ 63360 h 6156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01" name="Freihandform: Form 36"/>
            <p:cNvSpPr/>
            <p:nvPr/>
          </p:nvSpPr>
          <p:spPr>
            <a:xfrm>
              <a:off x="810648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2" name="Freihandform: Form 37"/>
            <p:cNvSpPr/>
            <p:nvPr/>
          </p:nvSpPr>
          <p:spPr>
            <a:xfrm>
              <a:off x="816480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3" name="Freihandform: Form 38"/>
            <p:cNvSpPr/>
            <p:nvPr/>
          </p:nvSpPr>
          <p:spPr>
            <a:xfrm>
              <a:off x="821340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04" name="Grafik 9"/>
            <p:cNvGrpSpPr/>
            <p:nvPr/>
          </p:nvGrpSpPr>
          <p:grpSpPr>
            <a:xfrm>
              <a:off x="7741440" y="834120"/>
              <a:ext cx="1048320" cy="179280"/>
              <a:chOff x="7741440" y="834120"/>
              <a:chExt cx="1048320" cy="179280"/>
            </a:xfrm>
          </p:grpSpPr>
          <p:sp>
            <p:nvSpPr>
              <p:cNvPr id="205" name="Freihandform: Form 40"/>
              <p:cNvSpPr/>
              <p:nvPr/>
            </p:nvSpPr>
            <p:spPr>
              <a:xfrm>
                <a:off x="823644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6" name="Freihandform: Form 41"/>
              <p:cNvSpPr/>
              <p:nvPr/>
            </p:nvSpPr>
            <p:spPr>
              <a:xfrm>
                <a:off x="8284680" y="834120"/>
                <a:ext cx="34560" cy="41760"/>
              </a:xfrm>
              <a:custGeom>
                <a:avLst/>
                <a:gdLst>
                  <a:gd name="textAreaLeft" fmla="*/ 0 w 34560"/>
                  <a:gd name="textAreaRight" fmla="*/ 36360 w 34560"/>
                  <a:gd name="textAreaTop" fmla="*/ 0 h 41760"/>
                  <a:gd name="textAreaBottom" fmla="*/ 43560 h 4176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7" name="Freihandform: Form 42"/>
              <p:cNvSpPr/>
              <p:nvPr/>
            </p:nvSpPr>
            <p:spPr>
              <a:xfrm>
                <a:off x="7741440" y="914040"/>
                <a:ext cx="882720" cy="61560"/>
              </a:xfrm>
              <a:custGeom>
                <a:avLst/>
                <a:gdLst>
                  <a:gd name="textAreaLeft" fmla="*/ 0 w 882720"/>
                  <a:gd name="textAreaRight" fmla="*/ 884520 w 882720"/>
                  <a:gd name="textAreaTop" fmla="*/ 0 h 61560"/>
                  <a:gd name="textAreaBottom" fmla="*/ 63360 h 6156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8" name="Freihandform: Form 43"/>
              <p:cNvSpPr/>
              <p:nvPr/>
            </p:nvSpPr>
            <p:spPr>
              <a:xfrm>
                <a:off x="8677440" y="915480"/>
                <a:ext cx="112320" cy="97920"/>
              </a:xfrm>
              <a:custGeom>
                <a:avLst/>
                <a:gdLst>
                  <a:gd name="textAreaLeft" fmla="*/ 0 w 112320"/>
                  <a:gd name="textAreaRight" fmla="*/ 114120 w 112320"/>
                  <a:gd name="textAreaTop" fmla="*/ 0 h 97920"/>
                  <a:gd name="textAreaBottom" fmla="*/ 99720 h 9792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209" name="Freihandform: Form 44" hidden="1"/>
          <p:cNvSpPr/>
          <p:nvPr/>
        </p:nvSpPr>
        <p:spPr>
          <a:xfrm>
            <a:off x="-5040" y="407880"/>
            <a:ext cx="335520" cy="293040"/>
          </a:xfrm>
          <a:custGeom>
            <a:avLst/>
            <a:gdLst>
              <a:gd name="textAreaLeft" fmla="*/ 0 w 335520"/>
              <a:gd name="textAreaRight" fmla="*/ 337320 w 335520"/>
              <a:gd name="textAreaTop" fmla="*/ 0 h 293040"/>
              <a:gd name="textAreaBottom" fmla="*/ 294840 h 29304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210" name="Gruppieren 28"/>
          <p:cNvGrpSpPr/>
          <p:nvPr/>
        </p:nvGrpSpPr>
        <p:grpSpPr>
          <a:xfrm>
            <a:off x="-5040" y="4950720"/>
            <a:ext cx="9147240" cy="196200"/>
            <a:chOff x="-5040" y="4950720"/>
            <a:chExt cx="9147240" cy="196200"/>
          </a:xfrm>
        </p:grpSpPr>
        <p:sp>
          <p:nvSpPr>
            <p:cNvPr id="211" name="bk object 18"/>
            <p:cNvSpPr/>
            <p:nvPr/>
          </p:nvSpPr>
          <p:spPr>
            <a:xfrm>
              <a:off x="-5040" y="4950720"/>
              <a:ext cx="483120" cy="196200"/>
            </a:xfrm>
            <a:custGeom>
              <a:avLst/>
              <a:gdLst>
                <a:gd name="textAreaLeft" fmla="*/ 0 w 483120"/>
                <a:gd name="textAreaRight" fmla="*/ 484920 w 48312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2" name="bk object 18"/>
            <p:cNvSpPr/>
            <p:nvPr/>
          </p:nvSpPr>
          <p:spPr>
            <a:xfrm>
              <a:off x="522360" y="4950720"/>
              <a:ext cx="8619840" cy="196200"/>
            </a:xfrm>
            <a:custGeom>
              <a:avLst/>
              <a:gdLst>
                <a:gd name="textAreaLeft" fmla="*/ 0 w 8619840"/>
                <a:gd name="textAreaRight" fmla="*/ 8621640 w 861984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3" name="Holder 3"/>
            <p:cNvSpPr/>
            <p:nvPr/>
          </p:nvSpPr>
          <p:spPr>
            <a:xfrm>
              <a:off x="8194680" y="4966200"/>
              <a:ext cx="447840" cy="165960"/>
            </a:xfrm>
            <a:prstGeom prst="rect">
              <a:avLst/>
            </a:pr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14" name="PlaceHolder 1"/>
          <p:cNvSpPr>
            <a:spLocks noGrp="1"/>
          </p:cNvSpPr>
          <p:nvPr>
            <p:ph type="dt" idx="5"/>
          </p:nvPr>
        </p:nvSpPr>
        <p:spPr>
          <a:xfrm>
            <a:off x="526680" y="4460400"/>
            <a:ext cx="2055600" cy="2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 type="title" hasCustomPrompt="1"/>
          </p:nvPr>
        </p:nvSpPr>
        <p:spPr>
          <a:xfrm>
            <a:off x="526680" y="2250360"/>
            <a:ext cx="2828520" cy="118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 bearbeiten</a:t>
            </a:r>
            <a:endParaRPr lang="de-DE" sz="3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grpSp>
        <p:nvGrpSpPr>
          <p:cNvPr id="216" name="Grafik 6"/>
          <p:cNvGrpSpPr/>
          <p:nvPr/>
        </p:nvGrpSpPr>
        <p:grpSpPr>
          <a:xfrm>
            <a:off x="522720" y="385200"/>
            <a:ext cx="1526400" cy="581760"/>
            <a:chOff x="522720" y="385200"/>
            <a:chExt cx="1526400" cy="581760"/>
          </a:xfrm>
        </p:grpSpPr>
        <p:sp>
          <p:nvSpPr>
            <p:cNvPr id="217" name="Freihandform: Form 13"/>
            <p:cNvSpPr/>
            <p:nvPr/>
          </p:nvSpPr>
          <p:spPr>
            <a:xfrm>
              <a:off x="1888920" y="825480"/>
              <a:ext cx="160200" cy="141480"/>
            </a:xfrm>
            <a:custGeom>
              <a:avLst/>
              <a:gdLst>
                <a:gd name="textAreaLeft" fmla="*/ 0 w 160200"/>
                <a:gd name="textAreaRight" fmla="*/ 162000 w 160200"/>
                <a:gd name="textAreaTop" fmla="*/ 0 h 141480"/>
                <a:gd name="textAreaBottom" fmla="*/ 143280 h 141480"/>
                <a:gd name="GluePoint1X" fmla="*/ 0 w 270992"/>
                <a:gd name="GluePoint1Y" fmla="*/ 242086 h 239376"/>
                <a:gd name="GluePoint2X" fmla="*/ 152659 w 270992"/>
                <a:gd name="GluePoint2Y" fmla="*/ 242086 h 239376"/>
                <a:gd name="GluePoint3X" fmla="*/ 274154 w 270992"/>
                <a:gd name="GluePoint3Y" fmla="*/ 121043 h 239376"/>
                <a:gd name="GluePoint4X" fmla="*/ 152659 w 270992"/>
                <a:gd name="GluePoint4Y" fmla="*/ 0 h 239376"/>
                <a:gd name="GluePoint5X" fmla="*/ 0 w 270992"/>
                <a:gd name="GluePoint5Y" fmla="*/ 0 h 239376"/>
                <a:gd name="GluePoint6X" fmla="*/ 0 w 270992"/>
                <a:gd name="GluePoint6Y" fmla="*/ 242086 h 23937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</a:cxnLst>
              <a:rect l="textAreaLeft" t="textAreaTop" r="textAreaRight" b="textAreaBottom"/>
              <a:pathLst>
                <a:path w="270992" h="239376">
                  <a:moveTo>
                    <a:pt x="0" y="242086"/>
                  </a:moveTo>
                  <a:lnTo>
                    <a:pt x="152659" y="242086"/>
                  </a:lnTo>
                  <a:cubicBezTo>
                    <a:pt x="219955" y="242086"/>
                    <a:pt x="274154" y="187888"/>
                    <a:pt x="274154" y="121043"/>
                  </a:cubicBezTo>
                  <a:cubicBezTo>
                    <a:pt x="274154" y="54198"/>
                    <a:pt x="219955" y="0"/>
                    <a:pt x="152659" y="0"/>
                  </a:cubicBezTo>
                  <a:lnTo>
                    <a:pt x="0" y="0"/>
                  </a:lnTo>
                  <a:lnTo>
                    <a:pt x="0" y="242086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0280" tIns="45000" rIns="8028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8" name="Freihandform: Form 17"/>
            <p:cNvSpPr/>
            <p:nvPr/>
          </p:nvSpPr>
          <p:spPr>
            <a:xfrm>
              <a:off x="1432440" y="512640"/>
              <a:ext cx="392760" cy="395640"/>
            </a:xfrm>
            <a:custGeom>
              <a:avLst/>
              <a:gdLst>
                <a:gd name="textAreaLeft" fmla="*/ 0 w 392760"/>
                <a:gd name="textAreaRight" fmla="*/ 394560 w 392760"/>
                <a:gd name="textAreaTop" fmla="*/ 0 h 395640"/>
                <a:gd name="textAreaBottom" fmla="*/ 397440 h 395640"/>
                <a:gd name="GluePoint1X" fmla="*/ 662124 w 659414"/>
                <a:gd name="GluePoint1Y" fmla="*/ 0 h 663930"/>
                <a:gd name="GluePoint2X" fmla="*/ 662124 w 659414"/>
                <a:gd name="GluePoint2Y" fmla="*/ 331965 h 663930"/>
                <a:gd name="GluePoint3X" fmla="*/ 331062 w 659414"/>
                <a:gd name="GluePoint3Y" fmla="*/ 663931 h 663930"/>
                <a:gd name="GluePoint4X" fmla="*/ 0 w 659414"/>
                <a:gd name="GluePoint4Y" fmla="*/ 331965 h 663930"/>
                <a:gd name="GluePoint5X" fmla="*/ 0 w 659414"/>
                <a:gd name="GluePoint5Y" fmla="*/ 0 h 663930"/>
                <a:gd name="GluePoint6X" fmla="*/ 168015 w 659414"/>
                <a:gd name="GluePoint6Y" fmla="*/ 0 h 663930"/>
                <a:gd name="GluePoint7X" fmla="*/ 168015 w 659414"/>
                <a:gd name="GluePoint7Y" fmla="*/ 317513 h 663930"/>
                <a:gd name="GluePoint8X" fmla="*/ 331514 w 659414"/>
                <a:gd name="GluePoint8Y" fmla="*/ 490496 h 663930"/>
                <a:gd name="GluePoint9X" fmla="*/ 495012 w 659414"/>
                <a:gd name="GluePoint9Y" fmla="*/ 317513 h 663930"/>
                <a:gd name="GluePoint10X" fmla="*/ 495012 w 659414"/>
                <a:gd name="GluePoint10Y" fmla="*/ 0 h 663930"/>
                <a:gd name="GluePoint11X" fmla="*/ 662124 w 659414"/>
                <a:gd name="GluePoint11Y" fmla="*/ 0 h 66393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659414" h="663930">
                  <a:moveTo>
                    <a:pt x="662124" y="0"/>
                  </a:moveTo>
                  <a:lnTo>
                    <a:pt x="662124" y="331965"/>
                  </a:lnTo>
                  <a:cubicBezTo>
                    <a:pt x="662124" y="529790"/>
                    <a:pt x="513982" y="663931"/>
                    <a:pt x="331062" y="663931"/>
                  </a:cubicBezTo>
                  <a:cubicBezTo>
                    <a:pt x="148142" y="663931"/>
                    <a:pt x="0" y="529790"/>
                    <a:pt x="0" y="331965"/>
                  </a:cubicBezTo>
                  <a:cubicBezTo>
                    <a:pt x="0" y="303511"/>
                    <a:pt x="0" y="0"/>
                    <a:pt x="0" y="0"/>
                  </a:cubicBezTo>
                  <a:lnTo>
                    <a:pt x="168015" y="0"/>
                  </a:lnTo>
                  <a:cubicBezTo>
                    <a:pt x="168015" y="60522"/>
                    <a:pt x="168015" y="305318"/>
                    <a:pt x="168015" y="317513"/>
                  </a:cubicBezTo>
                  <a:cubicBezTo>
                    <a:pt x="168015" y="420038"/>
                    <a:pt x="241183" y="490496"/>
                    <a:pt x="331514" y="490496"/>
                  </a:cubicBezTo>
                  <a:cubicBezTo>
                    <a:pt x="421845" y="490496"/>
                    <a:pt x="495012" y="420490"/>
                    <a:pt x="495012" y="317513"/>
                  </a:cubicBezTo>
                  <a:lnTo>
                    <a:pt x="495012" y="0"/>
                  </a:lnTo>
                  <a:lnTo>
                    <a:pt x="662124" y="0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9" name="Freihandform: Form 18"/>
            <p:cNvSpPr/>
            <p:nvPr/>
          </p:nvSpPr>
          <p:spPr>
            <a:xfrm>
              <a:off x="522720" y="385200"/>
              <a:ext cx="392760" cy="511920"/>
            </a:xfrm>
            <a:custGeom>
              <a:avLst/>
              <a:gdLst>
                <a:gd name="textAreaLeft" fmla="*/ 0 w 392760"/>
                <a:gd name="textAreaRight" fmla="*/ 394560 w 392760"/>
                <a:gd name="textAreaTop" fmla="*/ 0 h 511920"/>
                <a:gd name="textAreaBottom" fmla="*/ 513720 h 511920"/>
                <a:gd name="GluePoint1X" fmla="*/ 168015 w 659414"/>
                <a:gd name="GluePoint1Y" fmla="*/ 859497 h 858142"/>
                <a:gd name="GluePoint2X" fmla="*/ 0 w 659414"/>
                <a:gd name="GluePoint2Y" fmla="*/ 859497 h 858142"/>
                <a:gd name="GluePoint3X" fmla="*/ 0 w 659414"/>
                <a:gd name="GluePoint3Y" fmla="*/ 0 h 858142"/>
                <a:gd name="GluePoint4X" fmla="*/ 168015 w 659414"/>
                <a:gd name="GluePoint4Y" fmla="*/ 0 h 858142"/>
                <a:gd name="GluePoint5X" fmla="*/ 168015 w 659414"/>
                <a:gd name="GluePoint5Y" fmla="*/ 235312 h 858142"/>
                <a:gd name="GluePoint6X" fmla="*/ 331514 w 659414"/>
                <a:gd name="GluePoint6Y" fmla="*/ 195114 h 858142"/>
                <a:gd name="GluePoint7X" fmla="*/ 662576 w 659414"/>
                <a:gd name="GluePoint7Y" fmla="*/ 527080 h 858142"/>
                <a:gd name="GluePoint8X" fmla="*/ 662576 w 659414"/>
                <a:gd name="GluePoint8Y" fmla="*/ 859045 h 858142"/>
                <a:gd name="GluePoint9X" fmla="*/ 494561 w 659414"/>
                <a:gd name="GluePoint9Y" fmla="*/ 859045 h 858142"/>
                <a:gd name="GluePoint10X" fmla="*/ 494561 w 659414"/>
                <a:gd name="GluePoint10Y" fmla="*/ 541533 h 858142"/>
                <a:gd name="GluePoint11X" fmla="*/ 331062 w 659414"/>
                <a:gd name="GluePoint11Y" fmla="*/ 368549 h 858142"/>
                <a:gd name="GluePoint12X" fmla="*/ 167563 w 659414"/>
                <a:gd name="GluePoint12Y" fmla="*/ 541533 h 858142"/>
                <a:gd name="GluePoint13X" fmla="*/ 168015 w 659414"/>
                <a:gd name="GluePoint13Y" fmla="*/ 859497 h 858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8015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8015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0" name="Freihandform: Form 19"/>
            <p:cNvSpPr/>
            <p:nvPr/>
          </p:nvSpPr>
          <p:spPr>
            <a:xfrm>
              <a:off x="979200" y="385200"/>
              <a:ext cx="392760" cy="511920"/>
            </a:xfrm>
            <a:custGeom>
              <a:avLst/>
              <a:gdLst>
                <a:gd name="textAreaLeft" fmla="*/ 0 w 392760"/>
                <a:gd name="textAreaRight" fmla="*/ 394560 w 392760"/>
                <a:gd name="textAreaTop" fmla="*/ 0 h 511920"/>
                <a:gd name="textAreaBottom" fmla="*/ 513720 h 511920"/>
                <a:gd name="GluePoint1X" fmla="*/ 167563 w 659414"/>
                <a:gd name="GluePoint1Y" fmla="*/ 859497 h 858142"/>
                <a:gd name="GluePoint2X" fmla="*/ 0 w 659414"/>
                <a:gd name="GluePoint2Y" fmla="*/ 859497 h 858142"/>
                <a:gd name="GluePoint3X" fmla="*/ 0 w 659414"/>
                <a:gd name="GluePoint3Y" fmla="*/ 0 h 858142"/>
                <a:gd name="GluePoint4X" fmla="*/ 168015 w 659414"/>
                <a:gd name="GluePoint4Y" fmla="*/ 0 h 858142"/>
                <a:gd name="GluePoint5X" fmla="*/ 168015 w 659414"/>
                <a:gd name="GluePoint5Y" fmla="*/ 235312 h 858142"/>
                <a:gd name="GluePoint6X" fmla="*/ 331514 w 659414"/>
                <a:gd name="GluePoint6Y" fmla="*/ 195114 h 858142"/>
                <a:gd name="GluePoint7X" fmla="*/ 662576 w 659414"/>
                <a:gd name="GluePoint7Y" fmla="*/ 527080 h 858142"/>
                <a:gd name="GluePoint8X" fmla="*/ 662576 w 659414"/>
                <a:gd name="GluePoint8Y" fmla="*/ 859045 h 858142"/>
                <a:gd name="GluePoint9X" fmla="*/ 494561 w 659414"/>
                <a:gd name="GluePoint9Y" fmla="*/ 859045 h 858142"/>
                <a:gd name="GluePoint10X" fmla="*/ 494561 w 659414"/>
                <a:gd name="GluePoint10Y" fmla="*/ 541533 h 858142"/>
                <a:gd name="GluePoint11X" fmla="*/ 331062 w 659414"/>
                <a:gd name="GluePoint11Y" fmla="*/ 368549 h 858142"/>
                <a:gd name="GluePoint12X" fmla="*/ 167563 w 659414"/>
                <a:gd name="GluePoint12Y" fmla="*/ 541533 h 858142"/>
                <a:gd name="GluePoint13X" fmla="*/ 167563 w 659414"/>
                <a:gd name="GluePoint13Y" fmla="*/ 859497 h 858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7563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7563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21" name="PlaceHolder 3"/>
          <p:cNvSpPr>
            <a:spLocks noGrp="1"/>
          </p:cNvSpPr>
          <p:nvPr>
            <p:ph type="body" hasCustomPrompt="1"/>
          </p:nvPr>
        </p:nvSpPr>
        <p:spPr>
          <a:xfrm>
            <a:off x="3546000" y="1088280"/>
            <a:ext cx="5596200" cy="382464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de-DE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folie mit zwei Bilder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2" name="Gruppieren 6"/>
          <p:cNvGrpSpPr/>
          <p:nvPr/>
        </p:nvGrpSpPr>
        <p:grpSpPr>
          <a:xfrm>
            <a:off x="-5040" y="4950720"/>
            <a:ext cx="9147240" cy="196200"/>
            <a:chOff x="-5040" y="4950720"/>
            <a:chExt cx="9147240" cy="196200"/>
          </a:xfrm>
        </p:grpSpPr>
        <p:sp>
          <p:nvSpPr>
            <p:cNvPr id="223" name="bk object 18"/>
            <p:cNvSpPr/>
            <p:nvPr/>
          </p:nvSpPr>
          <p:spPr>
            <a:xfrm>
              <a:off x="-5040" y="4950720"/>
              <a:ext cx="483120" cy="196200"/>
            </a:xfrm>
            <a:custGeom>
              <a:avLst/>
              <a:gdLst>
                <a:gd name="textAreaLeft" fmla="*/ 0 w 483120"/>
                <a:gd name="textAreaRight" fmla="*/ 484920 w 48312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4" name="bk object 18"/>
            <p:cNvSpPr/>
            <p:nvPr/>
          </p:nvSpPr>
          <p:spPr>
            <a:xfrm>
              <a:off x="522360" y="4950720"/>
              <a:ext cx="8619840" cy="196200"/>
            </a:xfrm>
            <a:custGeom>
              <a:avLst/>
              <a:gdLst>
                <a:gd name="textAreaLeft" fmla="*/ 0 w 8619840"/>
                <a:gd name="textAreaRight" fmla="*/ 8621640 w 861984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5" name="Holder 3"/>
            <p:cNvSpPr/>
            <p:nvPr/>
          </p:nvSpPr>
          <p:spPr>
            <a:xfrm>
              <a:off x="8194680" y="4966200"/>
              <a:ext cx="447840" cy="165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226" name="Gerader Verbinder 11"/>
          <p:cNvCxnSpPr/>
          <p:nvPr/>
        </p:nvCxnSpPr>
        <p:spPr>
          <a:xfrm>
            <a:off x="521280" y="974520"/>
            <a:ext cx="6833880" cy="180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227" name="Grafik 9"/>
          <p:cNvGrpSpPr/>
          <p:nvPr/>
        </p:nvGrpSpPr>
        <p:grpSpPr>
          <a:xfrm>
            <a:off x="7741440" y="394200"/>
            <a:ext cx="1048320" cy="619200"/>
            <a:chOff x="7741440" y="394200"/>
            <a:chExt cx="1048320" cy="619200"/>
          </a:xfrm>
        </p:grpSpPr>
        <p:grpSp>
          <p:nvGrpSpPr>
            <p:cNvPr id="228" name="Grafik 9"/>
            <p:cNvGrpSpPr/>
            <p:nvPr/>
          </p:nvGrpSpPr>
          <p:grpSpPr>
            <a:xfrm>
              <a:off x="7741440" y="394200"/>
              <a:ext cx="883080" cy="430560"/>
              <a:chOff x="7741440" y="394200"/>
              <a:chExt cx="883080" cy="430560"/>
            </a:xfrm>
          </p:grpSpPr>
          <p:sp>
            <p:nvSpPr>
              <p:cNvPr id="229" name="Freihandform: Form 20"/>
              <p:cNvSpPr/>
              <p:nvPr/>
            </p:nvSpPr>
            <p:spPr>
              <a:xfrm>
                <a:off x="8358120" y="480600"/>
                <a:ext cx="266400" cy="26676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266760"/>
                  <a:gd name="textAreaBottom" fmla="*/ 268560 h 26676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0" name="Freihandform: Form 21"/>
              <p:cNvSpPr/>
              <p:nvPr/>
            </p:nvSpPr>
            <p:spPr>
              <a:xfrm>
                <a:off x="774144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1" name="Freihandform: Form 22"/>
              <p:cNvSpPr/>
              <p:nvPr/>
            </p:nvSpPr>
            <p:spPr>
              <a:xfrm>
                <a:off x="805068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2" name="Freihandform: Form 23"/>
              <p:cNvSpPr/>
              <p:nvPr/>
            </p:nvSpPr>
            <p:spPr>
              <a:xfrm>
                <a:off x="784800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3" name="Freihandform: Form 24"/>
              <p:cNvSpPr/>
              <p:nvPr/>
            </p:nvSpPr>
            <p:spPr>
              <a:xfrm>
                <a:off x="795816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4" name="Freihandform: Form 25"/>
              <p:cNvSpPr/>
              <p:nvPr/>
            </p:nvSpPr>
            <p:spPr>
              <a:xfrm>
                <a:off x="821232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35" name="Freihandform: Form 26"/>
            <p:cNvSpPr/>
            <p:nvPr/>
          </p:nvSpPr>
          <p:spPr>
            <a:xfrm>
              <a:off x="774144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6" name="Freihandform: Form 27"/>
            <p:cNvSpPr/>
            <p:nvPr/>
          </p:nvSpPr>
          <p:spPr>
            <a:xfrm>
              <a:off x="779976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7" name="Freihandform: Form 28"/>
            <p:cNvSpPr/>
            <p:nvPr/>
          </p:nvSpPr>
          <p:spPr>
            <a:xfrm>
              <a:off x="784908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38" name="Grafik 9"/>
            <p:cNvGrpSpPr/>
            <p:nvPr/>
          </p:nvGrpSpPr>
          <p:grpSpPr>
            <a:xfrm>
              <a:off x="7872120" y="834120"/>
              <a:ext cx="73440" cy="39960"/>
              <a:chOff x="7872120" y="834120"/>
              <a:chExt cx="73440" cy="39960"/>
            </a:xfrm>
          </p:grpSpPr>
          <p:sp>
            <p:nvSpPr>
              <p:cNvPr id="239" name="Freihandform: Form 30"/>
              <p:cNvSpPr/>
              <p:nvPr/>
            </p:nvSpPr>
            <p:spPr>
              <a:xfrm>
                <a:off x="787212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40" name="Freihandform: Form 31"/>
              <p:cNvSpPr/>
              <p:nvPr/>
            </p:nvSpPr>
            <p:spPr>
              <a:xfrm>
                <a:off x="7922160" y="834120"/>
                <a:ext cx="23400" cy="39960"/>
              </a:xfrm>
              <a:custGeom>
                <a:avLst/>
                <a:gdLst>
                  <a:gd name="textAreaLeft" fmla="*/ 0 w 23400"/>
                  <a:gd name="textAreaRight" fmla="*/ 25200 w 23400"/>
                  <a:gd name="textAreaTop" fmla="*/ 0 h 39960"/>
                  <a:gd name="textAreaBottom" fmla="*/ 41760 h 3996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41" name="Freihandform: Form 32"/>
            <p:cNvSpPr/>
            <p:nvPr/>
          </p:nvSpPr>
          <p:spPr>
            <a:xfrm>
              <a:off x="795924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42" name="Grafik 9"/>
            <p:cNvGrpSpPr/>
            <p:nvPr/>
          </p:nvGrpSpPr>
          <p:grpSpPr>
            <a:xfrm>
              <a:off x="7979760" y="812160"/>
              <a:ext cx="77400" cy="63720"/>
              <a:chOff x="7979760" y="812160"/>
              <a:chExt cx="77400" cy="63720"/>
            </a:xfrm>
          </p:grpSpPr>
          <p:sp>
            <p:nvSpPr>
              <p:cNvPr id="243" name="Freihandform: Form 34"/>
              <p:cNvSpPr/>
              <p:nvPr/>
            </p:nvSpPr>
            <p:spPr>
              <a:xfrm>
                <a:off x="7979760" y="834120"/>
                <a:ext cx="32760" cy="417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41760"/>
                  <a:gd name="textAreaBottom" fmla="*/ 43560 h 4176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44" name="Freihandform: Form 35"/>
              <p:cNvSpPr/>
              <p:nvPr/>
            </p:nvSpPr>
            <p:spPr>
              <a:xfrm>
                <a:off x="8024400" y="812160"/>
                <a:ext cx="32760" cy="615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61560"/>
                  <a:gd name="textAreaBottom" fmla="*/ 63360 h 6156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45" name="Freihandform: Form 36"/>
            <p:cNvSpPr/>
            <p:nvPr/>
          </p:nvSpPr>
          <p:spPr>
            <a:xfrm>
              <a:off x="810648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6" name="Freihandform: Form 37"/>
            <p:cNvSpPr/>
            <p:nvPr/>
          </p:nvSpPr>
          <p:spPr>
            <a:xfrm>
              <a:off x="816480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7" name="Freihandform: Form 38"/>
            <p:cNvSpPr/>
            <p:nvPr/>
          </p:nvSpPr>
          <p:spPr>
            <a:xfrm>
              <a:off x="821340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48" name="Grafik 9"/>
            <p:cNvGrpSpPr/>
            <p:nvPr/>
          </p:nvGrpSpPr>
          <p:grpSpPr>
            <a:xfrm>
              <a:off x="7741440" y="834120"/>
              <a:ext cx="1048320" cy="179280"/>
              <a:chOff x="7741440" y="834120"/>
              <a:chExt cx="1048320" cy="179280"/>
            </a:xfrm>
          </p:grpSpPr>
          <p:sp>
            <p:nvSpPr>
              <p:cNvPr id="249" name="Freihandform: Form 40"/>
              <p:cNvSpPr/>
              <p:nvPr/>
            </p:nvSpPr>
            <p:spPr>
              <a:xfrm>
                <a:off x="823644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0" name="Freihandform: Form 41"/>
              <p:cNvSpPr/>
              <p:nvPr/>
            </p:nvSpPr>
            <p:spPr>
              <a:xfrm>
                <a:off x="8284680" y="834120"/>
                <a:ext cx="34560" cy="41760"/>
              </a:xfrm>
              <a:custGeom>
                <a:avLst/>
                <a:gdLst>
                  <a:gd name="textAreaLeft" fmla="*/ 0 w 34560"/>
                  <a:gd name="textAreaRight" fmla="*/ 36360 w 34560"/>
                  <a:gd name="textAreaTop" fmla="*/ 0 h 41760"/>
                  <a:gd name="textAreaBottom" fmla="*/ 43560 h 4176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1" name="Freihandform: Form 42"/>
              <p:cNvSpPr/>
              <p:nvPr/>
            </p:nvSpPr>
            <p:spPr>
              <a:xfrm>
                <a:off x="7741440" y="914040"/>
                <a:ext cx="882720" cy="61560"/>
              </a:xfrm>
              <a:custGeom>
                <a:avLst/>
                <a:gdLst>
                  <a:gd name="textAreaLeft" fmla="*/ 0 w 882720"/>
                  <a:gd name="textAreaRight" fmla="*/ 884520 w 882720"/>
                  <a:gd name="textAreaTop" fmla="*/ 0 h 61560"/>
                  <a:gd name="textAreaBottom" fmla="*/ 63360 h 6156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2" name="Freihandform: Form 43"/>
              <p:cNvSpPr/>
              <p:nvPr/>
            </p:nvSpPr>
            <p:spPr>
              <a:xfrm>
                <a:off x="8677440" y="915480"/>
                <a:ext cx="112320" cy="97920"/>
              </a:xfrm>
              <a:custGeom>
                <a:avLst/>
                <a:gdLst>
                  <a:gd name="textAreaLeft" fmla="*/ 0 w 112320"/>
                  <a:gd name="textAreaRight" fmla="*/ 114120 w 112320"/>
                  <a:gd name="textAreaTop" fmla="*/ 0 h 97920"/>
                  <a:gd name="textAreaBottom" fmla="*/ 99720 h 9792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253" name="Freihandform: Form 44" hidden="1"/>
          <p:cNvSpPr/>
          <p:nvPr/>
        </p:nvSpPr>
        <p:spPr>
          <a:xfrm>
            <a:off x="-5040" y="407880"/>
            <a:ext cx="335520" cy="293040"/>
          </a:xfrm>
          <a:custGeom>
            <a:avLst/>
            <a:gdLst>
              <a:gd name="textAreaLeft" fmla="*/ 0 w 335520"/>
              <a:gd name="textAreaRight" fmla="*/ 337320 w 335520"/>
              <a:gd name="textAreaTop" fmla="*/ 0 h 293040"/>
              <a:gd name="textAreaBottom" fmla="*/ 294840 h 29304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254" name="Gruppieren 30"/>
          <p:cNvGrpSpPr/>
          <p:nvPr/>
        </p:nvGrpSpPr>
        <p:grpSpPr>
          <a:xfrm>
            <a:off x="-5040" y="4950720"/>
            <a:ext cx="9147240" cy="196200"/>
            <a:chOff x="-5040" y="4950720"/>
            <a:chExt cx="9147240" cy="196200"/>
          </a:xfrm>
        </p:grpSpPr>
        <p:sp>
          <p:nvSpPr>
            <p:cNvPr id="255" name="bk object 18"/>
            <p:cNvSpPr/>
            <p:nvPr/>
          </p:nvSpPr>
          <p:spPr>
            <a:xfrm>
              <a:off x="-5040" y="4950720"/>
              <a:ext cx="483120" cy="196200"/>
            </a:xfrm>
            <a:custGeom>
              <a:avLst/>
              <a:gdLst>
                <a:gd name="textAreaLeft" fmla="*/ 0 w 483120"/>
                <a:gd name="textAreaRight" fmla="*/ 484920 w 48312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6" name="bk object 18"/>
            <p:cNvSpPr/>
            <p:nvPr/>
          </p:nvSpPr>
          <p:spPr>
            <a:xfrm>
              <a:off x="522360" y="4950720"/>
              <a:ext cx="8619840" cy="196200"/>
            </a:xfrm>
            <a:custGeom>
              <a:avLst/>
              <a:gdLst>
                <a:gd name="textAreaLeft" fmla="*/ 0 w 8619840"/>
                <a:gd name="textAreaRight" fmla="*/ 8621640 w 861984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7" name="Holder 3"/>
            <p:cNvSpPr/>
            <p:nvPr/>
          </p:nvSpPr>
          <p:spPr>
            <a:xfrm>
              <a:off x="8194680" y="4966200"/>
              <a:ext cx="447840" cy="165960"/>
            </a:xfrm>
            <a:prstGeom prst="rect">
              <a:avLst/>
            </a:pr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58" name="PlaceHolder 1"/>
          <p:cNvSpPr>
            <a:spLocks noGrp="1"/>
          </p:cNvSpPr>
          <p:nvPr>
            <p:ph type="dt" idx="6"/>
          </p:nvPr>
        </p:nvSpPr>
        <p:spPr>
          <a:xfrm>
            <a:off x="6564960" y="4460400"/>
            <a:ext cx="2055600" cy="2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9" name="PlaceHolder 2"/>
          <p:cNvSpPr>
            <a:spLocks noGrp="1"/>
          </p:cNvSpPr>
          <p:nvPr>
            <p:ph type="title" hasCustomPrompt="1"/>
          </p:nvPr>
        </p:nvSpPr>
        <p:spPr>
          <a:xfrm>
            <a:off x="526680" y="3818520"/>
            <a:ext cx="5771880" cy="56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 bearbeiten</a:t>
            </a:r>
            <a:endParaRPr lang="de-DE" sz="3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grpSp>
        <p:nvGrpSpPr>
          <p:cNvPr id="260" name="Grafik 6"/>
          <p:cNvGrpSpPr/>
          <p:nvPr/>
        </p:nvGrpSpPr>
        <p:grpSpPr>
          <a:xfrm>
            <a:off x="522720" y="385200"/>
            <a:ext cx="1526400" cy="581760"/>
            <a:chOff x="522720" y="385200"/>
            <a:chExt cx="1526400" cy="581760"/>
          </a:xfrm>
        </p:grpSpPr>
        <p:sp>
          <p:nvSpPr>
            <p:cNvPr id="261" name="Freihandform: Form 17"/>
            <p:cNvSpPr/>
            <p:nvPr/>
          </p:nvSpPr>
          <p:spPr>
            <a:xfrm>
              <a:off x="1888920" y="825480"/>
              <a:ext cx="160200" cy="141480"/>
            </a:xfrm>
            <a:custGeom>
              <a:avLst/>
              <a:gdLst>
                <a:gd name="textAreaLeft" fmla="*/ 0 w 160200"/>
                <a:gd name="textAreaRight" fmla="*/ 162000 w 160200"/>
                <a:gd name="textAreaTop" fmla="*/ 0 h 141480"/>
                <a:gd name="textAreaBottom" fmla="*/ 143280 h 141480"/>
                <a:gd name="GluePoint1X" fmla="*/ 0 w 270992"/>
                <a:gd name="GluePoint1Y" fmla="*/ 242086 h 239376"/>
                <a:gd name="GluePoint2X" fmla="*/ 152659 w 270992"/>
                <a:gd name="GluePoint2Y" fmla="*/ 242086 h 239376"/>
                <a:gd name="GluePoint3X" fmla="*/ 274154 w 270992"/>
                <a:gd name="GluePoint3Y" fmla="*/ 121043 h 239376"/>
                <a:gd name="GluePoint4X" fmla="*/ 152659 w 270992"/>
                <a:gd name="GluePoint4Y" fmla="*/ 0 h 239376"/>
                <a:gd name="GluePoint5X" fmla="*/ 0 w 270992"/>
                <a:gd name="GluePoint5Y" fmla="*/ 0 h 239376"/>
                <a:gd name="GluePoint6X" fmla="*/ 0 w 270992"/>
                <a:gd name="GluePoint6Y" fmla="*/ 242086 h 23937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</a:cxnLst>
              <a:rect l="textAreaLeft" t="textAreaTop" r="textAreaRight" b="textAreaBottom"/>
              <a:pathLst>
                <a:path w="270992" h="239376">
                  <a:moveTo>
                    <a:pt x="0" y="242086"/>
                  </a:moveTo>
                  <a:lnTo>
                    <a:pt x="152659" y="242086"/>
                  </a:lnTo>
                  <a:cubicBezTo>
                    <a:pt x="219955" y="242086"/>
                    <a:pt x="274154" y="187888"/>
                    <a:pt x="274154" y="121043"/>
                  </a:cubicBezTo>
                  <a:cubicBezTo>
                    <a:pt x="274154" y="54198"/>
                    <a:pt x="219955" y="0"/>
                    <a:pt x="152659" y="0"/>
                  </a:cubicBezTo>
                  <a:lnTo>
                    <a:pt x="0" y="0"/>
                  </a:lnTo>
                  <a:lnTo>
                    <a:pt x="0" y="242086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0280" tIns="45000" rIns="8028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2" name="Freihandform: Form 19"/>
            <p:cNvSpPr/>
            <p:nvPr/>
          </p:nvSpPr>
          <p:spPr>
            <a:xfrm>
              <a:off x="1432440" y="512640"/>
              <a:ext cx="392760" cy="395640"/>
            </a:xfrm>
            <a:custGeom>
              <a:avLst/>
              <a:gdLst>
                <a:gd name="textAreaLeft" fmla="*/ 0 w 392760"/>
                <a:gd name="textAreaRight" fmla="*/ 394560 w 392760"/>
                <a:gd name="textAreaTop" fmla="*/ 0 h 395640"/>
                <a:gd name="textAreaBottom" fmla="*/ 397440 h 395640"/>
                <a:gd name="GluePoint1X" fmla="*/ 662124 w 659414"/>
                <a:gd name="GluePoint1Y" fmla="*/ 0 h 663930"/>
                <a:gd name="GluePoint2X" fmla="*/ 662124 w 659414"/>
                <a:gd name="GluePoint2Y" fmla="*/ 331965 h 663930"/>
                <a:gd name="GluePoint3X" fmla="*/ 331062 w 659414"/>
                <a:gd name="GluePoint3Y" fmla="*/ 663931 h 663930"/>
                <a:gd name="GluePoint4X" fmla="*/ 0 w 659414"/>
                <a:gd name="GluePoint4Y" fmla="*/ 331965 h 663930"/>
                <a:gd name="GluePoint5X" fmla="*/ 0 w 659414"/>
                <a:gd name="GluePoint5Y" fmla="*/ 0 h 663930"/>
                <a:gd name="GluePoint6X" fmla="*/ 168015 w 659414"/>
                <a:gd name="GluePoint6Y" fmla="*/ 0 h 663930"/>
                <a:gd name="GluePoint7X" fmla="*/ 168015 w 659414"/>
                <a:gd name="GluePoint7Y" fmla="*/ 317513 h 663930"/>
                <a:gd name="GluePoint8X" fmla="*/ 331514 w 659414"/>
                <a:gd name="GluePoint8Y" fmla="*/ 490496 h 663930"/>
                <a:gd name="GluePoint9X" fmla="*/ 495012 w 659414"/>
                <a:gd name="GluePoint9Y" fmla="*/ 317513 h 663930"/>
                <a:gd name="GluePoint10X" fmla="*/ 495012 w 659414"/>
                <a:gd name="GluePoint10Y" fmla="*/ 0 h 663930"/>
                <a:gd name="GluePoint11X" fmla="*/ 662124 w 659414"/>
                <a:gd name="GluePoint11Y" fmla="*/ 0 h 66393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659414" h="663930">
                  <a:moveTo>
                    <a:pt x="662124" y="0"/>
                  </a:moveTo>
                  <a:lnTo>
                    <a:pt x="662124" y="331965"/>
                  </a:lnTo>
                  <a:cubicBezTo>
                    <a:pt x="662124" y="529790"/>
                    <a:pt x="513982" y="663931"/>
                    <a:pt x="331062" y="663931"/>
                  </a:cubicBezTo>
                  <a:cubicBezTo>
                    <a:pt x="148142" y="663931"/>
                    <a:pt x="0" y="529790"/>
                    <a:pt x="0" y="331965"/>
                  </a:cubicBezTo>
                  <a:cubicBezTo>
                    <a:pt x="0" y="303511"/>
                    <a:pt x="0" y="0"/>
                    <a:pt x="0" y="0"/>
                  </a:cubicBezTo>
                  <a:lnTo>
                    <a:pt x="168015" y="0"/>
                  </a:lnTo>
                  <a:cubicBezTo>
                    <a:pt x="168015" y="60522"/>
                    <a:pt x="168015" y="305318"/>
                    <a:pt x="168015" y="317513"/>
                  </a:cubicBezTo>
                  <a:cubicBezTo>
                    <a:pt x="168015" y="420038"/>
                    <a:pt x="241183" y="490496"/>
                    <a:pt x="331514" y="490496"/>
                  </a:cubicBezTo>
                  <a:cubicBezTo>
                    <a:pt x="421845" y="490496"/>
                    <a:pt x="495012" y="420490"/>
                    <a:pt x="495012" y="317513"/>
                  </a:cubicBezTo>
                  <a:lnTo>
                    <a:pt x="495012" y="0"/>
                  </a:lnTo>
                  <a:lnTo>
                    <a:pt x="662124" y="0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3" name="Freihandform: Form 20"/>
            <p:cNvSpPr/>
            <p:nvPr/>
          </p:nvSpPr>
          <p:spPr>
            <a:xfrm>
              <a:off x="522720" y="385200"/>
              <a:ext cx="392760" cy="511920"/>
            </a:xfrm>
            <a:custGeom>
              <a:avLst/>
              <a:gdLst>
                <a:gd name="textAreaLeft" fmla="*/ 0 w 392760"/>
                <a:gd name="textAreaRight" fmla="*/ 394560 w 392760"/>
                <a:gd name="textAreaTop" fmla="*/ 0 h 511920"/>
                <a:gd name="textAreaBottom" fmla="*/ 513720 h 511920"/>
                <a:gd name="GluePoint1X" fmla="*/ 168015 w 659414"/>
                <a:gd name="GluePoint1Y" fmla="*/ 859497 h 858142"/>
                <a:gd name="GluePoint2X" fmla="*/ 0 w 659414"/>
                <a:gd name="GluePoint2Y" fmla="*/ 859497 h 858142"/>
                <a:gd name="GluePoint3X" fmla="*/ 0 w 659414"/>
                <a:gd name="GluePoint3Y" fmla="*/ 0 h 858142"/>
                <a:gd name="GluePoint4X" fmla="*/ 168015 w 659414"/>
                <a:gd name="GluePoint4Y" fmla="*/ 0 h 858142"/>
                <a:gd name="GluePoint5X" fmla="*/ 168015 w 659414"/>
                <a:gd name="GluePoint5Y" fmla="*/ 235312 h 858142"/>
                <a:gd name="GluePoint6X" fmla="*/ 331514 w 659414"/>
                <a:gd name="GluePoint6Y" fmla="*/ 195114 h 858142"/>
                <a:gd name="GluePoint7X" fmla="*/ 662576 w 659414"/>
                <a:gd name="GluePoint7Y" fmla="*/ 527080 h 858142"/>
                <a:gd name="GluePoint8X" fmla="*/ 662576 w 659414"/>
                <a:gd name="GluePoint8Y" fmla="*/ 859045 h 858142"/>
                <a:gd name="GluePoint9X" fmla="*/ 494561 w 659414"/>
                <a:gd name="GluePoint9Y" fmla="*/ 859045 h 858142"/>
                <a:gd name="GluePoint10X" fmla="*/ 494561 w 659414"/>
                <a:gd name="GluePoint10Y" fmla="*/ 541533 h 858142"/>
                <a:gd name="GluePoint11X" fmla="*/ 331062 w 659414"/>
                <a:gd name="GluePoint11Y" fmla="*/ 368549 h 858142"/>
                <a:gd name="GluePoint12X" fmla="*/ 167563 w 659414"/>
                <a:gd name="GluePoint12Y" fmla="*/ 541533 h 858142"/>
                <a:gd name="GluePoint13X" fmla="*/ 168015 w 659414"/>
                <a:gd name="GluePoint13Y" fmla="*/ 859497 h 858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8015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8015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4" name="Freihandform: Form 23"/>
            <p:cNvSpPr/>
            <p:nvPr/>
          </p:nvSpPr>
          <p:spPr>
            <a:xfrm>
              <a:off x="979200" y="385200"/>
              <a:ext cx="392760" cy="511920"/>
            </a:xfrm>
            <a:custGeom>
              <a:avLst/>
              <a:gdLst>
                <a:gd name="textAreaLeft" fmla="*/ 0 w 392760"/>
                <a:gd name="textAreaRight" fmla="*/ 394560 w 392760"/>
                <a:gd name="textAreaTop" fmla="*/ 0 h 511920"/>
                <a:gd name="textAreaBottom" fmla="*/ 513720 h 511920"/>
                <a:gd name="GluePoint1X" fmla="*/ 167563 w 659414"/>
                <a:gd name="GluePoint1Y" fmla="*/ 859497 h 858142"/>
                <a:gd name="GluePoint2X" fmla="*/ 0 w 659414"/>
                <a:gd name="GluePoint2Y" fmla="*/ 859497 h 858142"/>
                <a:gd name="GluePoint3X" fmla="*/ 0 w 659414"/>
                <a:gd name="GluePoint3Y" fmla="*/ 0 h 858142"/>
                <a:gd name="GluePoint4X" fmla="*/ 168015 w 659414"/>
                <a:gd name="GluePoint4Y" fmla="*/ 0 h 858142"/>
                <a:gd name="GluePoint5X" fmla="*/ 168015 w 659414"/>
                <a:gd name="GluePoint5Y" fmla="*/ 235312 h 858142"/>
                <a:gd name="GluePoint6X" fmla="*/ 331514 w 659414"/>
                <a:gd name="GluePoint6Y" fmla="*/ 195114 h 858142"/>
                <a:gd name="GluePoint7X" fmla="*/ 662576 w 659414"/>
                <a:gd name="GluePoint7Y" fmla="*/ 527080 h 858142"/>
                <a:gd name="GluePoint8X" fmla="*/ 662576 w 659414"/>
                <a:gd name="GluePoint8Y" fmla="*/ 859045 h 858142"/>
                <a:gd name="GluePoint9X" fmla="*/ 494561 w 659414"/>
                <a:gd name="GluePoint9Y" fmla="*/ 859045 h 858142"/>
                <a:gd name="GluePoint10X" fmla="*/ 494561 w 659414"/>
                <a:gd name="GluePoint10Y" fmla="*/ 541533 h 858142"/>
                <a:gd name="GluePoint11X" fmla="*/ 331062 w 659414"/>
                <a:gd name="GluePoint11Y" fmla="*/ 368549 h 858142"/>
                <a:gd name="GluePoint12X" fmla="*/ 167563 w 659414"/>
                <a:gd name="GluePoint12Y" fmla="*/ 541533 h 858142"/>
                <a:gd name="GluePoint13X" fmla="*/ 167563 w 659414"/>
                <a:gd name="GluePoint13Y" fmla="*/ 859497 h 858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7563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7563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65" name="PlaceHolder 3"/>
          <p:cNvSpPr>
            <a:spLocks noGrp="1"/>
          </p:cNvSpPr>
          <p:nvPr>
            <p:ph type="body" hasCustomPrompt="1"/>
          </p:nvPr>
        </p:nvSpPr>
        <p:spPr>
          <a:xfrm>
            <a:off x="0" y="1422360"/>
            <a:ext cx="6676560" cy="239436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de-DE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66" name="PlaceHolder 4"/>
          <p:cNvSpPr>
            <a:spLocks noGrp="1"/>
          </p:cNvSpPr>
          <p:nvPr>
            <p:ph type="body" hasCustomPrompt="1"/>
          </p:nvPr>
        </p:nvSpPr>
        <p:spPr>
          <a:xfrm>
            <a:off x="6741000" y="1422360"/>
            <a:ext cx="2401200" cy="239436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de-DE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Vie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7" name="Gruppieren 6"/>
          <p:cNvGrpSpPr/>
          <p:nvPr/>
        </p:nvGrpSpPr>
        <p:grpSpPr>
          <a:xfrm>
            <a:off x="-5040" y="4950720"/>
            <a:ext cx="9147240" cy="196200"/>
            <a:chOff x="-5040" y="4950720"/>
            <a:chExt cx="9147240" cy="196200"/>
          </a:xfrm>
        </p:grpSpPr>
        <p:sp>
          <p:nvSpPr>
            <p:cNvPr id="268" name="bk object 18"/>
            <p:cNvSpPr/>
            <p:nvPr/>
          </p:nvSpPr>
          <p:spPr>
            <a:xfrm>
              <a:off x="-5040" y="4950720"/>
              <a:ext cx="483120" cy="196200"/>
            </a:xfrm>
            <a:custGeom>
              <a:avLst/>
              <a:gdLst>
                <a:gd name="textAreaLeft" fmla="*/ 0 w 483120"/>
                <a:gd name="textAreaRight" fmla="*/ 484920 w 48312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9" name="bk object 18"/>
            <p:cNvSpPr/>
            <p:nvPr/>
          </p:nvSpPr>
          <p:spPr>
            <a:xfrm>
              <a:off x="522360" y="4950720"/>
              <a:ext cx="8619840" cy="196200"/>
            </a:xfrm>
            <a:custGeom>
              <a:avLst/>
              <a:gdLst>
                <a:gd name="textAreaLeft" fmla="*/ 0 w 8619840"/>
                <a:gd name="textAreaRight" fmla="*/ 8621640 w 861984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0" name="Holder 3"/>
            <p:cNvSpPr/>
            <p:nvPr/>
          </p:nvSpPr>
          <p:spPr>
            <a:xfrm>
              <a:off x="8194680" y="4966200"/>
              <a:ext cx="447840" cy="165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271" name="Gerader Verbinder 11"/>
          <p:cNvCxnSpPr/>
          <p:nvPr/>
        </p:nvCxnSpPr>
        <p:spPr>
          <a:xfrm>
            <a:off x="521280" y="974520"/>
            <a:ext cx="6833880" cy="180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272" name="Grafik 9"/>
          <p:cNvGrpSpPr/>
          <p:nvPr/>
        </p:nvGrpSpPr>
        <p:grpSpPr>
          <a:xfrm>
            <a:off x="7741440" y="394200"/>
            <a:ext cx="1048320" cy="619200"/>
            <a:chOff x="7741440" y="394200"/>
            <a:chExt cx="1048320" cy="619200"/>
          </a:xfrm>
        </p:grpSpPr>
        <p:grpSp>
          <p:nvGrpSpPr>
            <p:cNvPr id="273" name="Grafik 9"/>
            <p:cNvGrpSpPr/>
            <p:nvPr/>
          </p:nvGrpSpPr>
          <p:grpSpPr>
            <a:xfrm>
              <a:off x="7741440" y="394200"/>
              <a:ext cx="883080" cy="430560"/>
              <a:chOff x="7741440" y="394200"/>
              <a:chExt cx="883080" cy="430560"/>
            </a:xfrm>
          </p:grpSpPr>
          <p:sp>
            <p:nvSpPr>
              <p:cNvPr id="274" name="Freihandform: Form 20"/>
              <p:cNvSpPr/>
              <p:nvPr/>
            </p:nvSpPr>
            <p:spPr>
              <a:xfrm>
                <a:off x="8358120" y="480600"/>
                <a:ext cx="266400" cy="26676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266760"/>
                  <a:gd name="textAreaBottom" fmla="*/ 268560 h 26676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5" name="Freihandform: Form 21"/>
              <p:cNvSpPr/>
              <p:nvPr/>
            </p:nvSpPr>
            <p:spPr>
              <a:xfrm>
                <a:off x="774144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6" name="Freihandform: Form 22"/>
              <p:cNvSpPr/>
              <p:nvPr/>
            </p:nvSpPr>
            <p:spPr>
              <a:xfrm>
                <a:off x="805068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7" name="Freihandform: Form 23"/>
              <p:cNvSpPr/>
              <p:nvPr/>
            </p:nvSpPr>
            <p:spPr>
              <a:xfrm>
                <a:off x="784800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8" name="Freihandform: Form 24"/>
              <p:cNvSpPr/>
              <p:nvPr/>
            </p:nvSpPr>
            <p:spPr>
              <a:xfrm>
                <a:off x="795816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9" name="Freihandform: Form 25"/>
              <p:cNvSpPr/>
              <p:nvPr/>
            </p:nvSpPr>
            <p:spPr>
              <a:xfrm>
                <a:off x="821232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80" name="Freihandform: Form 26"/>
            <p:cNvSpPr/>
            <p:nvPr/>
          </p:nvSpPr>
          <p:spPr>
            <a:xfrm>
              <a:off x="774144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1" name="Freihandform: Form 27"/>
            <p:cNvSpPr/>
            <p:nvPr/>
          </p:nvSpPr>
          <p:spPr>
            <a:xfrm>
              <a:off x="779976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2" name="Freihandform: Form 28"/>
            <p:cNvSpPr/>
            <p:nvPr/>
          </p:nvSpPr>
          <p:spPr>
            <a:xfrm>
              <a:off x="784908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83" name="Grafik 9"/>
            <p:cNvGrpSpPr/>
            <p:nvPr/>
          </p:nvGrpSpPr>
          <p:grpSpPr>
            <a:xfrm>
              <a:off x="7872120" y="834120"/>
              <a:ext cx="73440" cy="39960"/>
              <a:chOff x="7872120" y="834120"/>
              <a:chExt cx="73440" cy="39960"/>
            </a:xfrm>
          </p:grpSpPr>
          <p:sp>
            <p:nvSpPr>
              <p:cNvPr id="284" name="Freihandform: Form 30"/>
              <p:cNvSpPr/>
              <p:nvPr/>
            </p:nvSpPr>
            <p:spPr>
              <a:xfrm>
                <a:off x="787212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85" name="Freihandform: Form 31"/>
              <p:cNvSpPr/>
              <p:nvPr/>
            </p:nvSpPr>
            <p:spPr>
              <a:xfrm>
                <a:off x="7922160" y="834120"/>
                <a:ext cx="23400" cy="39960"/>
              </a:xfrm>
              <a:custGeom>
                <a:avLst/>
                <a:gdLst>
                  <a:gd name="textAreaLeft" fmla="*/ 0 w 23400"/>
                  <a:gd name="textAreaRight" fmla="*/ 25200 w 23400"/>
                  <a:gd name="textAreaTop" fmla="*/ 0 h 39960"/>
                  <a:gd name="textAreaBottom" fmla="*/ 41760 h 3996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86" name="Freihandform: Form 32"/>
            <p:cNvSpPr/>
            <p:nvPr/>
          </p:nvSpPr>
          <p:spPr>
            <a:xfrm>
              <a:off x="795924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87" name="Grafik 9"/>
            <p:cNvGrpSpPr/>
            <p:nvPr/>
          </p:nvGrpSpPr>
          <p:grpSpPr>
            <a:xfrm>
              <a:off x="7979760" y="812160"/>
              <a:ext cx="77400" cy="63720"/>
              <a:chOff x="7979760" y="812160"/>
              <a:chExt cx="77400" cy="63720"/>
            </a:xfrm>
          </p:grpSpPr>
          <p:sp>
            <p:nvSpPr>
              <p:cNvPr id="288" name="Freihandform: Form 34"/>
              <p:cNvSpPr/>
              <p:nvPr/>
            </p:nvSpPr>
            <p:spPr>
              <a:xfrm>
                <a:off x="7979760" y="834120"/>
                <a:ext cx="32760" cy="417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41760"/>
                  <a:gd name="textAreaBottom" fmla="*/ 43560 h 4176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89" name="Freihandform: Form 35"/>
              <p:cNvSpPr/>
              <p:nvPr/>
            </p:nvSpPr>
            <p:spPr>
              <a:xfrm>
                <a:off x="8024400" y="812160"/>
                <a:ext cx="32760" cy="615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61560"/>
                  <a:gd name="textAreaBottom" fmla="*/ 63360 h 6156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90" name="Freihandform: Form 36"/>
            <p:cNvSpPr/>
            <p:nvPr/>
          </p:nvSpPr>
          <p:spPr>
            <a:xfrm>
              <a:off x="810648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1" name="Freihandform: Form 37"/>
            <p:cNvSpPr/>
            <p:nvPr/>
          </p:nvSpPr>
          <p:spPr>
            <a:xfrm>
              <a:off x="816480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2" name="Freihandform: Form 38"/>
            <p:cNvSpPr/>
            <p:nvPr/>
          </p:nvSpPr>
          <p:spPr>
            <a:xfrm>
              <a:off x="821340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93" name="Grafik 9"/>
            <p:cNvGrpSpPr/>
            <p:nvPr/>
          </p:nvGrpSpPr>
          <p:grpSpPr>
            <a:xfrm>
              <a:off x="7741440" y="834120"/>
              <a:ext cx="1048320" cy="179280"/>
              <a:chOff x="7741440" y="834120"/>
              <a:chExt cx="1048320" cy="179280"/>
            </a:xfrm>
          </p:grpSpPr>
          <p:sp>
            <p:nvSpPr>
              <p:cNvPr id="294" name="Freihandform: Form 40"/>
              <p:cNvSpPr/>
              <p:nvPr/>
            </p:nvSpPr>
            <p:spPr>
              <a:xfrm>
                <a:off x="823644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5" name="Freihandform: Form 41"/>
              <p:cNvSpPr/>
              <p:nvPr/>
            </p:nvSpPr>
            <p:spPr>
              <a:xfrm>
                <a:off x="8284680" y="834120"/>
                <a:ext cx="34560" cy="41760"/>
              </a:xfrm>
              <a:custGeom>
                <a:avLst/>
                <a:gdLst>
                  <a:gd name="textAreaLeft" fmla="*/ 0 w 34560"/>
                  <a:gd name="textAreaRight" fmla="*/ 36360 w 34560"/>
                  <a:gd name="textAreaTop" fmla="*/ 0 h 41760"/>
                  <a:gd name="textAreaBottom" fmla="*/ 43560 h 4176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6" name="Freihandform: Form 42"/>
              <p:cNvSpPr/>
              <p:nvPr/>
            </p:nvSpPr>
            <p:spPr>
              <a:xfrm>
                <a:off x="7741440" y="914040"/>
                <a:ext cx="882720" cy="61560"/>
              </a:xfrm>
              <a:custGeom>
                <a:avLst/>
                <a:gdLst>
                  <a:gd name="textAreaLeft" fmla="*/ 0 w 882720"/>
                  <a:gd name="textAreaRight" fmla="*/ 884520 w 882720"/>
                  <a:gd name="textAreaTop" fmla="*/ 0 h 61560"/>
                  <a:gd name="textAreaBottom" fmla="*/ 63360 h 6156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7" name="Freihandform: Form 43"/>
              <p:cNvSpPr/>
              <p:nvPr/>
            </p:nvSpPr>
            <p:spPr>
              <a:xfrm>
                <a:off x="8677440" y="915480"/>
                <a:ext cx="112320" cy="97920"/>
              </a:xfrm>
              <a:custGeom>
                <a:avLst/>
                <a:gdLst>
                  <a:gd name="textAreaLeft" fmla="*/ 0 w 112320"/>
                  <a:gd name="textAreaRight" fmla="*/ 114120 w 112320"/>
                  <a:gd name="textAreaTop" fmla="*/ 0 h 97920"/>
                  <a:gd name="textAreaBottom" fmla="*/ 99720 h 9792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298" name="Freihandform: Form 44"/>
          <p:cNvSpPr/>
          <p:nvPr/>
        </p:nvSpPr>
        <p:spPr>
          <a:xfrm>
            <a:off x="-5040" y="407880"/>
            <a:ext cx="335520" cy="293040"/>
          </a:xfrm>
          <a:custGeom>
            <a:avLst/>
            <a:gdLst>
              <a:gd name="textAreaLeft" fmla="*/ 0 w 335520"/>
              <a:gd name="textAreaRight" fmla="*/ 337320 w 335520"/>
              <a:gd name="textAreaTop" fmla="*/ 0 h 293040"/>
              <a:gd name="textAreaBottom" fmla="*/ 294840 h 29304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880" cy="4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300" name="PlaceHolder 2"/>
          <p:cNvSpPr>
            <a:spLocks noGrp="1"/>
          </p:cNvSpPr>
          <p:nvPr>
            <p:ph type="ftr" idx="7"/>
          </p:nvPr>
        </p:nvSpPr>
        <p:spPr>
          <a:xfrm>
            <a:off x="628560" y="4975560"/>
            <a:ext cx="712800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1" name="PlaceHolder 3"/>
          <p:cNvSpPr>
            <a:spLocks noGrp="1"/>
          </p:cNvSpPr>
          <p:nvPr>
            <p:ph type="sldNum" idx="8"/>
          </p:nvPr>
        </p:nvSpPr>
        <p:spPr>
          <a:xfrm>
            <a:off x="35640" y="4975560"/>
            <a:ext cx="33552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0AB92D39-EADA-43CF-A928-824DC1452FB5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2" name="PlaceHolder 4"/>
          <p:cNvSpPr>
            <a:spLocks noGrp="1"/>
          </p:cNvSpPr>
          <p:nvPr>
            <p:ph type="body"/>
          </p:nvPr>
        </p:nvSpPr>
        <p:spPr>
          <a:xfrm>
            <a:off x="522360" y="1422360"/>
            <a:ext cx="3939840" cy="349056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03" name="PlaceHolder 5"/>
          <p:cNvSpPr>
            <a:spLocks noGrp="1"/>
          </p:cNvSpPr>
          <p:nvPr>
            <p:ph type="body"/>
          </p:nvPr>
        </p:nvSpPr>
        <p:spPr>
          <a:xfrm>
            <a:off x="4680000" y="1422360"/>
            <a:ext cx="3941640" cy="349056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04" name="PlaceHolder 6"/>
          <p:cNvSpPr>
            <a:spLocks noGrp="1"/>
          </p:cNvSpPr>
          <p:nvPr>
            <p:ph type="body"/>
          </p:nvPr>
        </p:nvSpPr>
        <p:spPr>
          <a:xfrm>
            <a:off x="521640" y="1088280"/>
            <a:ext cx="8099280" cy="32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+ Bild recht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5" name="Gruppieren 6"/>
          <p:cNvGrpSpPr/>
          <p:nvPr/>
        </p:nvGrpSpPr>
        <p:grpSpPr>
          <a:xfrm>
            <a:off x="-5040" y="4950720"/>
            <a:ext cx="9147240" cy="196200"/>
            <a:chOff x="-5040" y="4950720"/>
            <a:chExt cx="9147240" cy="196200"/>
          </a:xfrm>
        </p:grpSpPr>
        <p:sp>
          <p:nvSpPr>
            <p:cNvPr id="306" name="bk object 18"/>
            <p:cNvSpPr/>
            <p:nvPr/>
          </p:nvSpPr>
          <p:spPr>
            <a:xfrm>
              <a:off x="-5040" y="4950720"/>
              <a:ext cx="483120" cy="196200"/>
            </a:xfrm>
            <a:custGeom>
              <a:avLst/>
              <a:gdLst>
                <a:gd name="textAreaLeft" fmla="*/ 0 w 483120"/>
                <a:gd name="textAreaRight" fmla="*/ 484920 w 48312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7" name="bk object 18"/>
            <p:cNvSpPr/>
            <p:nvPr/>
          </p:nvSpPr>
          <p:spPr>
            <a:xfrm>
              <a:off x="522360" y="4950720"/>
              <a:ext cx="8619840" cy="196200"/>
            </a:xfrm>
            <a:custGeom>
              <a:avLst/>
              <a:gdLst>
                <a:gd name="textAreaLeft" fmla="*/ 0 w 8619840"/>
                <a:gd name="textAreaRight" fmla="*/ 8621640 w 861984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8" name="Holder 3"/>
            <p:cNvSpPr/>
            <p:nvPr/>
          </p:nvSpPr>
          <p:spPr>
            <a:xfrm>
              <a:off x="8194680" y="4966200"/>
              <a:ext cx="447840" cy="165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309" name="Gerader Verbinder 11"/>
          <p:cNvCxnSpPr/>
          <p:nvPr/>
        </p:nvCxnSpPr>
        <p:spPr>
          <a:xfrm>
            <a:off x="521280" y="974520"/>
            <a:ext cx="6833880" cy="180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310" name="Grafik 9"/>
          <p:cNvGrpSpPr/>
          <p:nvPr/>
        </p:nvGrpSpPr>
        <p:grpSpPr>
          <a:xfrm>
            <a:off x="7741440" y="394200"/>
            <a:ext cx="1048320" cy="619200"/>
            <a:chOff x="7741440" y="394200"/>
            <a:chExt cx="1048320" cy="619200"/>
          </a:xfrm>
        </p:grpSpPr>
        <p:grpSp>
          <p:nvGrpSpPr>
            <p:cNvPr id="311" name="Grafik 9"/>
            <p:cNvGrpSpPr/>
            <p:nvPr/>
          </p:nvGrpSpPr>
          <p:grpSpPr>
            <a:xfrm>
              <a:off x="7741440" y="394200"/>
              <a:ext cx="883080" cy="430560"/>
              <a:chOff x="7741440" y="394200"/>
              <a:chExt cx="883080" cy="430560"/>
            </a:xfrm>
          </p:grpSpPr>
          <p:sp>
            <p:nvSpPr>
              <p:cNvPr id="312" name="Freihandform: Form 20"/>
              <p:cNvSpPr/>
              <p:nvPr/>
            </p:nvSpPr>
            <p:spPr>
              <a:xfrm>
                <a:off x="8358120" y="480600"/>
                <a:ext cx="266400" cy="26676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266760"/>
                  <a:gd name="textAreaBottom" fmla="*/ 268560 h 26676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3" name="Freihandform: Form 21"/>
              <p:cNvSpPr/>
              <p:nvPr/>
            </p:nvSpPr>
            <p:spPr>
              <a:xfrm>
                <a:off x="774144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4" name="Freihandform: Form 22"/>
              <p:cNvSpPr/>
              <p:nvPr/>
            </p:nvSpPr>
            <p:spPr>
              <a:xfrm>
                <a:off x="805068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5" name="Freihandform: Form 23"/>
              <p:cNvSpPr/>
              <p:nvPr/>
            </p:nvSpPr>
            <p:spPr>
              <a:xfrm>
                <a:off x="784800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6" name="Freihandform: Form 24"/>
              <p:cNvSpPr/>
              <p:nvPr/>
            </p:nvSpPr>
            <p:spPr>
              <a:xfrm>
                <a:off x="795816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7" name="Freihandform: Form 25"/>
              <p:cNvSpPr/>
              <p:nvPr/>
            </p:nvSpPr>
            <p:spPr>
              <a:xfrm>
                <a:off x="821232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18" name="Freihandform: Form 26"/>
            <p:cNvSpPr/>
            <p:nvPr/>
          </p:nvSpPr>
          <p:spPr>
            <a:xfrm>
              <a:off x="774144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19" name="Freihandform: Form 27"/>
            <p:cNvSpPr/>
            <p:nvPr/>
          </p:nvSpPr>
          <p:spPr>
            <a:xfrm>
              <a:off x="779976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0" name="Freihandform: Form 28"/>
            <p:cNvSpPr/>
            <p:nvPr/>
          </p:nvSpPr>
          <p:spPr>
            <a:xfrm>
              <a:off x="784908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21" name="Grafik 9"/>
            <p:cNvGrpSpPr/>
            <p:nvPr/>
          </p:nvGrpSpPr>
          <p:grpSpPr>
            <a:xfrm>
              <a:off x="7872120" y="834120"/>
              <a:ext cx="73440" cy="39960"/>
              <a:chOff x="7872120" y="834120"/>
              <a:chExt cx="73440" cy="39960"/>
            </a:xfrm>
          </p:grpSpPr>
          <p:sp>
            <p:nvSpPr>
              <p:cNvPr id="322" name="Freihandform: Form 30"/>
              <p:cNvSpPr/>
              <p:nvPr/>
            </p:nvSpPr>
            <p:spPr>
              <a:xfrm>
                <a:off x="787212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3" name="Freihandform: Form 31"/>
              <p:cNvSpPr/>
              <p:nvPr/>
            </p:nvSpPr>
            <p:spPr>
              <a:xfrm>
                <a:off x="7922160" y="834120"/>
                <a:ext cx="23400" cy="39960"/>
              </a:xfrm>
              <a:custGeom>
                <a:avLst/>
                <a:gdLst>
                  <a:gd name="textAreaLeft" fmla="*/ 0 w 23400"/>
                  <a:gd name="textAreaRight" fmla="*/ 25200 w 23400"/>
                  <a:gd name="textAreaTop" fmla="*/ 0 h 39960"/>
                  <a:gd name="textAreaBottom" fmla="*/ 41760 h 3996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24" name="Freihandform: Form 32"/>
            <p:cNvSpPr/>
            <p:nvPr/>
          </p:nvSpPr>
          <p:spPr>
            <a:xfrm>
              <a:off x="795924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25" name="Grafik 9"/>
            <p:cNvGrpSpPr/>
            <p:nvPr/>
          </p:nvGrpSpPr>
          <p:grpSpPr>
            <a:xfrm>
              <a:off x="7979760" y="812160"/>
              <a:ext cx="77400" cy="63720"/>
              <a:chOff x="7979760" y="812160"/>
              <a:chExt cx="77400" cy="63720"/>
            </a:xfrm>
          </p:grpSpPr>
          <p:sp>
            <p:nvSpPr>
              <p:cNvPr id="326" name="Freihandform: Form 34"/>
              <p:cNvSpPr/>
              <p:nvPr/>
            </p:nvSpPr>
            <p:spPr>
              <a:xfrm>
                <a:off x="7979760" y="834120"/>
                <a:ext cx="32760" cy="417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41760"/>
                  <a:gd name="textAreaBottom" fmla="*/ 43560 h 4176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7" name="Freihandform: Form 35"/>
              <p:cNvSpPr/>
              <p:nvPr/>
            </p:nvSpPr>
            <p:spPr>
              <a:xfrm>
                <a:off x="8024400" y="812160"/>
                <a:ext cx="32760" cy="615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61560"/>
                  <a:gd name="textAreaBottom" fmla="*/ 63360 h 6156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28" name="Freihandform: Form 36"/>
            <p:cNvSpPr/>
            <p:nvPr/>
          </p:nvSpPr>
          <p:spPr>
            <a:xfrm>
              <a:off x="810648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9" name="Freihandform: Form 37"/>
            <p:cNvSpPr/>
            <p:nvPr/>
          </p:nvSpPr>
          <p:spPr>
            <a:xfrm>
              <a:off x="816480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30" name="Freihandform: Form 38"/>
            <p:cNvSpPr/>
            <p:nvPr/>
          </p:nvSpPr>
          <p:spPr>
            <a:xfrm>
              <a:off x="821340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31" name="Grafik 9"/>
            <p:cNvGrpSpPr/>
            <p:nvPr/>
          </p:nvGrpSpPr>
          <p:grpSpPr>
            <a:xfrm>
              <a:off x="7741440" y="834120"/>
              <a:ext cx="1048320" cy="179280"/>
              <a:chOff x="7741440" y="834120"/>
              <a:chExt cx="1048320" cy="179280"/>
            </a:xfrm>
          </p:grpSpPr>
          <p:sp>
            <p:nvSpPr>
              <p:cNvPr id="332" name="Freihandform: Form 40"/>
              <p:cNvSpPr/>
              <p:nvPr/>
            </p:nvSpPr>
            <p:spPr>
              <a:xfrm>
                <a:off x="823644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33" name="Freihandform: Form 41"/>
              <p:cNvSpPr/>
              <p:nvPr/>
            </p:nvSpPr>
            <p:spPr>
              <a:xfrm>
                <a:off x="8284680" y="834120"/>
                <a:ext cx="34560" cy="41760"/>
              </a:xfrm>
              <a:custGeom>
                <a:avLst/>
                <a:gdLst>
                  <a:gd name="textAreaLeft" fmla="*/ 0 w 34560"/>
                  <a:gd name="textAreaRight" fmla="*/ 36360 w 34560"/>
                  <a:gd name="textAreaTop" fmla="*/ 0 h 41760"/>
                  <a:gd name="textAreaBottom" fmla="*/ 43560 h 4176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34" name="Freihandform: Form 42"/>
              <p:cNvSpPr/>
              <p:nvPr/>
            </p:nvSpPr>
            <p:spPr>
              <a:xfrm>
                <a:off x="7741440" y="914040"/>
                <a:ext cx="882720" cy="61560"/>
              </a:xfrm>
              <a:custGeom>
                <a:avLst/>
                <a:gdLst>
                  <a:gd name="textAreaLeft" fmla="*/ 0 w 882720"/>
                  <a:gd name="textAreaRight" fmla="*/ 884520 w 882720"/>
                  <a:gd name="textAreaTop" fmla="*/ 0 h 61560"/>
                  <a:gd name="textAreaBottom" fmla="*/ 63360 h 6156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35" name="Freihandform: Form 43"/>
              <p:cNvSpPr/>
              <p:nvPr/>
            </p:nvSpPr>
            <p:spPr>
              <a:xfrm>
                <a:off x="8677440" y="915480"/>
                <a:ext cx="112320" cy="97920"/>
              </a:xfrm>
              <a:custGeom>
                <a:avLst/>
                <a:gdLst>
                  <a:gd name="textAreaLeft" fmla="*/ 0 w 112320"/>
                  <a:gd name="textAreaRight" fmla="*/ 114120 w 112320"/>
                  <a:gd name="textAreaTop" fmla="*/ 0 h 97920"/>
                  <a:gd name="textAreaBottom" fmla="*/ 99720 h 9792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336" name="Freihandform: Form 44"/>
          <p:cNvSpPr/>
          <p:nvPr/>
        </p:nvSpPr>
        <p:spPr>
          <a:xfrm>
            <a:off x="-5040" y="407880"/>
            <a:ext cx="335520" cy="293040"/>
          </a:xfrm>
          <a:custGeom>
            <a:avLst/>
            <a:gdLst>
              <a:gd name="textAreaLeft" fmla="*/ 0 w 335520"/>
              <a:gd name="textAreaRight" fmla="*/ 337320 w 335520"/>
              <a:gd name="textAreaTop" fmla="*/ 0 h 293040"/>
              <a:gd name="textAreaBottom" fmla="*/ 294840 h 29304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37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880" cy="4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338" name="PlaceHolder 2"/>
          <p:cNvSpPr>
            <a:spLocks noGrp="1"/>
          </p:cNvSpPr>
          <p:nvPr>
            <p:ph type="ftr" idx="9"/>
          </p:nvPr>
        </p:nvSpPr>
        <p:spPr>
          <a:xfrm>
            <a:off x="628560" y="4975560"/>
            <a:ext cx="712800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9" name="PlaceHolder 3"/>
          <p:cNvSpPr>
            <a:spLocks noGrp="1"/>
          </p:cNvSpPr>
          <p:nvPr>
            <p:ph type="sldNum" idx="10"/>
          </p:nvPr>
        </p:nvSpPr>
        <p:spPr>
          <a:xfrm>
            <a:off x="35640" y="4975560"/>
            <a:ext cx="33552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BA4A9486-4493-4D5E-B62E-F212F80836A5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0" name="PlaceHolder 4"/>
          <p:cNvSpPr>
            <a:spLocks noGrp="1"/>
          </p:cNvSpPr>
          <p:nvPr>
            <p:ph type="body" hasCustomPrompt="1"/>
          </p:nvPr>
        </p:nvSpPr>
        <p:spPr>
          <a:xfrm>
            <a:off x="4625640" y="1422360"/>
            <a:ext cx="4516560" cy="349056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341" name="PlaceHolder 5"/>
          <p:cNvSpPr>
            <a:spLocks noGrp="1"/>
          </p:cNvSpPr>
          <p:nvPr>
            <p:ph type="body"/>
          </p:nvPr>
        </p:nvSpPr>
        <p:spPr>
          <a:xfrm>
            <a:off x="521640" y="1422360"/>
            <a:ext cx="3752640" cy="349056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42" name="PlaceHolder 6"/>
          <p:cNvSpPr>
            <a:spLocks noGrp="1"/>
          </p:cNvSpPr>
          <p:nvPr>
            <p:ph type="body"/>
          </p:nvPr>
        </p:nvSpPr>
        <p:spPr>
          <a:xfrm>
            <a:off x="521640" y="1088280"/>
            <a:ext cx="3752640" cy="32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 + Unter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3" name="Gruppieren 6"/>
          <p:cNvGrpSpPr/>
          <p:nvPr/>
        </p:nvGrpSpPr>
        <p:grpSpPr>
          <a:xfrm>
            <a:off x="-5040" y="4950720"/>
            <a:ext cx="9147240" cy="196200"/>
            <a:chOff x="-5040" y="4950720"/>
            <a:chExt cx="9147240" cy="196200"/>
          </a:xfrm>
        </p:grpSpPr>
        <p:sp>
          <p:nvSpPr>
            <p:cNvPr id="344" name="bk object 18"/>
            <p:cNvSpPr/>
            <p:nvPr/>
          </p:nvSpPr>
          <p:spPr>
            <a:xfrm>
              <a:off x="-5040" y="4950720"/>
              <a:ext cx="483120" cy="196200"/>
            </a:xfrm>
            <a:custGeom>
              <a:avLst/>
              <a:gdLst>
                <a:gd name="textAreaLeft" fmla="*/ 0 w 483120"/>
                <a:gd name="textAreaRight" fmla="*/ 484920 w 48312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45" name="bk object 18"/>
            <p:cNvSpPr/>
            <p:nvPr/>
          </p:nvSpPr>
          <p:spPr>
            <a:xfrm>
              <a:off x="522360" y="4950720"/>
              <a:ext cx="8619840" cy="196200"/>
            </a:xfrm>
            <a:custGeom>
              <a:avLst/>
              <a:gdLst>
                <a:gd name="textAreaLeft" fmla="*/ 0 w 8619840"/>
                <a:gd name="textAreaRight" fmla="*/ 8621640 w 861984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46" name="Holder 3"/>
            <p:cNvSpPr/>
            <p:nvPr/>
          </p:nvSpPr>
          <p:spPr>
            <a:xfrm>
              <a:off x="8194680" y="4966200"/>
              <a:ext cx="447840" cy="165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347" name="Gerader Verbinder 11"/>
          <p:cNvCxnSpPr/>
          <p:nvPr/>
        </p:nvCxnSpPr>
        <p:spPr>
          <a:xfrm>
            <a:off x="521280" y="974520"/>
            <a:ext cx="6833880" cy="180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348" name="Grafik 9"/>
          <p:cNvGrpSpPr/>
          <p:nvPr/>
        </p:nvGrpSpPr>
        <p:grpSpPr>
          <a:xfrm>
            <a:off x="7741440" y="394200"/>
            <a:ext cx="1048320" cy="619200"/>
            <a:chOff x="7741440" y="394200"/>
            <a:chExt cx="1048320" cy="619200"/>
          </a:xfrm>
        </p:grpSpPr>
        <p:grpSp>
          <p:nvGrpSpPr>
            <p:cNvPr id="349" name="Grafik 9"/>
            <p:cNvGrpSpPr/>
            <p:nvPr/>
          </p:nvGrpSpPr>
          <p:grpSpPr>
            <a:xfrm>
              <a:off x="7741440" y="394200"/>
              <a:ext cx="883080" cy="430560"/>
              <a:chOff x="7741440" y="394200"/>
              <a:chExt cx="883080" cy="430560"/>
            </a:xfrm>
          </p:grpSpPr>
          <p:sp>
            <p:nvSpPr>
              <p:cNvPr id="350" name="Freihandform: Form 20"/>
              <p:cNvSpPr/>
              <p:nvPr/>
            </p:nvSpPr>
            <p:spPr>
              <a:xfrm>
                <a:off x="8358120" y="480600"/>
                <a:ext cx="266400" cy="26676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266760"/>
                  <a:gd name="textAreaBottom" fmla="*/ 268560 h 26676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51" name="Freihandform: Form 21"/>
              <p:cNvSpPr/>
              <p:nvPr/>
            </p:nvSpPr>
            <p:spPr>
              <a:xfrm>
                <a:off x="774144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52" name="Freihandform: Form 22"/>
              <p:cNvSpPr/>
              <p:nvPr/>
            </p:nvSpPr>
            <p:spPr>
              <a:xfrm>
                <a:off x="805068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53" name="Freihandform: Form 23"/>
              <p:cNvSpPr/>
              <p:nvPr/>
            </p:nvSpPr>
            <p:spPr>
              <a:xfrm>
                <a:off x="784800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54" name="Freihandform: Form 24"/>
              <p:cNvSpPr/>
              <p:nvPr/>
            </p:nvSpPr>
            <p:spPr>
              <a:xfrm>
                <a:off x="795816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55" name="Freihandform: Form 25"/>
              <p:cNvSpPr/>
              <p:nvPr/>
            </p:nvSpPr>
            <p:spPr>
              <a:xfrm>
                <a:off x="821232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56" name="Freihandform: Form 26"/>
            <p:cNvSpPr/>
            <p:nvPr/>
          </p:nvSpPr>
          <p:spPr>
            <a:xfrm>
              <a:off x="774144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7" name="Freihandform: Form 27"/>
            <p:cNvSpPr/>
            <p:nvPr/>
          </p:nvSpPr>
          <p:spPr>
            <a:xfrm>
              <a:off x="779976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8" name="Freihandform: Form 28"/>
            <p:cNvSpPr/>
            <p:nvPr/>
          </p:nvSpPr>
          <p:spPr>
            <a:xfrm>
              <a:off x="784908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59" name="Grafik 9"/>
            <p:cNvGrpSpPr/>
            <p:nvPr/>
          </p:nvGrpSpPr>
          <p:grpSpPr>
            <a:xfrm>
              <a:off x="7872120" y="834120"/>
              <a:ext cx="73440" cy="39960"/>
              <a:chOff x="7872120" y="834120"/>
              <a:chExt cx="73440" cy="39960"/>
            </a:xfrm>
          </p:grpSpPr>
          <p:sp>
            <p:nvSpPr>
              <p:cNvPr id="360" name="Freihandform: Form 30"/>
              <p:cNvSpPr/>
              <p:nvPr/>
            </p:nvSpPr>
            <p:spPr>
              <a:xfrm>
                <a:off x="787212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1" name="Freihandform: Form 31"/>
              <p:cNvSpPr/>
              <p:nvPr/>
            </p:nvSpPr>
            <p:spPr>
              <a:xfrm>
                <a:off x="7922160" y="834120"/>
                <a:ext cx="23400" cy="39960"/>
              </a:xfrm>
              <a:custGeom>
                <a:avLst/>
                <a:gdLst>
                  <a:gd name="textAreaLeft" fmla="*/ 0 w 23400"/>
                  <a:gd name="textAreaRight" fmla="*/ 25200 w 23400"/>
                  <a:gd name="textAreaTop" fmla="*/ 0 h 39960"/>
                  <a:gd name="textAreaBottom" fmla="*/ 41760 h 3996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62" name="Freihandform: Form 32"/>
            <p:cNvSpPr/>
            <p:nvPr/>
          </p:nvSpPr>
          <p:spPr>
            <a:xfrm>
              <a:off x="795924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63" name="Grafik 9"/>
            <p:cNvGrpSpPr/>
            <p:nvPr/>
          </p:nvGrpSpPr>
          <p:grpSpPr>
            <a:xfrm>
              <a:off x="7979760" y="812160"/>
              <a:ext cx="77400" cy="63720"/>
              <a:chOff x="7979760" y="812160"/>
              <a:chExt cx="77400" cy="63720"/>
            </a:xfrm>
          </p:grpSpPr>
          <p:sp>
            <p:nvSpPr>
              <p:cNvPr id="364" name="Freihandform: Form 34"/>
              <p:cNvSpPr/>
              <p:nvPr/>
            </p:nvSpPr>
            <p:spPr>
              <a:xfrm>
                <a:off x="7979760" y="834120"/>
                <a:ext cx="32760" cy="417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41760"/>
                  <a:gd name="textAreaBottom" fmla="*/ 43560 h 4176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5" name="Freihandform: Form 35"/>
              <p:cNvSpPr/>
              <p:nvPr/>
            </p:nvSpPr>
            <p:spPr>
              <a:xfrm>
                <a:off x="8024400" y="812160"/>
                <a:ext cx="32760" cy="615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61560"/>
                  <a:gd name="textAreaBottom" fmla="*/ 63360 h 6156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66" name="Freihandform: Form 36"/>
            <p:cNvSpPr/>
            <p:nvPr/>
          </p:nvSpPr>
          <p:spPr>
            <a:xfrm>
              <a:off x="810648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67" name="Freihandform: Form 37"/>
            <p:cNvSpPr/>
            <p:nvPr/>
          </p:nvSpPr>
          <p:spPr>
            <a:xfrm>
              <a:off x="816480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68" name="Freihandform: Form 38"/>
            <p:cNvSpPr/>
            <p:nvPr/>
          </p:nvSpPr>
          <p:spPr>
            <a:xfrm>
              <a:off x="821340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69" name="Grafik 9"/>
            <p:cNvGrpSpPr/>
            <p:nvPr/>
          </p:nvGrpSpPr>
          <p:grpSpPr>
            <a:xfrm>
              <a:off x="7741440" y="834120"/>
              <a:ext cx="1048320" cy="179280"/>
              <a:chOff x="7741440" y="834120"/>
              <a:chExt cx="1048320" cy="179280"/>
            </a:xfrm>
          </p:grpSpPr>
          <p:sp>
            <p:nvSpPr>
              <p:cNvPr id="370" name="Freihandform: Form 40"/>
              <p:cNvSpPr/>
              <p:nvPr/>
            </p:nvSpPr>
            <p:spPr>
              <a:xfrm>
                <a:off x="823644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71" name="Freihandform: Form 41"/>
              <p:cNvSpPr/>
              <p:nvPr/>
            </p:nvSpPr>
            <p:spPr>
              <a:xfrm>
                <a:off x="8284680" y="834120"/>
                <a:ext cx="34560" cy="41760"/>
              </a:xfrm>
              <a:custGeom>
                <a:avLst/>
                <a:gdLst>
                  <a:gd name="textAreaLeft" fmla="*/ 0 w 34560"/>
                  <a:gd name="textAreaRight" fmla="*/ 36360 w 34560"/>
                  <a:gd name="textAreaTop" fmla="*/ 0 h 41760"/>
                  <a:gd name="textAreaBottom" fmla="*/ 43560 h 4176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72" name="Freihandform: Form 42"/>
              <p:cNvSpPr/>
              <p:nvPr/>
            </p:nvSpPr>
            <p:spPr>
              <a:xfrm>
                <a:off x="7741440" y="914040"/>
                <a:ext cx="882720" cy="61560"/>
              </a:xfrm>
              <a:custGeom>
                <a:avLst/>
                <a:gdLst>
                  <a:gd name="textAreaLeft" fmla="*/ 0 w 882720"/>
                  <a:gd name="textAreaRight" fmla="*/ 884520 w 882720"/>
                  <a:gd name="textAreaTop" fmla="*/ 0 h 61560"/>
                  <a:gd name="textAreaBottom" fmla="*/ 63360 h 6156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73" name="Freihandform: Form 43"/>
              <p:cNvSpPr/>
              <p:nvPr/>
            </p:nvSpPr>
            <p:spPr>
              <a:xfrm>
                <a:off x="8677440" y="915480"/>
                <a:ext cx="112320" cy="97920"/>
              </a:xfrm>
              <a:custGeom>
                <a:avLst/>
                <a:gdLst>
                  <a:gd name="textAreaLeft" fmla="*/ 0 w 112320"/>
                  <a:gd name="textAreaRight" fmla="*/ 114120 w 112320"/>
                  <a:gd name="textAreaTop" fmla="*/ 0 h 97920"/>
                  <a:gd name="textAreaBottom" fmla="*/ 99720 h 9792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374" name="Freihandform: Form 44"/>
          <p:cNvSpPr/>
          <p:nvPr/>
        </p:nvSpPr>
        <p:spPr>
          <a:xfrm>
            <a:off x="-5040" y="407880"/>
            <a:ext cx="335520" cy="293040"/>
          </a:xfrm>
          <a:custGeom>
            <a:avLst/>
            <a:gdLst>
              <a:gd name="textAreaLeft" fmla="*/ 0 w 335520"/>
              <a:gd name="textAreaRight" fmla="*/ 337320 w 335520"/>
              <a:gd name="textAreaTop" fmla="*/ 0 h 293040"/>
              <a:gd name="textAreaBottom" fmla="*/ 294840 h 29304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75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880" cy="4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376" name="PlaceHolder 2"/>
          <p:cNvSpPr>
            <a:spLocks noGrp="1"/>
          </p:cNvSpPr>
          <p:nvPr>
            <p:ph type="ftr" idx="11"/>
          </p:nvPr>
        </p:nvSpPr>
        <p:spPr>
          <a:xfrm>
            <a:off x="628560" y="4975560"/>
            <a:ext cx="712800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7" name="PlaceHolder 3"/>
          <p:cNvSpPr>
            <a:spLocks noGrp="1"/>
          </p:cNvSpPr>
          <p:nvPr>
            <p:ph type="sldNum" idx="12"/>
          </p:nvPr>
        </p:nvSpPr>
        <p:spPr>
          <a:xfrm>
            <a:off x="35640" y="4975560"/>
            <a:ext cx="33552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01BE3443-C0D7-4227-9DC4-EE3DE6355833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8" name="PlaceHolder 4"/>
          <p:cNvSpPr>
            <a:spLocks noGrp="1"/>
          </p:cNvSpPr>
          <p:nvPr>
            <p:ph type="body"/>
          </p:nvPr>
        </p:nvSpPr>
        <p:spPr>
          <a:xfrm>
            <a:off x="521640" y="1088280"/>
            <a:ext cx="8099280" cy="32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+ zwei Bilder recht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9" name="Gruppieren 6"/>
          <p:cNvGrpSpPr/>
          <p:nvPr/>
        </p:nvGrpSpPr>
        <p:grpSpPr>
          <a:xfrm>
            <a:off x="-5040" y="4950720"/>
            <a:ext cx="9147240" cy="196200"/>
            <a:chOff x="-5040" y="4950720"/>
            <a:chExt cx="9147240" cy="196200"/>
          </a:xfrm>
        </p:grpSpPr>
        <p:sp>
          <p:nvSpPr>
            <p:cNvPr id="380" name="bk object 18"/>
            <p:cNvSpPr/>
            <p:nvPr/>
          </p:nvSpPr>
          <p:spPr>
            <a:xfrm>
              <a:off x="-5040" y="4950720"/>
              <a:ext cx="483120" cy="196200"/>
            </a:xfrm>
            <a:custGeom>
              <a:avLst/>
              <a:gdLst>
                <a:gd name="textAreaLeft" fmla="*/ 0 w 483120"/>
                <a:gd name="textAreaRight" fmla="*/ 484920 w 48312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1" name="bk object 18"/>
            <p:cNvSpPr/>
            <p:nvPr/>
          </p:nvSpPr>
          <p:spPr>
            <a:xfrm>
              <a:off x="522360" y="4950720"/>
              <a:ext cx="8619840" cy="196200"/>
            </a:xfrm>
            <a:custGeom>
              <a:avLst/>
              <a:gdLst>
                <a:gd name="textAreaLeft" fmla="*/ 0 w 8619840"/>
                <a:gd name="textAreaRight" fmla="*/ 8621640 w 861984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2" name="Holder 3"/>
            <p:cNvSpPr/>
            <p:nvPr/>
          </p:nvSpPr>
          <p:spPr>
            <a:xfrm>
              <a:off x="8194680" y="4966200"/>
              <a:ext cx="447840" cy="165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383" name="Gerader Verbinder 11"/>
          <p:cNvCxnSpPr/>
          <p:nvPr/>
        </p:nvCxnSpPr>
        <p:spPr>
          <a:xfrm>
            <a:off x="521280" y="974520"/>
            <a:ext cx="6833880" cy="180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384" name="Grafik 9"/>
          <p:cNvGrpSpPr/>
          <p:nvPr/>
        </p:nvGrpSpPr>
        <p:grpSpPr>
          <a:xfrm>
            <a:off x="7741440" y="394200"/>
            <a:ext cx="1048320" cy="619200"/>
            <a:chOff x="7741440" y="394200"/>
            <a:chExt cx="1048320" cy="619200"/>
          </a:xfrm>
        </p:grpSpPr>
        <p:grpSp>
          <p:nvGrpSpPr>
            <p:cNvPr id="385" name="Grafik 9"/>
            <p:cNvGrpSpPr/>
            <p:nvPr/>
          </p:nvGrpSpPr>
          <p:grpSpPr>
            <a:xfrm>
              <a:off x="7741440" y="394200"/>
              <a:ext cx="883080" cy="430560"/>
              <a:chOff x="7741440" y="394200"/>
              <a:chExt cx="883080" cy="430560"/>
            </a:xfrm>
          </p:grpSpPr>
          <p:sp>
            <p:nvSpPr>
              <p:cNvPr id="386" name="Freihandform: Form 20"/>
              <p:cNvSpPr/>
              <p:nvPr/>
            </p:nvSpPr>
            <p:spPr>
              <a:xfrm>
                <a:off x="8358120" y="480600"/>
                <a:ext cx="266400" cy="26676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266760"/>
                  <a:gd name="textAreaBottom" fmla="*/ 268560 h 26676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7" name="Freihandform: Form 21"/>
              <p:cNvSpPr/>
              <p:nvPr/>
            </p:nvSpPr>
            <p:spPr>
              <a:xfrm>
                <a:off x="774144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8" name="Freihandform: Form 22"/>
              <p:cNvSpPr/>
              <p:nvPr/>
            </p:nvSpPr>
            <p:spPr>
              <a:xfrm>
                <a:off x="805068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9" name="Freihandform: Form 23"/>
              <p:cNvSpPr/>
              <p:nvPr/>
            </p:nvSpPr>
            <p:spPr>
              <a:xfrm>
                <a:off x="784800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90" name="Freihandform: Form 24"/>
              <p:cNvSpPr/>
              <p:nvPr/>
            </p:nvSpPr>
            <p:spPr>
              <a:xfrm>
                <a:off x="795816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91" name="Freihandform: Form 25"/>
              <p:cNvSpPr/>
              <p:nvPr/>
            </p:nvSpPr>
            <p:spPr>
              <a:xfrm>
                <a:off x="821232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92" name="Freihandform: Form 26"/>
            <p:cNvSpPr/>
            <p:nvPr/>
          </p:nvSpPr>
          <p:spPr>
            <a:xfrm>
              <a:off x="774144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93" name="Freihandform: Form 27"/>
            <p:cNvSpPr/>
            <p:nvPr/>
          </p:nvSpPr>
          <p:spPr>
            <a:xfrm>
              <a:off x="779976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94" name="Freihandform: Form 28"/>
            <p:cNvSpPr/>
            <p:nvPr/>
          </p:nvSpPr>
          <p:spPr>
            <a:xfrm>
              <a:off x="784908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95" name="Grafik 9"/>
            <p:cNvGrpSpPr/>
            <p:nvPr/>
          </p:nvGrpSpPr>
          <p:grpSpPr>
            <a:xfrm>
              <a:off x="7872120" y="834120"/>
              <a:ext cx="73440" cy="39960"/>
              <a:chOff x="7872120" y="834120"/>
              <a:chExt cx="73440" cy="39960"/>
            </a:xfrm>
          </p:grpSpPr>
          <p:sp>
            <p:nvSpPr>
              <p:cNvPr id="396" name="Freihandform: Form 30"/>
              <p:cNvSpPr/>
              <p:nvPr/>
            </p:nvSpPr>
            <p:spPr>
              <a:xfrm>
                <a:off x="787212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97" name="Freihandform: Form 31"/>
              <p:cNvSpPr/>
              <p:nvPr/>
            </p:nvSpPr>
            <p:spPr>
              <a:xfrm>
                <a:off x="7922160" y="834120"/>
                <a:ext cx="23400" cy="39960"/>
              </a:xfrm>
              <a:custGeom>
                <a:avLst/>
                <a:gdLst>
                  <a:gd name="textAreaLeft" fmla="*/ 0 w 23400"/>
                  <a:gd name="textAreaRight" fmla="*/ 25200 w 23400"/>
                  <a:gd name="textAreaTop" fmla="*/ 0 h 39960"/>
                  <a:gd name="textAreaBottom" fmla="*/ 41760 h 3996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98" name="Freihandform: Form 32"/>
            <p:cNvSpPr/>
            <p:nvPr/>
          </p:nvSpPr>
          <p:spPr>
            <a:xfrm>
              <a:off x="795924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99" name="Grafik 9"/>
            <p:cNvGrpSpPr/>
            <p:nvPr/>
          </p:nvGrpSpPr>
          <p:grpSpPr>
            <a:xfrm>
              <a:off x="7979760" y="812160"/>
              <a:ext cx="77400" cy="63720"/>
              <a:chOff x="7979760" y="812160"/>
              <a:chExt cx="77400" cy="63720"/>
            </a:xfrm>
          </p:grpSpPr>
          <p:sp>
            <p:nvSpPr>
              <p:cNvPr id="400" name="Freihandform: Form 34"/>
              <p:cNvSpPr/>
              <p:nvPr/>
            </p:nvSpPr>
            <p:spPr>
              <a:xfrm>
                <a:off x="7979760" y="834120"/>
                <a:ext cx="32760" cy="417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41760"/>
                  <a:gd name="textAreaBottom" fmla="*/ 43560 h 4176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1" name="Freihandform: Form 35"/>
              <p:cNvSpPr/>
              <p:nvPr/>
            </p:nvSpPr>
            <p:spPr>
              <a:xfrm>
                <a:off x="8024400" y="812160"/>
                <a:ext cx="32760" cy="615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61560"/>
                  <a:gd name="textAreaBottom" fmla="*/ 63360 h 6156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402" name="Freihandform: Form 36"/>
            <p:cNvSpPr/>
            <p:nvPr/>
          </p:nvSpPr>
          <p:spPr>
            <a:xfrm>
              <a:off x="810648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03" name="Freihandform: Form 37"/>
            <p:cNvSpPr/>
            <p:nvPr/>
          </p:nvSpPr>
          <p:spPr>
            <a:xfrm>
              <a:off x="816480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04" name="Freihandform: Form 38"/>
            <p:cNvSpPr/>
            <p:nvPr/>
          </p:nvSpPr>
          <p:spPr>
            <a:xfrm>
              <a:off x="821340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405" name="Grafik 9"/>
            <p:cNvGrpSpPr/>
            <p:nvPr/>
          </p:nvGrpSpPr>
          <p:grpSpPr>
            <a:xfrm>
              <a:off x="7741440" y="834120"/>
              <a:ext cx="1048320" cy="179280"/>
              <a:chOff x="7741440" y="834120"/>
              <a:chExt cx="1048320" cy="179280"/>
            </a:xfrm>
          </p:grpSpPr>
          <p:sp>
            <p:nvSpPr>
              <p:cNvPr id="406" name="Freihandform: Form 40"/>
              <p:cNvSpPr/>
              <p:nvPr/>
            </p:nvSpPr>
            <p:spPr>
              <a:xfrm>
                <a:off x="823644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7" name="Freihandform: Form 41"/>
              <p:cNvSpPr/>
              <p:nvPr/>
            </p:nvSpPr>
            <p:spPr>
              <a:xfrm>
                <a:off x="8284680" y="834120"/>
                <a:ext cx="34560" cy="41760"/>
              </a:xfrm>
              <a:custGeom>
                <a:avLst/>
                <a:gdLst>
                  <a:gd name="textAreaLeft" fmla="*/ 0 w 34560"/>
                  <a:gd name="textAreaRight" fmla="*/ 36360 w 34560"/>
                  <a:gd name="textAreaTop" fmla="*/ 0 h 41760"/>
                  <a:gd name="textAreaBottom" fmla="*/ 43560 h 4176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8" name="Freihandform: Form 42"/>
              <p:cNvSpPr/>
              <p:nvPr/>
            </p:nvSpPr>
            <p:spPr>
              <a:xfrm>
                <a:off x="7741440" y="914040"/>
                <a:ext cx="882720" cy="61560"/>
              </a:xfrm>
              <a:custGeom>
                <a:avLst/>
                <a:gdLst>
                  <a:gd name="textAreaLeft" fmla="*/ 0 w 882720"/>
                  <a:gd name="textAreaRight" fmla="*/ 884520 w 882720"/>
                  <a:gd name="textAreaTop" fmla="*/ 0 h 61560"/>
                  <a:gd name="textAreaBottom" fmla="*/ 63360 h 6156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9" name="Freihandform: Form 43"/>
              <p:cNvSpPr/>
              <p:nvPr/>
            </p:nvSpPr>
            <p:spPr>
              <a:xfrm>
                <a:off x="8677440" y="915480"/>
                <a:ext cx="112320" cy="97920"/>
              </a:xfrm>
              <a:custGeom>
                <a:avLst/>
                <a:gdLst>
                  <a:gd name="textAreaLeft" fmla="*/ 0 w 112320"/>
                  <a:gd name="textAreaRight" fmla="*/ 114120 w 112320"/>
                  <a:gd name="textAreaTop" fmla="*/ 0 h 97920"/>
                  <a:gd name="textAreaBottom" fmla="*/ 99720 h 9792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410" name="Freihandform: Form 44"/>
          <p:cNvSpPr/>
          <p:nvPr/>
        </p:nvSpPr>
        <p:spPr>
          <a:xfrm>
            <a:off x="-5040" y="407880"/>
            <a:ext cx="335520" cy="293040"/>
          </a:xfrm>
          <a:custGeom>
            <a:avLst/>
            <a:gdLst>
              <a:gd name="textAreaLeft" fmla="*/ 0 w 335520"/>
              <a:gd name="textAreaRight" fmla="*/ 337320 w 335520"/>
              <a:gd name="textAreaTop" fmla="*/ 0 h 293040"/>
              <a:gd name="textAreaBottom" fmla="*/ 294840 h 29304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11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880" cy="4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412" name="PlaceHolder 2"/>
          <p:cNvSpPr>
            <a:spLocks noGrp="1"/>
          </p:cNvSpPr>
          <p:nvPr>
            <p:ph type="ftr" idx="13"/>
          </p:nvPr>
        </p:nvSpPr>
        <p:spPr>
          <a:xfrm>
            <a:off x="628560" y="4975560"/>
            <a:ext cx="712800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3" name="PlaceHolder 3"/>
          <p:cNvSpPr>
            <a:spLocks noGrp="1"/>
          </p:cNvSpPr>
          <p:nvPr>
            <p:ph type="sldNum" idx="14"/>
          </p:nvPr>
        </p:nvSpPr>
        <p:spPr>
          <a:xfrm>
            <a:off x="35640" y="4975560"/>
            <a:ext cx="33552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A8068562-29E7-4F9F-8638-295ADBDF7EDE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4" name="PlaceHolder 4"/>
          <p:cNvSpPr>
            <a:spLocks noGrp="1"/>
          </p:cNvSpPr>
          <p:nvPr>
            <p:ph type="body" hasCustomPrompt="1"/>
          </p:nvPr>
        </p:nvSpPr>
        <p:spPr>
          <a:xfrm>
            <a:off x="4625640" y="1422360"/>
            <a:ext cx="2240280" cy="349056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415" name="PlaceHolder 5"/>
          <p:cNvSpPr>
            <a:spLocks noGrp="1"/>
          </p:cNvSpPr>
          <p:nvPr>
            <p:ph type="body" hasCustomPrompt="1"/>
          </p:nvPr>
        </p:nvSpPr>
        <p:spPr>
          <a:xfrm>
            <a:off x="6921000" y="1422360"/>
            <a:ext cx="2221200" cy="349056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416" name="PlaceHolder 6"/>
          <p:cNvSpPr>
            <a:spLocks noGrp="1"/>
          </p:cNvSpPr>
          <p:nvPr>
            <p:ph type="body"/>
          </p:nvPr>
        </p:nvSpPr>
        <p:spPr>
          <a:xfrm>
            <a:off x="522360" y="1422360"/>
            <a:ext cx="3752640" cy="349056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17" name="PlaceHolder 7"/>
          <p:cNvSpPr>
            <a:spLocks noGrp="1"/>
          </p:cNvSpPr>
          <p:nvPr>
            <p:ph type="body"/>
          </p:nvPr>
        </p:nvSpPr>
        <p:spPr>
          <a:xfrm>
            <a:off x="521640" y="1088280"/>
            <a:ext cx="3752640" cy="32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+ Bild link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8" name="Gruppieren 6"/>
          <p:cNvGrpSpPr/>
          <p:nvPr/>
        </p:nvGrpSpPr>
        <p:grpSpPr>
          <a:xfrm>
            <a:off x="-5040" y="4950720"/>
            <a:ext cx="9147240" cy="196200"/>
            <a:chOff x="-5040" y="4950720"/>
            <a:chExt cx="9147240" cy="196200"/>
          </a:xfrm>
        </p:grpSpPr>
        <p:sp>
          <p:nvSpPr>
            <p:cNvPr id="419" name="bk object 18"/>
            <p:cNvSpPr/>
            <p:nvPr/>
          </p:nvSpPr>
          <p:spPr>
            <a:xfrm>
              <a:off x="-5040" y="4950720"/>
              <a:ext cx="483120" cy="196200"/>
            </a:xfrm>
            <a:custGeom>
              <a:avLst/>
              <a:gdLst>
                <a:gd name="textAreaLeft" fmla="*/ 0 w 483120"/>
                <a:gd name="textAreaRight" fmla="*/ 484920 w 48312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20" name="bk object 18"/>
            <p:cNvSpPr/>
            <p:nvPr/>
          </p:nvSpPr>
          <p:spPr>
            <a:xfrm>
              <a:off x="522360" y="4950720"/>
              <a:ext cx="8619840" cy="196200"/>
            </a:xfrm>
            <a:custGeom>
              <a:avLst/>
              <a:gdLst>
                <a:gd name="textAreaLeft" fmla="*/ 0 w 8619840"/>
                <a:gd name="textAreaRight" fmla="*/ 8621640 w 861984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21" name="Holder 3"/>
            <p:cNvSpPr/>
            <p:nvPr/>
          </p:nvSpPr>
          <p:spPr>
            <a:xfrm>
              <a:off x="8194680" y="4966200"/>
              <a:ext cx="447840" cy="165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422" name="Gerader Verbinder 11"/>
          <p:cNvCxnSpPr/>
          <p:nvPr/>
        </p:nvCxnSpPr>
        <p:spPr>
          <a:xfrm>
            <a:off x="521280" y="974520"/>
            <a:ext cx="6833880" cy="180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423" name="Grafik 9"/>
          <p:cNvGrpSpPr/>
          <p:nvPr/>
        </p:nvGrpSpPr>
        <p:grpSpPr>
          <a:xfrm>
            <a:off x="7741440" y="394200"/>
            <a:ext cx="1048320" cy="619200"/>
            <a:chOff x="7741440" y="394200"/>
            <a:chExt cx="1048320" cy="619200"/>
          </a:xfrm>
        </p:grpSpPr>
        <p:grpSp>
          <p:nvGrpSpPr>
            <p:cNvPr id="424" name="Grafik 9"/>
            <p:cNvGrpSpPr/>
            <p:nvPr/>
          </p:nvGrpSpPr>
          <p:grpSpPr>
            <a:xfrm>
              <a:off x="7741440" y="394200"/>
              <a:ext cx="883080" cy="430560"/>
              <a:chOff x="7741440" y="394200"/>
              <a:chExt cx="883080" cy="430560"/>
            </a:xfrm>
          </p:grpSpPr>
          <p:sp>
            <p:nvSpPr>
              <p:cNvPr id="425" name="Freihandform: Form 20"/>
              <p:cNvSpPr/>
              <p:nvPr/>
            </p:nvSpPr>
            <p:spPr>
              <a:xfrm>
                <a:off x="8358120" y="480600"/>
                <a:ext cx="266400" cy="26676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266760"/>
                  <a:gd name="textAreaBottom" fmla="*/ 268560 h 26676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26" name="Freihandform: Form 21"/>
              <p:cNvSpPr/>
              <p:nvPr/>
            </p:nvSpPr>
            <p:spPr>
              <a:xfrm>
                <a:off x="774144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27" name="Freihandform: Form 22"/>
              <p:cNvSpPr/>
              <p:nvPr/>
            </p:nvSpPr>
            <p:spPr>
              <a:xfrm>
                <a:off x="805068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28" name="Freihandform: Form 23"/>
              <p:cNvSpPr/>
              <p:nvPr/>
            </p:nvSpPr>
            <p:spPr>
              <a:xfrm>
                <a:off x="784800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29" name="Freihandform: Form 24"/>
              <p:cNvSpPr/>
              <p:nvPr/>
            </p:nvSpPr>
            <p:spPr>
              <a:xfrm>
                <a:off x="795816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0" name="Freihandform: Form 25"/>
              <p:cNvSpPr/>
              <p:nvPr/>
            </p:nvSpPr>
            <p:spPr>
              <a:xfrm>
                <a:off x="821232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431" name="Freihandform: Form 26"/>
            <p:cNvSpPr/>
            <p:nvPr/>
          </p:nvSpPr>
          <p:spPr>
            <a:xfrm>
              <a:off x="774144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32" name="Freihandform: Form 27"/>
            <p:cNvSpPr/>
            <p:nvPr/>
          </p:nvSpPr>
          <p:spPr>
            <a:xfrm>
              <a:off x="779976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33" name="Freihandform: Form 28"/>
            <p:cNvSpPr/>
            <p:nvPr/>
          </p:nvSpPr>
          <p:spPr>
            <a:xfrm>
              <a:off x="784908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434" name="Grafik 9"/>
            <p:cNvGrpSpPr/>
            <p:nvPr/>
          </p:nvGrpSpPr>
          <p:grpSpPr>
            <a:xfrm>
              <a:off x="7872120" y="834120"/>
              <a:ext cx="73440" cy="39960"/>
              <a:chOff x="7872120" y="834120"/>
              <a:chExt cx="73440" cy="39960"/>
            </a:xfrm>
          </p:grpSpPr>
          <p:sp>
            <p:nvSpPr>
              <p:cNvPr id="435" name="Freihandform: Form 30"/>
              <p:cNvSpPr/>
              <p:nvPr/>
            </p:nvSpPr>
            <p:spPr>
              <a:xfrm>
                <a:off x="787212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6" name="Freihandform: Form 31"/>
              <p:cNvSpPr/>
              <p:nvPr/>
            </p:nvSpPr>
            <p:spPr>
              <a:xfrm>
                <a:off x="7922160" y="834120"/>
                <a:ext cx="23400" cy="39960"/>
              </a:xfrm>
              <a:custGeom>
                <a:avLst/>
                <a:gdLst>
                  <a:gd name="textAreaLeft" fmla="*/ 0 w 23400"/>
                  <a:gd name="textAreaRight" fmla="*/ 25200 w 23400"/>
                  <a:gd name="textAreaTop" fmla="*/ 0 h 39960"/>
                  <a:gd name="textAreaBottom" fmla="*/ 41760 h 3996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437" name="Freihandform: Form 32"/>
            <p:cNvSpPr/>
            <p:nvPr/>
          </p:nvSpPr>
          <p:spPr>
            <a:xfrm>
              <a:off x="795924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438" name="Grafik 9"/>
            <p:cNvGrpSpPr/>
            <p:nvPr/>
          </p:nvGrpSpPr>
          <p:grpSpPr>
            <a:xfrm>
              <a:off x="7979760" y="812160"/>
              <a:ext cx="77400" cy="63720"/>
              <a:chOff x="7979760" y="812160"/>
              <a:chExt cx="77400" cy="63720"/>
            </a:xfrm>
          </p:grpSpPr>
          <p:sp>
            <p:nvSpPr>
              <p:cNvPr id="439" name="Freihandform: Form 34"/>
              <p:cNvSpPr/>
              <p:nvPr/>
            </p:nvSpPr>
            <p:spPr>
              <a:xfrm>
                <a:off x="7979760" y="834120"/>
                <a:ext cx="32760" cy="417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41760"/>
                  <a:gd name="textAreaBottom" fmla="*/ 43560 h 4176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40" name="Freihandform: Form 35"/>
              <p:cNvSpPr/>
              <p:nvPr/>
            </p:nvSpPr>
            <p:spPr>
              <a:xfrm>
                <a:off x="8024400" y="812160"/>
                <a:ext cx="32760" cy="615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61560"/>
                  <a:gd name="textAreaBottom" fmla="*/ 63360 h 6156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441" name="Freihandform: Form 36"/>
            <p:cNvSpPr/>
            <p:nvPr/>
          </p:nvSpPr>
          <p:spPr>
            <a:xfrm>
              <a:off x="810648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42" name="Freihandform: Form 37"/>
            <p:cNvSpPr/>
            <p:nvPr/>
          </p:nvSpPr>
          <p:spPr>
            <a:xfrm>
              <a:off x="816480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43" name="Freihandform: Form 38"/>
            <p:cNvSpPr/>
            <p:nvPr/>
          </p:nvSpPr>
          <p:spPr>
            <a:xfrm>
              <a:off x="821340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444" name="Grafik 9"/>
            <p:cNvGrpSpPr/>
            <p:nvPr/>
          </p:nvGrpSpPr>
          <p:grpSpPr>
            <a:xfrm>
              <a:off x="7741440" y="834120"/>
              <a:ext cx="1048320" cy="179280"/>
              <a:chOff x="7741440" y="834120"/>
              <a:chExt cx="1048320" cy="179280"/>
            </a:xfrm>
          </p:grpSpPr>
          <p:sp>
            <p:nvSpPr>
              <p:cNvPr id="445" name="Freihandform: Form 40"/>
              <p:cNvSpPr/>
              <p:nvPr/>
            </p:nvSpPr>
            <p:spPr>
              <a:xfrm>
                <a:off x="823644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46" name="Freihandform: Form 41"/>
              <p:cNvSpPr/>
              <p:nvPr/>
            </p:nvSpPr>
            <p:spPr>
              <a:xfrm>
                <a:off x="8284680" y="834120"/>
                <a:ext cx="34560" cy="41760"/>
              </a:xfrm>
              <a:custGeom>
                <a:avLst/>
                <a:gdLst>
                  <a:gd name="textAreaLeft" fmla="*/ 0 w 34560"/>
                  <a:gd name="textAreaRight" fmla="*/ 36360 w 34560"/>
                  <a:gd name="textAreaTop" fmla="*/ 0 h 41760"/>
                  <a:gd name="textAreaBottom" fmla="*/ 43560 h 4176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47" name="Freihandform: Form 42"/>
              <p:cNvSpPr/>
              <p:nvPr/>
            </p:nvSpPr>
            <p:spPr>
              <a:xfrm>
                <a:off x="7741440" y="914040"/>
                <a:ext cx="882720" cy="61560"/>
              </a:xfrm>
              <a:custGeom>
                <a:avLst/>
                <a:gdLst>
                  <a:gd name="textAreaLeft" fmla="*/ 0 w 882720"/>
                  <a:gd name="textAreaRight" fmla="*/ 884520 w 882720"/>
                  <a:gd name="textAreaTop" fmla="*/ 0 h 61560"/>
                  <a:gd name="textAreaBottom" fmla="*/ 63360 h 6156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48" name="Freihandform: Form 43"/>
              <p:cNvSpPr/>
              <p:nvPr/>
            </p:nvSpPr>
            <p:spPr>
              <a:xfrm>
                <a:off x="8677440" y="915480"/>
                <a:ext cx="112320" cy="97920"/>
              </a:xfrm>
              <a:custGeom>
                <a:avLst/>
                <a:gdLst>
                  <a:gd name="textAreaLeft" fmla="*/ 0 w 112320"/>
                  <a:gd name="textAreaRight" fmla="*/ 114120 w 112320"/>
                  <a:gd name="textAreaTop" fmla="*/ 0 h 97920"/>
                  <a:gd name="textAreaBottom" fmla="*/ 99720 h 9792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449" name="Freihandform: Form 44" hidden="1"/>
          <p:cNvSpPr/>
          <p:nvPr/>
        </p:nvSpPr>
        <p:spPr>
          <a:xfrm>
            <a:off x="-5040" y="407880"/>
            <a:ext cx="335520" cy="293040"/>
          </a:xfrm>
          <a:custGeom>
            <a:avLst/>
            <a:gdLst>
              <a:gd name="textAreaLeft" fmla="*/ 0 w 335520"/>
              <a:gd name="textAreaRight" fmla="*/ 337320 w 335520"/>
              <a:gd name="textAreaTop" fmla="*/ 0 h 293040"/>
              <a:gd name="textAreaBottom" fmla="*/ 294840 h 29304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450" name="Gruppieren 53"/>
          <p:cNvGrpSpPr/>
          <p:nvPr/>
        </p:nvGrpSpPr>
        <p:grpSpPr>
          <a:xfrm>
            <a:off x="-5040" y="4950720"/>
            <a:ext cx="9147240" cy="196200"/>
            <a:chOff x="-5040" y="4950720"/>
            <a:chExt cx="9147240" cy="196200"/>
          </a:xfrm>
        </p:grpSpPr>
        <p:sp>
          <p:nvSpPr>
            <p:cNvPr id="451" name="bk object 18"/>
            <p:cNvSpPr/>
            <p:nvPr/>
          </p:nvSpPr>
          <p:spPr>
            <a:xfrm>
              <a:off x="-5040" y="4950720"/>
              <a:ext cx="483120" cy="196200"/>
            </a:xfrm>
            <a:custGeom>
              <a:avLst/>
              <a:gdLst>
                <a:gd name="textAreaLeft" fmla="*/ 0 w 483120"/>
                <a:gd name="textAreaRight" fmla="*/ 484920 w 48312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52" name="bk object 18"/>
            <p:cNvSpPr/>
            <p:nvPr/>
          </p:nvSpPr>
          <p:spPr>
            <a:xfrm>
              <a:off x="522360" y="4950720"/>
              <a:ext cx="8619840" cy="196200"/>
            </a:xfrm>
            <a:custGeom>
              <a:avLst/>
              <a:gdLst>
                <a:gd name="textAreaLeft" fmla="*/ 0 w 8619840"/>
                <a:gd name="textAreaRight" fmla="*/ 8621640 w 861984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53" name="Holder 3"/>
            <p:cNvSpPr/>
            <p:nvPr/>
          </p:nvSpPr>
          <p:spPr>
            <a:xfrm>
              <a:off x="8194680" y="4966200"/>
              <a:ext cx="447840" cy="165960"/>
            </a:xfrm>
            <a:prstGeom prst="rect">
              <a:avLst/>
            </a:pr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54" name="PlaceHolder 1"/>
          <p:cNvSpPr>
            <a:spLocks noGrp="1"/>
          </p:cNvSpPr>
          <p:nvPr>
            <p:ph type="ftr" idx="15"/>
          </p:nvPr>
        </p:nvSpPr>
        <p:spPr>
          <a:xfrm>
            <a:off x="628560" y="4975560"/>
            <a:ext cx="712800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5" name="PlaceHolder 2"/>
          <p:cNvSpPr>
            <a:spLocks noGrp="1"/>
          </p:cNvSpPr>
          <p:nvPr>
            <p:ph type="sldNum" idx="16"/>
          </p:nvPr>
        </p:nvSpPr>
        <p:spPr>
          <a:xfrm>
            <a:off x="35640" y="4975560"/>
            <a:ext cx="33552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89AC457A-1D11-44B8-80C0-9DDBC550A5A3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6" name="PlaceHolder 3"/>
          <p:cNvSpPr>
            <a:spLocks noGrp="1"/>
          </p:cNvSpPr>
          <p:nvPr>
            <p:ph type="title" hasCustomPrompt="1"/>
          </p:nvPr>
        </p:nvSpPr>
        <p:spPr>
          <a:xfrm>
            <a:off x="4625640" y="330840"/>
            <a:ext cx="2725920" cy="4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</a:t>
            </a:r>
            <a:endParaRPr lang="de-DE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cxnSp>
        <p:nvCxnSpPr>
          <p:cNvPr id="457" name="Gerader Verbinder 46"/>
          <p:cNvCxnSpPr/>
          <p:nvPr/>
        </p:nvCxnSpPr>
        <p:spPr>
          <a:xfrm>
            <a:off x="4625640" y="974520"/>
            <a:ext cx="2729520" cy="180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sp>
        <p:nvSpPr>
          <p:cNvPr id="458" name="PlaceHolder 4"/>
          <p:cNvSpPr>
            <a:spLocks noGrp="1"/>
          </p:cNvSpPr>
          <p:nvPr>
            <p:ph type="body" hasCustomPrompt="1"/>
          </p:nvPr>
        </p:nvSpPr>
        <p:spPr>
          <a:xfrm>
            <a:off x="-6120" y="0"/>
            <a:ext cx="4275360" cy="491328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459" name="PlaceHolder 5"/>
          <p:cNvSpPr>
            <a:spLocks noGrp="1"/>
          </p:cNvSpPr>
          <p:nvPr>
            <p:ph type="body"/>
          </p:nvPr>
        </p:nvSpPr>
        <p:spPr>
          <a:xfrm>
            <a:off x="4625640" y="1422360"/>
            <a:ext cx="3996000" cy="34858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60" name="PlaceHolder 6"/>
          <p:cNvSpPr>
            <a:spLocks noGrp="1"/>
          </p:cNvSpPr>
          <p:nvPr>
            <p:ph type="body"/>
          </p:nvPr>
        </p:nvSpPr>
        <p:spPr>
          <a:xfrm>
            <a:off x="4625640" y="1088280"/>
            <a:ext cx="3995280" cy="32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grpSp>
        <p:nvGrpSpPr>
          <p:cNvPr id="461" name="Grafik 9"/>
          <p:cNvGrpSpPr/>
          <p:nvPr/>
        </p:nvGrpSpPr>
        <p:grpSpPr>
          <a:xfrm>
            <a:off x="7741440" y="394200"/>
            <a:ext cx="1048320" cy="619200"/>
            <a:chOff x="7741440" y="394200"/>
            <a:chExt cx="1048320" cy="619200"/>
          </a:xfrm>
        </p:grpSpPr>
        <p:grpSp>
          <p:nvGrpSpPr>
            <p:cNvPr id="462" name="Grafik 9"/>
            <p:cNvGrpSpPr/>
            <p:nvPr/>
          </p:nvGrpSpPr>
          <p:grpSpPr>
            <a:xfrm>
              <a:off x="7741440" y="394200"/>
              <a:ext cx="883080" cy="430560"/>
              <a:chOff x="7741440" y="394200"/>
              <a:chExt cx="883080" cy="430560"/>
            </a:xfrm>
          </p:grpSpPr>
          <p:sp>
            <p:nvSpPr>
              <p:cNvPr id="463" name="Freihandform: Form 68"/>
              <p:cNvSpPr/>
              <p:nvPr/>
            </p:nvSpPr>
            <p:spPr>
              <a:xfrm>
                <a:off x="8358120" y="480600"/>
                <a:ext cx="266400" cy="26676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266760"/>
                  <a:gd name="textAreaBottom" fmla="*/ 268560 h 26676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4" name="Freihandform: Form 69"/>
              <p:cNvSpPr/>
              <p:nvPr/>
            </p:nvSpPr>
            <p:spPr>
              <a:xfrm>
                <a:off x="774144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5" name="Freihandform: Form 70"/>
              <p:cNvSpPr/>
              <p:nvPr/>
            </p:nvSpPr>
            <p:spPr>
              <a:xfrm>
                <a:off x="805068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6" name="Freihandform: Form 71"/>
              <p:cNvSpPr/>
              <p:nvPr/>
            </p:nvSpPr>
            <p:spPr>
              <a:xfrm>
                <a:off x="784800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7" name="Freihandform: Form 72"/>
              <p:cNvSpPr/>
              <p:nvPr/>
            </p:nvSpPr>
            <p:spPr>
              <a:xfrm>
                <a:off x="795816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8" name="Freihandform: Form 73"/>
              <p:cNvSpPr/>
              <p:nvPr/>
            </p:nvSpPr>
            <p:spPr>
              <a:xfrm>
                <a:off x="821232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469" name="Freihandform: Form 45"/>
            <p:cNvSpPr/>
            <p:nvPr/>
          </p:nvSpPr>
          <p:spPr>
            <a:xfrm>
              <a:off x="774144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70" name="Freihandform: Form 47"/>
            <p:cNvSpPr/>
            <p:nvPr/>
          </p:nvSpPr>
          <p:spPr>
            <a:xfrm>
              <a:off x="779976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71" name="Freihandform: Form 48"/>
            <p:cNvSpPr/>
            <p:nvPr/>
          </p:nvSpPr>
          <p:spPr>
            <a:xfrm>
              <a:off x="784908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472" name="Grafik 9"/>
            <p:cNvGrpSpPr/>
            <p:nvPr/>
          </p:nvGrpSpPr>
          <p:grpSpPr>
            <a:xfrm>
              <a:off x="7872120" y="834120"/>
              <a:ext cx="73440" cy="39960"/>
              <a:chOff x="7872120" y="834120"/>
              <a:chExt cx="73440" cy="39960"/>
            </a:xfrm>
          </p:grpSpPr>
          <p:sp>
            <p:nvSpPr>
              <p:cNvPr id="473" name="Freihandform: Form 66"/>
              <p:cNvSpPr/>
              <p:nvPr/>
            </p:nvSpPr>
            <p:spPr>
              <a:xfrm>
                <a:off x="787212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74" name="Freihandform: Form 67"/>
              <p:cNvSpPr/>
              <p:nvPr/>
            </p:nvSpPr>
            <p:spPr>
              <a:xfrm>
                <a:off x="7922160" y="834120"/>
                <a:ext cx="23400" cy="39960"/>
              </a:xfrm>
              <a:custGeom>
                <a:avLst/>
                <a:gdLst>
                  <a:gd name="textAreaLeft" fmla="*/ 0 w 23400"/>
                  <a:gd name="textAreaRight" fmla="*/ 25200 w 23400"/>
                  <a:gd name="textAreaTop" fmla="*/ 0 h 39960"/>
                  <a:gd name="textAreaBottom" fmla="*/ 41760 h 3996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475" name="Freihandform: Form 50"/>
            <p:cNvSpPr/>
            <p:nvPr/>
          </p:nvSpPr>
          <p:spPr>
            <a:xfrm>
              <a:off x="795924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476" name="Grafik 9"/>
            <p:cNvGrpSpPr/>
            <p:nvPr/>
          </p:nvGrpSpPr>
          <p:grpSpPr>
            <a:xfrm>
              <a:off x="7979760" y="812160"/>
              <a:ext cx="77400" cy="63720"/>
              <a:chOff x="7979760" y="812160"/>
              <a:chExt cx="77400" cy="63720"/>
            </a:xfrm>
          </p:grpSpPr>
          <p:sp>
            <p:nvSpPr>
              <p:cNvPr id="477" name="Freihandform: Form 64"/>
              <p:cNvSpPr/>
              <p:nvPr/>
            </p:nvSpPr>
            <p:spPr>
              <a:xfrm>
                <a:off x="7979760" y="834120"/>
                <a:ext cx="32760" cy="417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41760"/>
                  <a:gd name="textAreaBottom" fmla="*/ 43560 h 4176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78" name="Freihandform: Form 65"/>
              <p:cNvSpPr/>
              <p:nvPr/>
            </p:nvSpPr>
            <p:spPr>
              <a:xfrm>
                <a:off x="8024400" y="812160"/>
                <a:ext cx="32760" cy="615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61560"/>
                  <a:gd name="textAreaBottom" fmla="*/ 63360 h 6156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479" name="Freihandform: Form 52"/>
            <p:cNvSpPr/>
            <p:nvPr/>
          </p:nvSpPr>
          <p:spPr>
            <a:xfrm>
              <a:off x="810648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80" name="Freihandform: Form 57"/>
            <p:cNvSpPr/>
            <p:nvPr/>
          </p:nvSpPr>
          <p:spPr>
            <a:xfrm>
              <a:off x="816480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81" name="Freihandform: Form 58"/>
            <p:cNvSpPr/>
            <p:nvPr/>
          </p:nvSpPr>
          <p:spPr>
            <a:xfrm>
              <a:off x="821340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482" name="Grafik 9"/>
            <p:cNvGrpSpPr/>
            <p:nvPr/>
          </p:nvGrpSpPr>
          <p:grpSpPr>
            <a:xfrm>
              <a:off x="7741440" y="834120"/>
              <a:ext cx="1048320" cy="179280"/>
              <a:chOff x="7741440" y="834120"/>
              <a:chExt cx="1048320" cy="179280"/>
            </a:xfrm>
          </p:grpSpPr>
          <p:sp>
            <p:nvSpPr>
              <p:cNvPr id="483" name="Freihandform: Form 60"/>
              <p:cNvSpPr/>
              <p:nvPr/>
            </p:nvSpPr>
            <p:spPr>
              <a:xfrm>
                <a:off x="823644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4" name="Freihandform: Form 61"/>
              <p:cNvSpPr/>
              <p:nvPr/>
            </p:nvSpPr>
            <p:spPr>
              <a:xfrm>
                <a:off x="8284680" y="834120"/>
                <a:ext cx="34560" cy="41760"/>
              </a:xfrm>
              <a:custGeom>
                <a:avLst/>
                <a:gdLst>
                  <a:gd name="textAreaLeft" fmla="*/ 0 w 34560"/>
                  <a:gd name="textAreaRight" fmla="*/ 36360 w 34560"/>
                  <a:gd name="textAreaTop" fmla="*/ 0 h 41760"/>
                  <a:gd name="textAreaBottom" fmla="*/ 43560 h 4176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5" name="Freihandform: Form 62"/>
              <p:cNvSpPr/>
              <p:nvPr/>
            </p:nvSpPr>
            <p:spPr>
              <a:xfrm>
                <a:off x="7741440" y="914040"/>
                <a:ext cx="882720" cy="61560"/>
              </a:xfrm>
              <a:custGeom>
                <a:avLst/>
                <a:gdLst>
                  <a:gd name="textAreaLeft" fmla="*/ 0 w 882720"/>
                  <a:gd name="textAreaRight" fmla="*/ 884520 w 882720"/>
                  <a:gd name="textAreaTop" fmla="*/ 0 h 61560"/>
                  <a:gd name="textAreaBottom" fmla="*/ 63360 h 6156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6" name="Freihandform: Form 63"/>
              <p:cNvSpPr/>
              <p:nvPr/>
            </p:nvSpPr>
            <p:spPr>
              <a:xfrm>
                <a:off x="8677440" y="915480"/>
                <a:ext cx="112320" cy="97920"/>
              </a:xfrm>
              <a:custGeom>
                <a:avLst/>
                <a:gdLst>
                  <a:gd name="textAreaLeft" fmla="*/ 0 w 112320"/>
                  <a:gd name="textAreaRight" fmla="*/ 114120 w 112320"/>
                  <a:gd name="textAreaTop" fmla="*/ 0 h 97920"/>
                  <a:gd name="textAreaBottom" fmla="*/ 99720 h 9792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+ zwei Bilder link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7" name="Gruppieren 6"/>
          <p:cNvGrpSpPr/>
          <p:nvPr/>
        </p:nvGrpSpPr>
        <p:grpSpPr>
          <a:xfrm>
            <a:off x="-5040" y="4950720"/>
            <a:ext cx="9147240" cy="196200"/>
            <a:chOff x="-5040" y="4950720"/>
            <a:chExt cx="9147240" cy="196200"/>
          </a:xfrm>
        </p:grpSpPr>
        <p:sp>
          <p:nvSpPr>
            <p:cNvPr id="488" name="bk object 18"/>
            <p:cNvSpPr/>
            <p:nvPr/>
          </p:nvSpPr>
          <p:spPr>
            <a:xfrm>
              <a:off x="-5040" y="4950720"/>
              <a:ext cx="483120" cy="196200"/>
            </a:xfrm>
            <a:custGeom>
              <a:avLst/>
              <a:gdLst>
                <a:gd name="textAreaLeft" fmla="*/ 0 w 483120"/>
                <a:gd name="textAreaRight" fmla="*/ 484920 w 48312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89" name="bk object 18"/>
            <p:cNvSpPr/>
            <p:nvPr/>
          </p:nvSpPr>
          <p:spPr>
            <a:xfrm>
              <a:off x="522360" y="4950720"/>
              <a:ext cx="8619840" cy="196200"/>
            </a:xfrm>
            <a:custGeom>
              <a:avLst/>
              <a:gdLst>
                <a:gd name="textAreaLeft" fmla="*/ 0 w 8619840"/>
                <a:gd name="textAreaRight" fmla="*/ 8621640 w 861984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90" name="Holder 3"/>
            <p:cNvSpPr/>
            <p:nvPr/>
          </p:nvSpPr>
          <p:spPr>
            <a:xfrm>
              <a:off x="8194680" y="4966200"/>
              <a:ext cx="447840" cy="165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491" name="Gerader Verbinder 11"/>
          <p:cNvCxnSpPr/>
          <p:nvPr/>
        </p:nvCxnSpPr>
        <p:spPr>
          <a:xfrm>
            <a:off x="521280" y="974520"/>
            <a:ext cx="6833880" cy="180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492" name="Grafik 9"/>
          <p:cNvGrpSpPr/>
          <p:nvPr/>
        </p:nvGrpSpPr>
        <p:grpSpPr>
          <a:xfrm>
            <a:off x="7741440" y="394200"/>
            <a:ext cx="1048320" cy="619200"/>
            <a:chOff x="7741440" y="394200"/>
            <a:chExt cx="1048320" cy="619200"/>
          </a:xfrm>
        </p:grpSpPr>
        <p:grpSp>
          <p:nvGrpSpPr>
            <p:cNvPr id="493" name="Grafik 9"/>
            <p:cNvGrpSpPr/>
            <p:nvPr/>
          </p:nvGrpSpPr>
          <p:grpSpPr>
            <a:xfrm>
              <a:off x="7741440" y="394200"/>
              <a:ext cx="883080" cy="430560"/>
              <a:chOff x="7741440" y="394200"/>
              <a:chExt cx="883080" cy="430560"/>
            </a:xfrm>
          </p:grpSpPr>
          <p:sp>
            <p:nvSpPr>
              <p:cNvPr id="494" name="Freihandform: Form 20"/>
              <p:cNvSpPr/>
              <p:nvPr/>
            </p:nvSpPr>
            <p:spPr>
              <a:xfrm>
                <a:off x="8358120" y="480600"/>
                <a:ext cx="266400" cy="26676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266760"/>
                  <a:gd name="textAreaBottom" fmla="*/ 268560 h 26676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5" name="Freihandform: Form 21"/>
              <p:cNvSpPr/>
              <p:nvPr/>
            </p:nvSpPr>
            <p:spPr>
              <a:xfrm>
                <a:off x="774144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6" name="Freihandform: Form 22"/>
              <p:cNvSpPr/>
              <p:nvPr/>
            </p:nvSpPr>
            <p:spPr>
              <a:xfrm>
                <a:off x="805068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7" name="Freihandform: Form 23"/>
              <p:cNvSpPr/>
              <p:nvPr/>
            </p:nvSpPr>
            <p:spPr>
              <a:xfrm>
                <a:off x="784800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8" name="Freihandform: Form 24"/>
              <p:cNvSpPr/>
              <p:nvPr/>
            </p:nvSpPr>
            <p:spPr>
              <a:xfrm>
                <a:off x="795816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9" name="Freihandform: Form 25"/>
              <p:cNvSpPr/>
              <p:nvPr/>
            </p:nvSpPr>
            <p:spPr>
              <a:xfrm>
                <a:off x="821232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00" name="Freihandform: Form 26"/>
            <p:cNvSpPr/>
            <p:nvPr/>
          </p:nvSpPr>
          <p:spPr>
            <a:xfrm>
              <a:off x="774144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01" name="Freihandform: Form 27"/>
            <p:cNvSpPr/>
            <p:nvPr/>
          </p:nvSpPr>
          <p:spPr>
            <a:xfrm>
              <a:off x="779976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02" name="Freihandform: Form 28"/>
            <p:cNvSpPr/>
            <p:nvPr/>
          </p:nvSpPr>
          <p:spPr>
            <a:xfrm>
              <a:off x="784908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03" name="Grafik 9"/>
            <p:cNvGrpSpPr/>
            <p:nvPr/>
          </p:nvGrpSpPr>
          <p:grpSpPr>
            <a:xfrm>
              <a:off x="7872120" y="834120"/>
              <a:ext cx="73440" cy="39960"/>
              <a:chOff x="7872120" y="834120"/>
              <a:chExt cx="73440" cy="39960"/>
            </a:xfrm>
          </p:grpSpPr>
          <p:sp>
            <p:nvSpPr>
              <p:cNvPr id="504" name="Freihandform: Form 30"/>
              <p:cNvSpPr/>
              <p:nvPr/>
            </p:nvSpPr>
            <p:spPr>
              <a:xfrm>
                <a:off x="787212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05" name="Freihandform: Form 31"/>
              <p:cNvSpPr/>
              <p:nvPr/>
            </p:nvSpPr>
            <p:spPr>
              <a:xfrm>
                <a:off x="7922160" y="834120"/>
                <a:ext cx="23400" cy="39960"/>
              </a:xfrm>
              <a:custGeom>
                <a:avLst/>
                <a:gdLst>
                  <a:gd name="textAreaLeft" fmla="*/ 0 w 23400"/>
                  <a:gd name="textAreaRight" fmla="*/ 25200 w 23400"/>
                  <a:gd name="textAreaTop" fmla="*/ 0 h 39960"/>
                  <a:gd name="textAreaBottom" fmla="*/ 41760 h 3996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06" name="Freihandform: Form 32"/>
            <p:cNvSpPr/>
            <p:nvPr/>
          </p:nvSpPr>
          <p:spPr>
            <a:xfrm>
              <a:off x="795924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07" name="Grafik 9"/>
            <p:cNvGrpSpPr/>
            <p:nvPr/>
          </p:nvGrpSpPr>
          <p:grpSpPr>
            <a:xfrm>
              <a:off x="7979760" y="812160"/>
              <a:ext cx="77400" cy="63720"/>
              <a:chOff x="7979760" y="812160"/>
              <a:chExt cx="77400" cy="63720"/>
            </a:xfrm>
          </p:grpSpPr>
          <p:sp>
            <p:nvSpPr>
              <p:cNvPr id="508" name="Freihandform: Form 34"/>
              <p:cNvSpPr/>
              <p:nvPr/>
            </p:nvSpPr>
            <p:spPr>
              <a:xfrm>
                <a:off x="7979760" y="834120"/>
                <a:ext cx="32760" cy="417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41760"/>
                  <a:gd name="textAreaBottom" fmla="*/ 43560 h 4176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09" name="Freihandform: Form 35"/>
              <p:cNvSpPr/>
              <p:nvPr/>
            </p:nvSpPr>
            <p:spPr>
              <a:xfrm>
                <a:off x="8024400" y="812160"/>
                <a:ext cx="32760" cy="615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61560"/>
                  <a:gd name="textAreaBottom" fmla="*/ 63360 h 6156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10" name="Freihandform: Form 36"/>
            <p:cNvSpPr/>
            <p:nvPr/>
          </p:nvSpPr>
          <p:spPr>
            <a:xfrm>
              <a:off x="810648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11" name="Freihandform: Form 37"/>
            <p:cNvSpPr/>
            <p:nvPr/>
          </p:nvSpPr>
          <p:spPr>
            <a:xfrm>
              <a:off x="816480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12" name="Freihandform: Form 38"/>
            <p:cNvSpPr/>
            <p:nvPr/>
          </p:nvSpPr>
          <p:spPr>
            <a:xfrm>
              <a:off x="821340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13" name="Grafik 9"/>
            <p:cNvGrpSpPr/>
            <p:nvPr/>
          </p:nvGrpSpPr>
          <p:grpSpPr>
            <a:xfrm>
              <a:off x="7741440" y="834120"/>
              <a:ext cx="1048320" cy="179280"/>
              <a:chOff x="7741440" y="834120"/>
              <a:chExt cx="1048320" cy="179280"/>
            </a:xfrm>
          </p:grpSpPr>
          <p:sp>
            <p:nvSpPr>
              <p:cNvPr id="514" name="Freihandform: Form 40"/>
              <p:cNvSpPr/>
              <p:nvPr/>
            </p:nvSpPr>
            <p:spPr>
              <a:xfrm>
                <a:off x="823644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5" name="Freihandform: Form 41"/>
              <p:cNvSpPr/>
              <p:nvPr/>
            </p:nvSpPr>
            <p:spPr>
              <a:xfrm>
                <a:off x="8284680" y="834120"/>
                <a:ext cx="34560" cy="41760"/>
              </a:xfrm>
              <a:custGeom>
                <a:avLst/>
                <a:gdLst>
                  <a:gd name="textAreaLeft" fmla="*/ 0 w 34560"/>
                  <a:gd name="textAreaRight" fmla="*/ 36360 w 34560"/>
                  <a:gd name="textAreaTop" fmla="*/ 0 h 41760"/>
                  <a:gd name="textAreaBottom" fmla="*/ 43560 h 4176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6" name="Freihandform: Form 42"/>
              <p:cNvSpPr/>
              <p:nvPr/>
            </p:nvSpPr>
            <p:spPr>
              <a:xfrm>
                <a:off x="7741440" y="914040"/>
                <a:ext cx="882720" cy="61560"/>
              </a:xfrm>
              <a:custGeom>
                <a:avLst/>
                <a:gdLst>
                  <a:gd name="textAreaLeft" fmla="*/ 0 w 882720"/>
                  <a:gd name="textAreaRight" fmla="*/ 884520 w 882720"/>
                  <a:gd name="textAreaTop" fmla="*/ 0 h 61560"/>
                  <a:gd name="textAreaBottom" fmla="*/ 63360 h 6156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7" name="Freihandform: Form 43"/>
              <p:cNvSpPr/>
              <p:nvPr/>
            </p:nvSpPr>
            <p:spPr>
              <a:xfrm>
                <a:off x="8677440" y="915480"/>
                <a:ext cx="112320" cy="97920"/>
              </a:xfrm>
              <a:custGeom>
                <a:avLst/>
                <a:gdLst>
                  <a:gd name="textAreaLeft" fmla="*/ 0 w 112320"/>
                  <a:gd name="textAreaRight" fmla="*/ 114120 w 112320"/>
                  <a:gd name="textAreaTop" fmla="*/ 0 h 97920"/>
                  <a:gd name="textAreaBottom" fmla="*/ 99720 h 9792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518" name="Freihandform: Form 44" hidden="1"/>
          <p:cNvSpPr/>
          <p:nvPr/>
        </p:nvSpPr>
        <p:spPr>
          <a:xfrm>
            <a:off x="-5040" y="407880"/>
            <a:ext cx="335520" cy="293040"/>
          </a:xfrm>
          <a:custGeom>
            <a:avLst/>
            <a:gdLst>
              <a:gd name="textAreaLeft" fmla="*/ 0 w 335520"/>
              <a:gd name="textAreaRight" fmla="*/ 337320 w 335520"/>
              <a:gd name="textAreaTop" fmla="*/ 0 h 293040"/>
              <a:gd name="textAreaBottom" fmla="*/ 294840 h 29304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519" name="Gruppieren 54"/>
          <p:cNvGrpSpPr/>
          <p:nvPr/>
        </p:nvGrpSpPr>
        <p:grpSpPr>
          <a:xfrm>
            <a:off x="-5040" y="4950720"/>
            <a:ext cx="9147240" cy="196200"/>
            <a:chOff x="-5040" y="4950720"/>
            <a:chExt cx="9147240" cy="196200"/>
          </a:xfrm>
        </p:grpSpPr>
        <p:sp>
          <p:nvSpPr>
            <p:cNvPr id="520" name="bk object 18"/>
            <p:cNvSpPr/>
            <p:nvPr/>
          </p:nvSpPr>
          <p:spPr>
            <a:xfrm>
              <a:off x="-5040" y="4950720"/>
              <a:ext cx="483120" cy="196200"/>
            </a:xfrm>
            <a:custGeom>
              <a:avLst/>
              <a:gdLst>
                <a:gd name="textAreaLeft" fmla="*/ 0 w 483120"/>
                <a:gd name="textAreaRight" fmla="*/ 484920 w 48312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21" name="bk object 18"/>
            <p:cNvSpPr/>
            <p:nvPr/>
          </p:nvSpPr>
          <p:spPr>
            <a:xfrm>
              <a:off x="522360" y="4950720"/>
              <a:ext cx="8619840" cy="196200"/>
            </a:xfrm>
            <a:custGeom>
              <a:avLst/>
              <a:gdLst>
                <a:gd name="textAreaLeft" fmla="*/ 0 w 8619840"/>
                <a:gd name="textAreaRight" fmla="*/ 8621640 w 861984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22" name="Holder 3"/>
            <p:cNvSpPr/>
            <p:nvPr/>
          </p:nvSpPr>
          <p:spPr>
            <a:xfrm>
              <a:off x="8194680" y="4966200"/>
              <a:ext cx="447840" cy="165960"/>
            </a:xfrm>
            <a:prstGeom prst="rect">
              <a:avLst/>
            </a:pr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523" name="PlaceHolder 1"/>
          <p:cNvSpPr>
            <a:spLocks noGrp="1"/>
          </p:cNvSpPr>
          <p:nvPr>
            <p:ph type="ftr" idx="17"/>
          </p:nvPr>
        </p:nvSpPr>
        <p:spPr>
          <a:xfrm>
            <a:off x="628560" y="4975560"/>
            <a:ext cx="712800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4" name="PlaceHolder 2"/>
          <p:cNvSpPr>
            <a:spLocks noGrp="1"/>
          </p:cNvSpPr>
          <p:nvPr>
            <p:ph type="sldNum" idx="18"/>
          </p:nvPr>
        </p:nvSpPr>
        <p:spPr>
          <a:xfrm>
            <a:off x="35640" y="4975560"/>
            <a:ext cx="33552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DEA25469-766F-4DF5-834C-460D3B11B3D2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5" name="PlaceHolder 3"/>
          <p:cNvSpPr>
            <a:spLocks noGrp="1"/>
          </p:cNvSpPr>
          <p:nvPr>
            <p:ph type="title" hasCustomPrompt="1"/>
          </p:nvPr>
        </p:nvSpPr>
        <p:spPr>
          <a:xfrm>
            <a:off x="4625640" y="330840"/>
            <a:ext cx="2725920" cy="4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</a:t>
            </a:r>
            <a:endParaRPr lang="de-DE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cxnSp>
        <p:nvCxnSpPr>
          <p:cNvPr id="526" name="Gerader Verbinder 47"/>
          <p:cNvCxnSpPr/>
          <p:nvPr/>
        </p:nvCxnSpPr>
        <p:spPr>
          <a:xfrm>
            <a:off x="4625640" y="974520"/>
            <a:ext cx="2729520" cy="180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sp>
        <p:nvSpPr>
          <p:cNvPr id="527" name="PlaceHolder 4"/>
          <p:cNvSpPr>
            <a:spLocks noGrp="1"/>
          </p:cNvSpPr>
          <p:nvPr>
            <p:ph type="body" hasCustomPrompt="1"/>
          </p:nvPr>
        </p:nvSpPr>
        <p:spPr>
          <a:xfrm>
            <a:off x="0" y="0"/>
            <a:ext cx="4274280" cy="242928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528" name="PlaceHolder 5"/>
          <p:cNvSpPr>
            <a:spLocks noGrp="1"/>
          </p:cNvSpPr>
          <p:nvPr>
            <p:ph type="body" hasCustomPrompt="1"/>
          </p:nvPr>
        </p:nvSpPr>
        <p:spPr>
          <a:xfrm>
            <a:off x="0" y="2493720"/>
            <a:ext cx="4274280" cy="241920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529" name="PlaceHolder 6"/>
          <p:cNvSpPr>
            <a:spLocks noGrp="1"/>
          </p:cNvSpPr>
          <p:nvPr>
            <p:ph type="body"/>
          </p:nvPr>
        </p:nvSpPr>
        <p:spPr>
          <a:xfrm>
            <a:off x="4625640" y="1422360"/>
            <a:ext cx="3998520" cy="34858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30" name="PlaceHolder 7"/>
          <p:cNvSpPr>
            <a:spLocks noGrp="1"/>
          </p:cNvSpPr>
          <p:nvPr>
            <p:ph type="body"/>
          </p:nvPr>
        </p:nvSpPr>
        <p:spPr>
          <a:xfrm>
            <a:off x="4622400" y="1088280"/>
            <a:ext cx="3998520" cy="32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grpSp>
        <p:nvGrpSpPr>
          <p:cNvPr id="531" name="Grafik 9"/>
          <p:cNvGrpSpPr/>
          <p:nvPr/>
        </p:nvGrpSpPr>
        <p:grpSpPr>
          <a:xfrm>
            <a:off x="7741440" y="394200"/>
            <a:ext cx="1048320" cy="619200"/>
            <a:chOff x="7741440" y="394200"/>
            <a:chExt cx="1048320" cy="619200"/>
          </a:xfrm>
        </p:grpSpPr>
        <p:grpSp>
          <p:nvGrpSpPr>
            <p:cNvPr id="532" name="Grafik 9"/>
            <p:cNvGrpSpPr/>
            <p:nvPr/>
          </p:nvGrpSpPr>
          <p:grpSpPr>
            <a:xfrm>
              <a:off x="7741440" y="394200"/>
              <a:ext cx="883080" cy="430560"/>
              <a:chOff x="7741440" y="394200"/>
              <a:chExt cx="883080" cy="430560"/>
            </a:xfrm>
          </p:grpSpPr>
          <p:sp>
            <p:nvSpPr>
              <p:cNvPr id="533" name="Freihandform: Form 69"/>
              <p:cNvSpPr/>
              <p:nvPr/>
            </p:nvSpPr>
            <p:spPr>
              <a:xfrm>
                <a:off x="8358120" y="480600"/>
                <a:ext cx="266400" cy="26676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266760"/>
                  <a:gd name="textAreaBottom" fmla="*/ 268560 h 26676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34" name="Freihandform: Form 70"/>
              <p:cNvSpPr/>
              <p:nvPr/>
            </p:nvSpPr>
            <p:spPr>
              <a:xfrm>
                <a:off x="774144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35" name="Freihandform: Form 71"/>
              <p:cNvSpPr/>
              <p:nvPr/>
            </p:nvSpPr>
            <p:spPr>
              <a:xfrm>
                <a:off x="805068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36" name="Freihandform: Form 72"/>
              <p:cNvSpPr/>
              <p:nvPr/>
            </p:nvSpPr>
            <p:spPr>
              <a:xfrm>
                <a:off x="784800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37" name="Freihandform: Form 73"/>
              <p:cNvSpPr/>
              <p:nvPr/>
            </p:nvSpPr>
            <p:spPr>
              <a:xfrm>
                <a:off x="795816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38" name="Freihandform: Form 74"/>
              <p:cNvSpPr/>
              <p:nvPr/>
            </p:nvSpPr>
            <p:spPr>
              <a:xfrm>
                <a:off x="821232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39" name="Freihandform: Form 45"/>
            <p:cNvSpPr/>
            <p:nvPr/>
          </p:nvSpPr>
          <p:spPr>
            <a:xfrm>
              <a:off x="774144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40" name="Freihandform: Form 46"/>
            <p:cNvSpPr/>
            <p:nvPr/>
          </p:nvSpPr>
          <p:spPr>
            <a:xfrm>
              <a:off x="779976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41" name="Freihandform: Form 49"/>
            <p:cNvSpPr/>
            <p:nvPr/>
          </p:nvSpPr>
          <p:spPr>
            <a:xfrm>
              <a:off x="784908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42" name="Grafik 9"/>
            <p:cNvGrpSpPr/>
            <p:nvPr/>
          </p:nvGrpSpPr>
          <p:grpSpPr>
            <a:xfrm>
              <a:off x="7872120" y="834120"/>
              <a:ext cx="73440" cy="39960"/>
              <a:chOff x="7872120" y="834120"/>
              <a:chExt cx="73440" cy="39960"/>
            </a:xfrm>
          </p:grpSpPr>
          <p:sp>
            <p:nvSpPr>
              <p:cNvPr id="543" name="Freihandform: Form 67"/>
              <p:cNvSpPr/>
              <p:nvPr/>
            </p:nvSpPr>
            <p:spPr>
              <a:xfrm>
                <a:off x="787212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4" name="Freihandform: Form 68"/>
              <p:cNvSpPr/>
              <p:nvPr/>
            </p:nvSpPr>
            <p:spPr>
              <a:xfrm>
                <a:off x="7922160" y="834120"/>
                <a:ext cx="23400" cy="39960"/>
              </a:xfrm>
              <a:custGeom>
                <a:avLst/>
                <a:gdLst>
                  <a:gd name="textAreaLeft" fmla="*/ 0 w 23400"/>
                  <a:gd name="textAreaRight" fmla="*/ 25200 w 23400"/>
                  <a:gd name="textAreaTop" fmla="*/ 0 h 39960"/>
                  <a:gd name="textAreaBottom" fmla="*/ 41760 h 3996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45" name="Freihandform: Form 51"/>
            <p:cNvSpPr/>
            <p:nvPr/>
          </p:nvSpPr>
          <p:spPr>
            <a:xfrm>
              <a:off x="795924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46" name="Grafik 9"/>
            <p:cNvGrpSpPr/>
            <p:nvPr/>
          </p:nvGrpSpPr>
          <p:grpSpPr>
            <a:xfrm>
              <a:off x="7979760" y="812160"/>
              <a:ext cx="77400" cy="63720"/>
              <a:chOff x="7979760" y="812160"/>
              <a:chExt cx="77400" cy="63720"/>
            </a:xfrm>
          </p:grpSpPr>
          <p:sp>
            <p:nvSpPr>
              <p:cNvPr id="547" name="Freihandform: Form 65"/>
              <p:cNvSpPr/>
              <p:nvPr/>
            </p:nvSpPr>
            <p:spPr>
              <a:xfrm>
                <a:off x="7979760" y="834120"/>
                <a:ext cx="32760" cy="417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41760"/>
                  <a:gd name="textAreaBottom" fmla="*/ 43560 h 4176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8" name="Freihandform: Form 66"/>
              <p:cNvSpPr/>
              <p:nvPr/>
            </p:nvSpPr>
            <p:spPr>
              <a:xfrm>
                <a:off x="8024400" y="812160"/>
                <a:ext cx="32760" cy="615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61560"/>
                  <a:gd name="textAreaBottom" fmla="*/ 63360 h 6156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49" name="Freihandform: Form 53"/>
            <p:cNvSpPr/>
            <p:nvPr/>
          </p:nvSpPr>
          <p:spPr>
            <a:xfrm>
              <a:off x="810648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50" name="Freihandform: Form 58"/>
            <p:cNvSpPr/>
            <p:nvPr/>
          </p:nvSpPr>
          <p:spPr>
            <a:xfrm>
              <a:off x="816480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51" name="Freihandform: Form 59"/>
            <p:cNvSpPr/>
            <p:nvPr/>
          </p:nvSpPr>
          <p:spPr>
            <a:xfrm>
              <a:off x="821340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52" name="Grafik 9"/>
            <p:cNvGrpSpPr/>
            <p:nvPr/>
          </p:nvGrpSpPr>
          <p:grpSpPr>
            <a:xfrm>
              <a:off x="7741440" y="834120"/>
              <a:ext cx="1048320" cy="179280"/>
              <a:chOff x="7741440" y="834120"/>
              <a:chExt cx="1048320" cy="179280"/>
            </a:xfrm>
          </p:grpSpPr>
          <p:sp>
            <p:nvSpPr>
              <p:cNvPr id="553" name="Freihandform: Form 61"/>
              <p:cNvSpPr/>
              <p:nvPr/>
            </p:nvSpPr>
            <p:spPr>
              <a:xfrm>
                <a:off x="823644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4" name="Freihandform: Form 62"/>
              <p:cNvSpPr/>
              <p:nvPr/>
            </p:nvSpPr>
            <p:spPr>
              <a:xfrm>
                <a:off x="8284680" y="834120"/>
                <a:ext cx="34560" cy="41760"/>
              </a:xfrm>
              <a:custGeom>
                <a:avLst/>
                <a:gdLst>
                  <a:gd name="textAreaLeft" fmla="*/ 0 w 34560"/>
                  <a:gd name="textAreaRight" fmla="*/ 36360 w 34560"/>
                  <a:gd name="textAreaTop" fmla="*/ 0 h 41760"/>
                  <a:gd name="textAreaBottom" fmla="*/ 43560 h 4176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5" name="Freihandform: Form 63"/>
              <p:cNvSpPr/>
              <p:nvPr/>
            </p:nvSpPr>
            <p:spPr>
              <a:xfrm>
                <a:off x="7741440" y="914040"/>
                <a:ext cx="882720" cy="61560"/>
              </a:xfrm>
              <a:custGeom>
                <a:avLst/>
                <a:gdLst>
                  <a:gd name="textAreaLeft" fmla="*/ 0 w 882720"/>
                  <a:gd name="textAreaRight" fmla="*/ 884520 w 882720"/>
                  <a:gd name="textAreaTop" fmla="*/ 0 h 61560"/>
                  <a:gd name="textAreaBottom" fmla="*/ 63360 h 6156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6" name="Freihandform: Form 64"/>
              <p:cNvSpPr/>
              <p:nvPr/>
            </p:nvSpPr>
            <p:spPr>
              <a:xfrm>
                <a:off x="8677440" y="915480"/>
                <a:ext cx="112320" cy="97920"/>
              </a:xfrm>
              <a:custGeom>
                <a:avLst/>
                <a:gdLst>
                  <a:gd name="textAreaLeft" fmla="*/ 0 w 112320"/>
                  <a:gd name="textAreaRight" fmla="*/ 114120 w 112320"/>
                  <a:gd name="textAreaTop" fmla="*/ 0 h 97920"/>
                  <a:gd name="textAreaBottom" fmla="*/ 99720 h 9792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 + zwei Bil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7" name="Gruppieren 6"/>
          <p:cNvGrpSpPr/>
          <p:nvPr/>
        </p:nvGrpSpPr>
        <p:grpSpPr>
          <a:xfrm>
            <a:off x="-5040" y="4950720"/>
            <a:ext cx="9147240" cy="196200"/>
            <a:chOff x="-5040" y="4950720"/>
            <a:chExt cx="9147240" cy="196200"/>
          </a:xfrm>
        </p:grpSpPr>
        <p:sp>
          <p:nvSpPr>
            <p:cNvPr id="558" name="bk object 18"/>
            <p:cNvSpPr/>
            <p:nvPr/>
          </p:nvSpPr>
          <p:spPr>
            <a:xfrm>
              <a:off x="-5040" y="4950720"/>
              <a:ext cx="483120" cy="196200"/>
            </a:xfrm>
            <a:custGeom>
              <a:avLst/>
              <a:gdLst>
                <a:gd name="textAreaLeft" fmla="*/ 0 w 483120"/>
                <a:gd name="textAreaRight" fmla="*/ 484920 w 48312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59" name="bk object 18"/>
            <p:cNvSpPr/>
            <p:nvPr/>
          </p:nvSpPr>
          <p:spPr>
            <a:xfrm>
              <a:off x="522360" y="4950720"/>
              <a:ext cx="8619840" cy="196200"/>
            </a:xfrm>
            <a:custGeom>
              <a:avLst/>
              <a:gdLst>
                <a:gd name="textAreaLeft" fmla="*/ 0 w 8619840"/>
                <a:gd name="textAreaRight" fmla="*/ 8621640 w 861984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60" name="Holder 3"/>
            <p:cNvSpPr/>
            <p:nvPr/>
          </p:nvSpPr>
          <p:spPr>
            <a:xfrm>
              <a:off x="8194680" y="4966200"/>
              <a:ext cx="447840" cy="165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561" name="Gerader Verbinder 11"/>
          <p:cNvCxnSpPr/>
          <p:nvPr/>
        </p:nvCxnSpPr>
        <p:spPr>
          <a:xfrm>
            <a:off x="521280" y="974520"/>
            <a:ext cx="6833880" cy="180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562" name="Grafik 9"/>
          <p:cNvGrpSpPr/>
          <p:nvPr/>
        </p:nvGrpSpPr>
        <p:grpSpPr>
          <a:xfrm>
            <a:off x="7741440" y="394200"/>
            <a:ext cx="1048320" cy="619200"/>
            <a:chOff x="7741440" y="394200"/>
            <a:chExt cx="1048320" cy="619200"/>
          </a:xfrm>
        </p:grpSpPr>
        <p:grpSp>
          <p:nvGrpSpPr>
            <p:cNvPr id="563" name="Grafik 9"/>
            <p:cNvGrpSpPr/>
            <p:nvPr/>
          </p:nvGrpSpPr>
          <p:grpSpPr>
            <a:xfrm>
              <a:off x="7741440" y="394200"/>
              <a:ext cx="883080" cy="430560"/>
              <a:chOff x="7741440" y="394200"/>
              <a:chExt cx="883080" cy="430560"/>
            </a:xfrm>
          </p:grpSpPr>
          <p:sp>
            <p:nvSpPr>
              <p:cNvPr id="564" name="Freihandform: Form 20"/>
              <p:cNvSpPr/>
              <p:nvPr/>
            </p:nvSpPr>
            <p:spPr>
              <a:xfrm>
                <a:off x="8358120" y="480600"/>
                <a:ext cx="266400" cy="26676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266760"/>
                  <a:gd name="textAreaBottom" fmla="*/ 268560 h 26676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65" name="Freihandform: Form 21"/>
              <p:cNvSpPr/>
              <p:nvPr/>
            </p:nvSpPr>
            <p:spPr>
              <a:xfrm>
                <a:off x="774144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66" name="Freihandform: Form 22"/>
              <p:cNvSpPr/>
              <p:nvPr/>
            </p:nvSpPr>
            <p:spPr>
              <a:xfrm>
                <a:off x="805068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67" name="Freihandform: Form 23"/>
              <p:cNvSpPr/>
              <p:nvPr/>
            </p:nvSpPr>
            <p:spPr>
              <a:xfrm>
                <a:off x="784800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68" name="Freihandform: Form 24"/>
              <p:cNvSpPr/>
              <p:nvPr/>
            </p:nvSpPr>
            <p:spPr>
              <a:xfrm>
                <a:off x="795816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69" name="Freihandform: Form 25"/>
              <p:cNvSpPr/>
              <p:nvPr/>
            </p:nvSpPr>
            <p:spPr>
              <a:xfrm>
                <a:off x="821232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70" name="Freihandform: Form 26"/>
            <p:cNvSpPr/>
            <p:nvPr/>
          </p:nvSpPr>
          <p:spPr>
            <a:xfrm>
              <a:off x="774144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71" name="Freihandform: Form 27"/>
            <p:cNvSpPr/>
            <p:nvPr/>
          </p:nvSpPr>
          <p:spPr>
            <a:xfrm>
              <a:off x="779976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72" name="Freihandform: Form 28"/>
            <p:cNvSpPr/>
            <p:nvPr/>
          </p:nvSpPr>
          <p:spPr>
            <a:xfrm>
              <a:off x="784908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73" name="Grafik 9"/>
            <p:cNvGrpSpPr/>
            <p:nvPr/>
          </p:nvGrpSpPr>
          <p:grpSpPr>
            <a:xfrm>
              <a:off x="7872120" y="834120"/>
              <a:ext cx="73440" cy="39960"/>
              <a:chOff x="7872120" y="834120"/>
              <a:chExt cx="73440" cy="39960"/>
            </a:xfrm>
          </p:grpSpPr>
          <p:sp>
            <p:nvSpPr>
              <p:cNvPr id="574" name="Freihandform: Form 30"/>
              <p:cNvSpPr/>
              <p:nvPr/>
            </p:nvSpPr>
            <p:spPr>
              <a:xfrm>
                <a:off x="787212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5" name="Freihandform: Form 31"/>
              <p:cNvSpPr/>
              <p:nvPr/>
            </p:nvSpPr>
            <p:spPr>
              <a:xfrm>
                <a:off x="7922160" y="834120"/>
                <a:ext cx="23400" cy="39960"/>
              </a:xfrm>
              <a:custGeom>
                <a:avLst/>
                <a:gdLst>
                  <a:gd name="textAreaLeft" fmla="*/ 0 w 23400"/>
                  <a:gd name="textAreaRight" fmla="*/ 25200 w 23400"/>
                  <a:gd name="textAreaTop" fmla="*/ 0 h 39960"/>
                  <a:gd name="textAreaBottom" fmla="*/ 41760 h 3996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76" name="Freihandform: Form 32"/>
            <p:cNvSpPr/>
            <p:nvPr/>
          </p:nvSpPr>
          <p:spPr>
            <a:xfrm>
              <a:off x="795924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77" name="Grafik 9"/>
            <p:cNvGrpSpPr/>
            <p:nvPr/>
          </p:nvGrpSpPr>
          <p:grpSpPr>
            <a:xfrm>
              <a:off x="7979760" y="812160"/>
              <a:ext cx="77400" cy="63720"/>
              <a:chOff x="7979760" y="812160"/>
              <a:chExt cx="77400" cy="63720"/>
            </a:xfrm>
          </p:grpSpPr>
          <p:sp>
            <p:nvSpPr>
              <p:cNvPr id="578" name="Freihandform: Form 34"/>
              <p:cNvSpPr/>
              <p:nvPr/>
            </p:nvSpPr>
            <p:spPr>
              <a:xfrm>
                <a:off x="7979760" y="834120"/>
                <a:ext cx="32760" cy="417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41760"/>
                  <a:gd name="textAreaBottom" fmla="*/ 43560 h 4176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9" name="Freihandform: Form 35"/>
              <p:cNvSpPr/>
              <p:nvPr/>
            </p:nvSpPr>
            <p:spPr>
              <a:xfrm>
                <a:off x="8024400" y="812160"/>
                <a:ext cx="32760" cy="615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61560"/>
                  <a:gd name="textAreaBottom" fmla="*/ 63360 h 6156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80" name="Freihandform: Form 36"/>
            <p:cNvSpPr/>
            <p:nvPr/>
          </p:nvSpPr>
          <p:spPr>
            <a:xfrm>
              <a:off x="810648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81" name="Freihandform: Form 37"/>
            <p:cNvSpPr/>
            <p:nvPr/>
          </p:nvSpPr>
          <p:spPr>
            <a:xfrm>
              <a:off x="816480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82" name="Freihandform: Form 38"/>
            <p:cNvSpPr/>
            <p:nvPr/>
          </p:nvSpPr>
          <p:spPr>
            <a:xfrm>
              <a:off x="821340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83" name="Grafik 9"/>
            <p:cNvGrpSpPr/>
            <p:nvPr/>
          </p:nvGrpSpPr>
          <p:grpSpPr>
            <a:xfrm>
              <a:off x="7741440" y="834120"/>
              <a:ext cx="1048320" cy="179280"/>
              <a:chOff x="7741440" y="834120"/>
              <a:chExt cx="1048320" cy="179280"/>
            </a:xfrm>
          </p:grpSpPr>
          <p:sp>
            <p:nvSpPr>
              <p:cNvPr id="584" name="Freihandform: Form 40"/>
              <p:cNvSpPr/>
              <p:nvPr/>
            </p:nvSpPr>
            <p:spPr>
              <a:xfrm>
                <a:off x="823644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5" name="Freihandform: Form 41"/>
              <p:cNvSpPr/>
              <p:nvPr/>
            </p:nvSpPr>
            <p:spPr>
              <a:xfrm>
                <a:off x="8284680" y="834120"/>
                <a:ext cx="34560" cy="41760"/>
              </a:xfrm>
              <a:custGeom>
                <a:avLst/>
                <a:gdLst>
                  <a:gd name="textAreaLeft" fmla="*/ 0 w 34560"/>
                  <a:gd name="textAreaRight" fmla="*/ 36360 w 34560"/>
                  <a:gd name="textAreaTop" fmla="*/ 0 h 41760"/>
                  <a:gd name="textAreaBottom" fmla="*/ 43560 h 4176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6" name="Freihandform: Form 42"/>
              <p:cNvSpPr/>
              <p:nvPr/>
            </p:nvSpPr>
            <p:spPr>
              <a:xfrm>
                <a:off x="7741440" y="914040"/>
                <a:ext cx="882720" cy="61560"/>
              </a:xfrm>
              <a:custGeom>
                <a:avLst/>
                <a:gdLst>
                  <a:gd name="textAreaLeft" fmla="*/ 0 w 882720"/>
                  <a:gd name="textAreaRight" fmla="*/ 884520 w 882720"/>
                  <a:gd name="textAreaTop" fmla="*/ 0 h 61560"/>
                  <a:gd name="textAreaBottom" fmla="*/ 63360 h 6156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7" name="Freihandform: Form 43"/>
              <p:cNvSpPr/>
              <p:nvPr/>
            </p:nvSpPr>
            <p:spPr>
              <a:xfrm>
                <a:off x="8677440" y="915480"/>
                <a:ext cx="112320" cy="97920"/>
              </a:xfrm>
              <a:custGeom>
                <a:avLst/>
                <a:gdLst>
                  <a:gd name="textAreaLeft" fmla="*/ 0 w 112320"/>
                  <a:gd name="textAreaRight" fmla="*/ 114120 w 112320"/>
                  <a:gd name="textAreaTop" fmla="*/ 0 h 97920"/>
                  <a:gd name="textAreaBottom" fmla="*/ 99720 h 9792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588" name="Freihandform: Form 44"/>
          <p:cNvSpPr/>
          <p:nvPr/>
        </p:nvSpPr>
        <p:spPr>
          <a:xfrm>
            <a:off x="-5040" y="407880"/>
            <a:ext cx="335520" cy="293040"/>
          </a:xfrm>
          <a:custGeom>
            <a:avLst/>
            <a:gdLst>
              <a:gd name="textAreaLeft" fmla="*/ 0 w 335520"/>
              <a:gd name="textAreaRight" fmla="*/ 337320 w 335520"/>
              <a:gd name="textAreaTop" fmla="*/ 0 h 293040"/>
              <a:gd name="textAreaBottom" fmla="*/ 294840 h 29304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89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880" cy="4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590" name="PlaceHolder 2"/>
          <p:cNvSpPr>
            <a:spLocks noGrp="1"/>
          </p:cNvSpPr>
          <p:nvPr>
            <p:ph type="ftr" idx="19"/>
          </p:nvPr>
        </p:nvSpPr>
        <p:spPr>
          <a:xfrm>
            <a:off x="628560" y="4975560"/>
            <a:ext cx="712800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1" name="PlaceHolder 3"/>
          <p:cNvSpPr>
            <a:spLocks noGrp="1"/>
          </p:cNvSpPr>
          <p:nvPr>
            <p:ph type="sldNum" idx="20"/>
          </p:nvPr>
        </p:nvSpPr>
        <p:spPr>
          <a:xfrm>
            <a:off x="35640" y="4975560"/>
            <a:ext cx="33552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F19D0151-D448-4D43-9647-F8C2B78557C1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2" name="PlaceHolder 4"/>
          <p:cNvSpPr>
            <a:spLocks noGrp="1"/>
          </p:cNvSpPr>
          <p:nvPr>
            <p:ph type="body" hasCustomPrompt="1"/>
          </p:nvPr>
        </p:nvSpPr>
        <p:spPr>
          <a:xfrm>
            <a:off x="0" y="1422360"/>
            <a:ext cx="4542840" cy="349056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593" name="PlaceHolder 5"/>
          <p:cNvSpPr>
            <a:spLocks noGrp="1"/>
          </p:cNvSpPr>
          <p:nvPr>
            <p:ph type="body" hasCustomPrompt="1"/>
          </p:nvPr>
        </p:nvSpPr>
        <p:spPr>
          <a:xfrm>
            <a:off x="4599360" y="1422360"/>
            <a:ext cx="4542840" cy="349056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594" name="PlaceHolder 6"/>
          <p:cNvSpPr>
            <a:spLocks noGrp="1"/>
          </p:cNvSpPr>
          <p:nvPr>
            <p:ph type="body"/>
          </p:nvPr>
        </p:nvSpPr>
        <p:spPr>
          <a:xfrm>
            <a:off x="521640" y="1088280"/>
            <a:ext cx="8099280" cy="32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 + drei Bil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5" name="Gruppieren 6"/>
          <p:cNvGrpSpPr/>
          <p:nvPr/>
        </p:nvGrpSpPr>
        <p:grpSpPr>
          <a:xfrm>
            <a:off x="-5040" y="4950720"/>
            <a:ext cx="9147240" cy="196200"/>
            <a:chOff x="-5040" y="4950720"/>
            <a:chExt cx="9147240" cy="196200"/>
          </a:xfrm>
        </p:grpSpPr>
        <p:sp>
          <p:nvSpPr>
            <p:cNvPr id="596" name="bk object 18"/>
            <p:cNvSpPr/>
            <p:nvPr/>
          </p:nvSpPr>
          <p:spPr>
            <a:xfrm>
              <a:off x="-5040" y="4950720"/>
              <a:ext cx="483120" cy="196200"/>
            </a:xfrm>
            <a:custGeom>
              <a:avLst/>
              <a:gdLst>
                <a:gd name="textAreaLeft" fmla="*/ 0 w 483120"/>
                <a:gd name="textAreaRight" fmla="*/ 484920 w 48312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97" name="bk object 18"/>
            <p:cNvSpPr/>
            <p:nvPr/>
          </p:nvSpPr>
          <p:spPr>
            <a:xfrm>
              <a:off x="522360" y="4950720"/>
              <a:ext cx="8619840" cy="196200"/>
            </a:xfrm>
            <a:custGeom>
              <a:avLst/>
              <a:gdLst>
                <a:gd name="textAreaLeft" fmla="*/ 0 w 8619840"/>
                <a:gd name="textAreaRight" fmla="*/ 8621640 w 861984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98" name="Holder 3"/>
            <p:cNvSpPr/>
            <p:nvPr/>
          </p:nvSpPr>
          <p:spPr>
            <a:xfrm>
              <a:off x="8194680" y="4966200"/>
              <a:ext cx="447840" cy="165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599" name="Gerader Verbinder 11"/>
          <p:cNvCxnSpPr/>
          <p:nvPr/>
        </p:nvCxnSpPr>
        <p:spPr>
          <a:xfrm>
            <a:off x="521280" y="974520"/>
            <a:ext cx="6833880" cy="180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600" name="Grafik 9"/>
          <p:cNvGrpSpPr/>
          <p:nvPr/>
        </p:nvGrpSpPr>
        <p:grpSpPr>
          <a:xfrm>
            <a:off x="7741440" y="394200"/>
            <a:ext cx="1048320" cy="619200"/>
            <a:chOff x="7741440" y="394200"/>
            <a:chExt cx="1048320" cy="619200"/>
          </a:xfrm>
        </p:grpSpPr>
        <p:grpSp>
          <p:nvGrpSpPr>
            <p:cNvPr id="601" name="Grafik 9"/>
            <p:cNvGrpSpPr/>
            <p:nvPr/>
          </p:nvGrpSpPr>
          <p:grpSpPr>
            <a:xfrm>
              <a:off x="7741440" y="394200"/>
              <a:ext cx="883080" cy="430560"/>
              <a:chOff x="7741440" y="394200"/>
              <a:chExt cx="883080" cy="430560"/>
            </a:xfrm>
          </p:grpSpPr>
          <p:sp>
            <p:nvSpPr>
              <p:cNvPr id="602" name="Freihandform: Form 20"/>
              <p:cNvSpPr/>
              <p:nvPr/>
            </p:nvSpPr>
            <p:spPr>
              <a:xfrm>
                <a:off x="8358120" y="480600"/>
                <a:ext cx="266400" cy="26676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266760"/>
                  <a:gd name="textAreaBottom" fmla="*/ 268560 h 26676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3" name="Freihandform: Form 21"/>
              <p:cNvSpPr/>
              <p:nvPr/>
            </p:nvSpPr>
            <p:spPr>
              <a:xfrm>
                <a:off x="774144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4" name="Freihandform: Form 22"/>
              <p:cNvSpPr/>
              <p:nvPr/>
            </p:nvSpPr>
            <p:spPr>
              <a:xfrm>
                <a:off x="805068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5" name="Freihandform: Form 23"/>
              <p:cNvSpPr/>
              <p:nvPr/>
            </p:nvSpPr>
            <p:spPr>
              <a:xfrm>
                <a:off x="784800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6" name="Freihandform: Form 24"/>
              <p:cNvSpPr/>
              <p:nvPr/>
            </p:nvSpPr>
            <p:spPr>
              <a:xfrm>
                <a:off x="795816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7" name="Freihandform: Form 25"/>
              <p:cNvSpPr/>
              <p:nvPr/>
            </p:nvSpPr>
            <p:spPr>
              <a:xfrm>
                <a:off x="821232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08" name="Freihandform: Form 26"/>
            <p:cNvSpPr/>
            <p:nvPr/>
          </p:nvSpPr>
          <p:spPr>
            <a:xfrm>
              <a:off x="774144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09" name="Freihandform: Form 27"/>
            <p:cNvSpPr/>
            <p:nvPr/>
          </p:nvSpPr>
          <p:spPr>
            <a:xfrm>
              <a:off x="779976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10" name="Freihandform: Form 28"/>
            <p:cNvSpPr/>
            <p:nvPr/>
          </p:nvSpPr>
          <p:spPr>
            <a:xfrm>
              <a:off x="784908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11" name="Grafik 9"/>
            <p:cNvGrpSpPr/>
            <p:nvPr/>
          </p:nvGrpSpPr>
          <p:grpSpPr>
            <a:xfrm>
              <a:off x="7872120" y="834120"/>
              <a:ext cx="73440" cy="39960"/>
              <a:chOff x="7872120" y="834120"/>
              <a:chExt cx="73440" cy="39960"/>
            </a:xfrm>
          </p:grpSpPr>
          <p:sp>
            <p:nvSpPr>
              <p:cNvPr id="612" name="Freihandform: Form 30"/>
              <p:cNvSpPr/>
              <p:nvPr/>
            </p:nvSpPr>
            <p:spPr>
              <a:xfrm>
                <a:off x="787212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13" name="Freihandform: Form 31"/>
              <p:cNvSpPr/>
              <p:nvPr/>
            </p:nvSpPr>
            <p:spPr>
              <a:xfrm>
                <a:off x="7922160" y="834120"/>
                <a:ext cx="23400" cy="39960"/>
              </a:xfrm>
              <a:custGeom>
                <a:avLst/>
                <a:gdLst>
                  <a:gd name="textAreaLeft" fmla="*/ 0 w 23400"/>
                  <a:gd name="textAreaRight" fmla="*/ 25200 w 23400"/>
                  <a:gd name="textAreaTop" fmla="*/ 0 h 39960"/>
                  <a:gd name="textAreaBottom" fmla="*/ 41760 h 3996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14" name="Freihandform: Form 32"/>
            <p:cNvSpPr/>
            <p:nvPr/>
          </p:nvSpPr>
          <p:spPr>
            <a:xfrm>
              <a:off x="795924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15" name="Grafik 9"/>
            <p:cNvGrpSpPr/>
            <p:nvPr/>
          </p:nvGrpSpPr>
          <p:grpSpPr>
            <a:xfrm>
              <a:off x="7979760" y="812160"/>
              <a:ext cx="77400" cy="63720"/>
              <a:chOff x="7979760" y="812160"/>
              <a:chExt cx="77400" cy="63720"/>
            </a:xfrm>
          </p:grpSpPr>
          <p:sp>
            <p:nvSpPr>
              <p:cNvPr id="616" name="Freihandform: Form 34"/>
              <p:cNvSpPr/>
              <p:nvPr/>
            </p:nvSpPr>
            <p:spPr>
              <a:xfrm>
                <a:off x="7979760" y="834120"/>
                <a:ext cx="32760" cy="417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41760"/>
                  <a:gd name="textAreaBottom" fmla="*/ 43560 h 4176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17" name="Freihandform: Form 35"/>
              <p:cNvSpPr/>
              <p:nvPr/>
            </p:nvSpPr>
            <p:spPr>
              <a:xfrm>
                <a:off x="8024400" y="812160"/>
                <a:ext cx="32760" cy="615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61560"/>
                  <a:gd name="textAreaBottom" fmla="*/ 63360 h 6156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18" name="Freihandform: Form 36"/>
            <p:cNvSpPr/>
            <p:nvPr/>
          </p:nvSpPr>
          <p:spPr>
            <a:xfrm>
              <a:off x="810648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19" name="Freihandform: Form 37"/>
            <p:cNvSpPr/>
            <p:nvPr/>
          </p:nvSpPr>
          <p:spPr>
            <a:xfrm>
              <a:off x="816480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20" name="Freihandform: Form 38"/>
            <p:cNvSpPr/>
            <p:nvPr/>
          </p:nvSpPr>
          <p:spPr>
            <a:xfrm>
              <a:off x="821340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21" name="Grafik 9"/>
            <p:cNvGrpSpPr/>
            <p:nvPr/>
          </p:nvGrpSpPr>
          <p:grpSpPr>
            <a:xfrm>
              <a:off x="7741440" y="834120"/>
              <a:ext cx="1048320" cy="179280"/>
              <a:chOff x="7741440" y="834120"/>
              <a:chExt cx="1048320" cy="179280"/>
            </a:xfrm>
          </p:grpSpPr>
          <p:sp>
            <p:nvSpPr>
              <p:cNvPr id="622" name="Freihandform: Form 40"/>
              <p:cNvSpPr/>
              <p:nvPr/>
            </p:nvSpPr>
            <p:spPr>
              <a:xfrm>
                <a:off x="823644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3" name="Freihandform: Form 41"/>
              <p:cNvSpPr/>
              <p:nvPr/>
            </p:nvSpPr>
            <p:spPr>
              <a:xfrm>
                <a:off x="8284680" y="834120"/>
                <a:ext cx="34560" cy="41760"/>
              </a:xfrm>
              <a:custGeom>
                <a:avLst/>
                <a:gdLst>
                  <a:gd name="textAreaLeft" fmla="*/ 0 w 34560"/>
                  <a:gd name="textAreaRight" fmla="*/ 36360 w 34560"/>
                  <a:gd name="textAreaTop" fmla="*/ 0 h 41760"/>
                  <a:gd name="textAreaBottom" fmla="*/ 43560 h 4176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4" name="Freihandform: Form 42"/>
              <p:cNvSpPr/>
              <p:nvPr/>
            </p:nvSpPr>
            <p:spPr>
              <a:xfrm>
                <a:off x="7741440" y="914040"/>
                <a:ext cx="882720" cy="61560"/>
              </a:xfrm>
              <a:custGeom>
                <a:avLst/>
                <a:gdLst>
                  <a:gd name="textAreaLeft" fmla="*/ 0 w 882720"/>
                  <a:gd name="textAreaRight" fmla="*/ 884520 w 882720"/>
                  <a:gd name="textAreaTop" fmla="*/ 0 h 61560"/>
                  <a:gd name="textAreaBottom" fmla="*/ 63360 h 6156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5" name="Freihandform: Form 43"/>
              <p:cNvSpPr/>
              <p:nvPr/>
            </p:nvSpPr>
            <p:spPr>
              <a:xfrm>
                <a:off x="8677440" y="915480"/>
                <a:ext cx="112320" cy="97920"/>
              </a:xfrm>
              <a:custGeom>
                <a:avLst/>
                <a:gdLst>
                  <a:gd name="textAreaLeft" fmla="*/ 0 w 112320"/>
                  <a:gd name="textAreaRight" fmla="*/ 114120 w 112320"/>
                  <a:gd name="textAreaTop" fmla="*/ 0 h 97920"/>
                  <a:gd name="textAreaBottom" fmla="*/ 99720 h 9792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626" name="Freihandform: Form 44"/>
          <p:cNvSpPr/>
          <p:nvPr/>
        </p:nvSpPr>
        <p:spPr>
          <a:xfrm>
            <a:off x="-5040" y="407880"/>
            <a:ext cx="335520" cy="293040"/>
          </a:xfrm>
          <a:custGeom>
            <a:avLst/>
            <a:gdLst>
              <a:gd name="textAreaLeft" fmla="*/ 0 w 335520"/>
              <a:gd name="textAreaRight" fmla="*/ 337320 w 335520"/>
              <a:gd name="textAreaTop" fmla="*/ 0 h 293040"/>
              <a:gd name="textAreaBottom" fmla="*/ 294840 h 29304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27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880" cy="4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628" name="PlaceHolder 2"/>
          <p:cNvSpPr>
            <a:spLocks noGrp="1"/>
          </p:cNvSpPr>
          <p:nvPr>
            <p:ph type="ftr" idx="21"/>
          </p:nvPr>
        </p:nvSpPr>
        <p:spPr>
          <a:xfrm>
            <a:off x="628560" y="4975560"/>
            <a:ext cx="712800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9" name="PlaceHolder 3"/>
          <p:cNvSpPr>
            <a:spLocks noGrp="1"/>
          </p:cNvSpPr>
          <p:nvPr>
            <p:ph type="sldNum" idx="22"/>
          </p:nvPr>
        </p:nvSpPr>
        <p:spPr>
          <a:xfrm>
            <a:off x="35640" y="4975560"/>
            <a:ext cx="33552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575FD55B-CD68-4273-8034-08C11E55244F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0" name="PlaceHolder 4"/>
          <p:cNvSpPr>
            <a:spLocks noGrp="1"/>
          </p:cNvSpPr>
          <p:nvPr>
            <p:ph type="body" hasCustomPrompt="1"/>
          </p:nvPr>
        </p:nvSpPr>
        <p:spPr>
          <a:xfrm>
            <a:off x="0" y="1422360"/>
            <a:ext cx="2977200" cy="349056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631" name="PlaceHolder 5"/>
          <p:cNvSpPr>
            <a:spLocks noGrp="1"/>
          </p:cNvSpPr>
          <p:nvPr>
            <p:ph type="body" hasCustomPrompt="1"/>
          </p:nvPr>
        </p:nvSpPr>
        <p:spPr>
          <a:xfrm>
            <a:off x="3032640" y="1422360"/>
            <a:ext cx="3077280" cy="349056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632" name="PlaceHolder 6"/>
          <p:cNvSpPr>
            <a:spLocks noGrp="1"/>
          </p:cNvSpPr>
          <p:nvPr>
            <p:ph type="body" hasCustomPrompt="1"/>
          </p:nvPr>
        </p:nvSpPr>
        <p:spPr>
          <a:xfrm>
            <a:off x="6165000" y="1422360"/>
            <a:ext cx="2977200" cy="349056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633" name="PlaceHolder 7"/>
          <p:cNvSpPr>
            <a:spLocks noGrp="1"/>
          </p:cNvSpPr>
          <p:nvPr>
            <p:ph type="body"/>
          </p:nvPr>
        </p:nvSpPr>
        <p:spPr>
          <a:xfrm>
            <a:off x="521640" y="1088280"/>
            <a:ext cx="8099280" cy="32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Überschrift + Bild groß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4" name="Gruppieren 6"/>
          <p:cNvGrpSpPr/>
          <p:nvPr/>
        </p:nvGrpSpPr>
        <p:grpSpPr>
          <a:xfrm>
            <a:off x="-5040" y="4950720"/>
            <a:ext cx="9147240" cy="196200"/>
            <a:chOff x="-5040" y="4950720"/>
            <a:chExt cx="9147240" cy="196200"/>
          </a:xfrm>
        </p:grpSpPr>
        <p:sp>
          <p:nvSpPr>
            <p:cNvPr id="635" name="bk object 18"/>
            <p:cNvSpPr/>
            <p:nvPr/>
          </p:nvSpPr>
          <p:spPr>
            <a:xfrm>
              <a:off x="-5040" y="4950720"/>
              <a:ext cx="483120" cy="196200"/>
            </a:xfrm>
            <a:custGeom>
              <a:avLst/>
              <a:gdLst>
                <a:gd name="textAreaLeft" fmla="*/ 0 w 483120"/>
                <a:gd name="textAreaRight" fmla="*/ 484920 w 48312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36" name="bk object 18"/>
            <p:cNvSpPr/>
            <p:nvPr/>
          </p:nvSpPr>
          <p:spPr>
            <a:xfrm>
              <a:off x="522360" y="4950720"/>
              <a:ext cx="8619840" cy="196200"/>
            </a:xfrm>
            <a:custGeom>
              <a:avLst/>
              <a:gdLst>
                <a:gd name="textAreaLeft" fmla="*/ 0 w 8619840"/>
                <a:gd name="textAreaRight" fmla="*/ 8621640 w 861984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37" name="Holder 3"/>
            <p:cNvSpPr/>
            <p:nvPr/>
          </p:nvSpPr>
          <p:spPr>
            <a:xfrm>
              <a:off x="8194680" y="4966200"/>
              <a:ext cx="447840" cy="165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638" name="Gerader Verbinder 11"/>
          <p:cNvCxnSpPr/>
          <p:nvPr/>
        </p:nvCxnSpPr>
        <p:spPr>
          <a:xfrm>
            <a:off x="521280" y="974520"/>
            <a:ext cx="6833880" cy="180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639" name="Grafik 9"/>
          <p:cNvGrpSpPr/>
          <p:nvPr/>
        </p:nvGrpSpPr>
        <p:grpSpPr>
          <a:xfrm>
            <a:off x="7741440" y="394200"/>
            <a:ext cx="1048320" cy="619200"/>
            <a:chOff x="7741440" y="394200"/>
            <a:chExt cx="1048320" cy="619200"/>
          </a:xfrm>
        </p:grpSpPr>
        <p:grpSp>
          <p:nvGrpSpPr>
            <p:cNvPr id="640" name="Grafik 9"/>
            <p:cNvGrpSpPr/>
            <p:nvPr/>
          </p:nvGrpSpPr>
          <p:grpSpPr>
            <a:xfrm>
              <a:off x="7741440" y="394200"/>
              <a:ext cx="883080" cy="430560"/>
              <a:chOff x="7741440" y="394200"/>
              <a:chExt cx="883080" cy="430560"/>
            </a:xfrm>
          </p:grpSpPr>
          <p:sp>
            <p:nvSpPr>
              <p:cNvPr id="641" name="Freihandform: Form 20"/>
              <p:cNvSpPr/>
              <p:nvPr/>
            </p:nvSpPr>
            <p:spPr>
              <a:xfrm>
                <a:off x="8358120" y="480600"/>
                <a:ext cx="266400" cy="26676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266760"/>
                  <a:gd name="textAreaBottom" fmla="*/ 268560 h 26676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2" name="Freihandform: Form 21"/>
              <p:cNvSpPr/>
              <p:nvPr/>
            </p:nvSpPr>
            <p:spPr>
              <a:xfrm>
                <a:off x="774144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3" name="Freihandform: Form 22"/>
              <p:cNvSpPr/>
              <p:nvPr/>
            </p:nvSpPr>
            <p:spPr>
              <a:xfrm>
                <a:off x="805068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4" name="Freihandform: Form 23"/>
              <p:cNvSpPr/>
              <p:nvPr/>
            </p:nvSpPr>
            <p:spPr>
              <a:xfrm>
                <a:off x="784800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5" name="Freihandform: Form 24"/>
              <p:cNvSpPr/>
              <p:nvPr/>
            </p:nvSpPr>
            <p:spPr>
              <a:xfrm>
                <a:off x="795816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6" name="Freihandform: Form 25"/>
              <p:cNvSpPr/>
              <p:nvPr/>
            </p:nvSpPr>
            <p:spPr>
              <a:xfrm>
                <a:off x="821232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47" name="Freihandform: Form 26"/>
            <p:cNvSpPr/>
            <p:nvPr/>
          </p:nvSpPr>
          <p:spPr>
            <a:xfrm>
              <a:off x="774144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48" name="Freihandform: Form 27"/>
            <p:cNvSpPr/>
            <p:nvPr/>
          </p:nvSpPr>
          <p:spPr>
            <a:xfrm>
              <a:off x="779976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49" name="Freihandform: Form 28"/>
            <p:cNvSpPr/>
            <p:nvPr/>
          </p:nvSpPr>
          <p:spPr>
            <a:xfrm>
              <a:off x="784908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50" name="Grafik 9"/>
            <p:cNvGrpSpPr/>
            <p:nvPr/>
          </p:nvGrpSpPr>
          <p:grpSpPr>
            <a:xfrm>
              <a:off x="7872120" y="834120"/>
              <a:ext cx="73440" cy="39960"/>
              <a:chOff x="7872120" y="834120"/>
              <a:chExt cx="73440" cy="39960"/>
            </a:xfrm>
          </p:grpSpPr>
          <p:sp>
            <p:nvSpPr>
              <p:cNvPr id="651" name="Freihandform: Form 30"/>
              <p:cNvSpPr/>
              <p:nvPr/>
            </p:nvSpPr>
            <p:spPr>
              <a:xfrm>
                <a:off x="787212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2" name="Freihandform: Form 31"/>
              <p:cNvSpPr/>
              <p:nvPr/>
            </p:nvSpPr>
            <p:spPr>
              <a:xfrm>
                <a:off x="7922160" y="834120"/>
                <a:ext cx="23400" cy="39960"/>
              </a:xfrm>
              <a:custGeom>
                <a:avLst/>
                <a:gdLst>
                  <a:gd name="textAreaLeft" fmla="*/ 0 w 23400"/>
                  <a:gd name="textAreaRight" fmla="*/ 25200 w 23400"/>
                  <a:gd name="textAreaTop" fmla="*/ 0 h 39960"/>
                  <a:gd name="textAreaBottom" fmla="*/ 41760 h 3996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53" name="Freihandform: Form 32"/>
            <p:cNvSpPr/>
            <p:nvPr/>
          </p:nvSpPr>
          <p:spPr>
            <a:xfrm>
              <a:off x="795924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54" name="Grafik 9"/>
            <p:cNvGrpSpPr/>
            <p:nvPr/>
          </p:nvGrpSpPr>
          <p:grpSpPr>
            <a:xfrm>
              <a:off x="7979760" y="812160"/>
              <a:ext cx="77400" cy="63720"/>
              <a:chOff x="7979760" y="812160"/>
              <a:chExt cx="77400" cy="63720"/>
            </a:xfrm>
          </p:grpSpPr>
          <p:sp>
            <p:nvSpPr>
              <p:cNvPr id="655" name="Freihandform: Form 34"/>
              <p:cNvSpPr/>
              <p:nvPr/>
            </p:nvSpPr>
            <p:spPr>
              <a:xfrm>
                <a:off x="7979760" y="834120"/>
                <a:ext cx="32760" cy="417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41760"/>
                  <a:gd name="textAreaBottom" fmla="*/ 43560 h 4176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6" name="Freihandform: Form 35"/>
              <p:cNvSpPr/>
              <p:nvPr/>
            </p:nvSpPr>
            <p:spPr>
              <a:xfrm>
                <a:off x="8024400" y="812160"/>
                <a:ext cx="32760" cy="615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61560"/>
                  <a:gd name="textAreaBottom" fmla="*/ 63360 h 6156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57" name="Freihandform: Form 36"/>
            <p:cNvSpPr/>
            <p:nvPr/>
          </p:nvSpPr>
          <p:spPr>
            <a:xfrm>
              <a:off x="810648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58" name="Freihandform: Form 37"/>
            <p:cNvSpPr/>
            <p:nvPr/>
          </p:nvSpPr>
          <p:spPr>
            <a:xfrm>
              <a:off x="816480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59" name="Freihandform: Form 38"/>
            <p:cNvSpPr/>
            <p:nvPr/>
          </p:nvSpPr>
          <p:spPr>
            <a:xfrm>
              <a:off x="821340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60" name="Grafik 9"/>
            <p:cNvGrpSpPr/>
            <p:nvPr/>
          </p:nvGrpSpPr>
          <p:grpSpPr>
            <a:xfrm>
              <a:off x="7741440" y="834120"/>
              <a:ext cx="1048320" cy="179280"/>
              <a:chOff x="7741440" y="834120"/>
              <a:chExt cx="1048320" cy="179280"/>
            </a:xfrm>
          </p:grpSpPr>
          <p:sp>
            <p:nvSpPr>
              <p:cNvPr id="661" name="Freihandform: Form 40"/>
              <p:cNvSpPr/>
              <p:nvPr/>
            </p:nvSpPr>
            <p:spPr>
              <a:xfrm>
                <a:off x="823644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62" name="Freihandform: Form 41"/>
              <p:cNvSpPr/>
              <p:nvPr/>
            </p:nvSpPr>
            <p:spPr>
              <a:xfrm>
                <a:off x="8284680" y="834120"/>
                <a:ext cx="34560" cy="41760"/>
              </a:xfrm>
              <a:custGeom>
                <a:avLst/>
                <a:gdLst>
                  <a:gd name="textAreaLeft" fmla="*/ 0 w 34560"/>
                  <a:gd name="textAreaRight" fmla="*/ 36360 w 34560"/>
                  <a:gd name="textAreaTop" fmla="*/ 0 h 41760"/>
                  <a:gd name="textAreaBottom" fmla="*/ 43560 h 4176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63" name="Freihandform: Form 42"/>
              <p:cNvSpPr/>
              <p:nvPr/>
            </p:nvSpPr>
            <p:spPr>
              <a:xfrm>
                <a:off x="7741440" y="914040"/>
                <a:ext cx="882720" cy="61560"/>
              </a:xfrm>
              <a:custGeom>
                <a:avLst/>
                <a:gdLst>
                  <a:gd name="textAreaLeft" fmla="*/ 0 w 882720"/>
                  <a:gd name="textAreaRight" fmla="*/ 884520 w 882720"/>
                  <a:gd name="textAreaTop" fmla="*/ 0 h 61560"/>
                  <a:gd name="textAreaBottom" fmla="*/ 63360 h 6156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64" name="Freihandform: Form 43"/>
              <p:cNvSpPr/>
              <p:nvPr/>
            </p:nvSpPr>
            <p:spPr>
              <a:xfrm>
                <a:off x="8677440" y="915480"/>
                <a:ext cx="112320" cy="97920"/>
              </a:xfrm>
              <a:custGeom>
                <a:avLst/>
                <a:gdLst>
                  <a:gd name="textAreaLeft" fmla="*/ 0 w 112320"/>
                  <a:gd name="textAreaRight" fmla="*/ 114120 w 112320"/>
                  <a:gd name="textAreaTop" fmla="*/ 0 h 97920"/>
                  <a:gd name="textAreaBottom" fmla="*/ 99720 h 9792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665" name="Freihandform: Form 44"/>
          <p:cNvSpPr/>
          <p:nvPr/>
        </p:nvSpPr>
        <p:spPr>
          <a:xfrm>
            <a:off x="-5040" y="407880"/>
            <a:ext cx="335520" cy="293040"/>
          </a:xfrm>
          <a:custGeom>
            <a:avLst/>
            <a:gdLst>
              <a:gd name="textAreaLeft" fmla="*/ 0 w 335520"/>
              <a:gd name="textAreaRight" fmla="*/ 337320 w 335520"/>
              <a:gd name="textAreaTop" fmla="*/ 0 h 293040"/>
              <a:gd name="textAreaBottom" fmla="*/ 294840 h 29304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66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880" cy="4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667" name="PlaceHolder 2"/>
          <p:cNvSpPr>
            <a:spLocks noGrp="1"/>
          </p:cNvSpPr>
          <p:nvPr>
            <p:ph type="ftr" idx="23"/>
          </p:nvPr>
        </p:nvSpPr>
        <p:spPr>
          <a:xfrm>
            <a:off x="628560" y="4975560"/>
            <a:ext cx="712800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8" name="PlaceHolder 3"/>
          <p:cNvSpPr>
            <a:spLocks noGrp="1"/>
          </p:cNvSpPr>
          <p:nvPr>
            <p:ph type="sldNum" idx="24"/>
          </p:nvPr>
        </p:nvSpPr>
        <p:spPr>
          <a:xfrm>
            <a:off x="35640" y="4975560"/>
            <a:ext cx="33552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8FF392E9-1B8F-42DF-82A8-42F1A8141BFB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9" name="PlaceHolder 4"/>
          <p:cNvSpPr>
            <a:spLocks noGrp="1"/>
          </p:cNvSpPr>
          <p:nvPr>
            <p:ph type="body" hasCustomPrompt="1"/>
          </p:nvPr>
        </p:nvSpPr>
        <p:spPr>
          <a:xfrm>
            <a:off x="0" y="1422360"/>
            <a:ext cx="9142200" cy="349056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670" name="PlaceHolder 5"/>
          <p:cNvSpPr>
            <a:spLocks noGrp="1"/>
          </p:cNvSpPr>
          <p:nvPr>
            <p:ph type="body"/>
          </p:nvPr>
        </p:nvSpPr>
        <p:spPr>
          <a:xfrm>
            <a:off x="521640" y="1088280"/>
            <a:ext cx="8099280" cy="32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Nur 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1" name="Gruppieren 6"/>
          <p:cNvGrpSpPr/>
          <p:nvPr/>
        </p:nvGrpSpPr>
        <p:grpSpPr>
          <a:xfrm>
            <a:off x="-5040" y="4950720"/>
            <a:ext cx="9147240" cy="196200"/>
            <a:chOff x="-5040" y="4950720"/>
            <a:chExt cx="9147240" cy="196200"/>
          </a:xfrm>
        </p:grpSpPr>
        <p:sp>
          <p:nvSpPr>
            <p:cNvPr id="672" name="bk object 18"/>
            <p:cNvSpPr/>
            <p:nvPr/>
          </p:nvSpPr>
          <p:spPr>
            <a:xfrm>
              <a:off x="-5040" y="4950720"/>
              <a:ext cx="483120" cy="196200"/>
            </a:xfrm>
            <a:custGeom>
              <a:avLst/>
              <a:gdLst>
                <a:gd name="textAreaLeft" fmla="*/ 0 w 483120"/>
                <a:gd name="textAreaRight" fmla="*/ 484920 w 48312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73" name="bk object 18"/>
            <p:cNvSpPr/>
            <p:nvPr/>
          </p:nvSpPr>
          <p:spPr>
            <a:xfrm>
              <a:off x="522360" y="4950720"/>
              <a:ext cx="8619840" cy="196200"/>
            </a:xfrm>
            <a:custGeom>
              <a:avLst/>
              <a:gdLst>
                <a:gd name="textAreaLeft" fmla="*/ 0 w 8619840"/>
                <a:gd name="textAreaRight" fmla="*/ 8621640 w 861984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74" name="Holder 3"/>
            <p:cNvSpPr/>
            <p:nvPr/>
          </p:nvSpPr>
          <p:spPr>
            <a:xfrm>
              <a:off x="8194680" y="4966200"/>
              <a:ext cx="447840" cy="165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675" name="Gerader Verbinder 11"/>
          <p:cNvCxnSpPr/>
          <p:nvPr/>
        </p:nvCxnSpPr>
        <p:spPr>
          <a:xfrm>
            <a:off x="521280" y="974520"/>
            <a:ext cx="6833880" cy="180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676" name="Grafik 9"/>
          <p:cNvGrpSpPr/>
          <p:nvPr/>
        </p:nvGrpSpPr>
        <p:grpSpPr>
          <a:xfrm>
            <a:off x="7741440" y="394200"/>
            <a:ext cx="1048320" cy="619200"/>
            <a:chOff x="7741440" y="394200"/>
            <a:chExt cx="1048320" cy="619200"/>
          </a:xfrm>
        </p:grpSpPr>
        <p:grpSp>
          <p:nvGrpSpPr>
            <p:cNvPr id="677" name="Grafik 9"/>
            <p:cNvGrpSpPr/>
            <p:nvPr/>
          </p:nvGrpSpPr>
          <p:grpSpPr>
            <a:xfrm>
              <a:off x="7741440" y="394200"/>
              <a:ext cx="883080" cy="430560"/>
              <a:chOff x="7741440" y="394200"/>
              <a:chExt cx="883080" cy="430560"/>
            </a:xfrm>
          </p:grpSpPr>
          <p:sp>
            <p:nvSpPr>
              <p:cNvPr id="678" name="Freihandform: Form 20"/>
              <p:cNvSpPr/>
              <p:nvPr/>
            </p:nvSpPr>
            <p:spPr>
              <a:xfrm>
                <a:off x="8358120" y="480600"/>
                <a:ext cx="266400" cy="26676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266760"/>
                  <a:gd name="textAreaBottom" fmla="*/ 268560 h 26676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79" name="Freihandform: Form 21"/>
              <p:cNvSpPr/>
              <p:nvPr/>
            </p:nvSpPr>
            <p:spPr>
              <a:xfrm>
                <a:off x="774144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0" name="Freihandform: Form 22"/>
              <p:cNvSpPr/>
              <p:nvPr/>
            </p:nvSpPr>
            <p:spPr>
              <a:xfrm>
                <a:off x="805068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1" name="Freihandform: Form 23"/>
              <p:cNvSpPr/>
              <p:nvPr/>
            </p:nvSpPr>
            <p:spPr>
              <a:xfrm>
                <a:off x="784800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2" name="Freihandform: Form 24"/>
              <p:cNvSpPr/>
              <p:nvPr/>
            </p:nvSpPr>
            <p:spPr>
              <a:xfrm>
                <a:off x="795816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3" name="Freihandform: Form 25"/>
              <p:cNvSpPr/>
              <p:nvPr/>
            </p:nvSpPr>
            <p:spPr>
              <a:xfrm>
                <a:off x="821232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84" name="Freihandform: Form 26"/>
            <p:cNvSpPr/>
            <p:nvPr/>
          </p:nvSpPr>
          <p:spPr>
            <a:xfrm>
              <a:off x="774144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85" name="Freihandform: Form 27"/>
            <p:cNvSpPr/>
            <p:nvPr/>
          </p:nvSpPr>
          <p:spPr>
            <a:xfrm>
              <a:off x="779976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86" name="Freihandform: Form 28"/>
            <p:cNvSpPr/>
            <p:nvPr/>
          </p:nvSpPr>
          <p:spPr>
            <a:xfrm>
              <a:off x="784908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87" name="Grafik 9"/>
            <p:cNvGrpSpPr/>
            <p:nvPr/>
          </p:nvGrpSpPr>
          <p:grpSpPr>
            <a:xfrm>
              <a:off x="7872120" y="834120"/>
              <a:ext cx="73440" cy="39960"/>
              <a:chOff x="7872120" y="834120"/>
              <a:chExt cx="73440" cy="39960"/>
            </a:xfrm>
          </p:grpSpPr>
          <p:sp>
            <p:nvSpPr>
              <p:cNvPr id="688" name="Freihandform: Form 30"/>
              <p:cNvSpPr/>
              <p:nvPr/>
            </p:nvSpPr>
            <p:spPr>
              <a:xfrm>
                <a:off x="787212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9" name="Freihandform: Form 31"/>
              <p:cNvSpPr/>
              <p:nvPr/>
            </p:nvSpPr>
            <p:spPr>
              <a:xfrm>
                <a:off x="7922160" y="834120"/>
                <a:ext cx="23400" cy="39960"/>
              </a:xfrm>
              <a:custGeom>
                <a:avLst/>
                <a:gdLst>
                  <a:gd name="textAreaLeft" fmla="*/ 0 w 23400"/>
                  <a:gd name="textAreaRight" fmla="*/ 25200 w 23400"/>
                  <a:gd name="textAreaTop" fmla="*/ 0 h 39960"/>
                  <a:gd name="textAreaBottom" fmla="*/ 41760 h 3996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90" name="Freihandform: Form 32"/>
            <p:cNvSpPr/>
            <p:nvPr/>
          </p:nvSpPr>
          <p:spPr>
            <a:xfrm>
              <a:off x="795924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91" name="Grafik 9"/>
            <p:cNvGrpSpPr/>
            <p:nvPr/>
          </p:nvGrpSpPr>
          <p:grpSpPr>
            <a:xfrm>
              <a:off x="7979760" y="812160"/>
              <a:ext cx="77400" cy="63720"/>
              <a:chOff x="7979760" y="812160"/>
              <a:chExt cx="77400" cy="63720"/>
            </a:xfrm>
          </p:grpSpPr>
          <p:sp>
            <p:nvSpPr>
              <p:cNvPr id="692" name="Freihandform: Form 34"/>
              <p:cNvSpPr/>
              <p:nvPr/>
            </p:nvSpPr>
            <p:spPr>
              <a:xfrm>
                <a:off x="7979760" y="834120"/>
                <a:ext cx="32760" cy="417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41760"/>
                  <a:gd name="textAreaBottom" fmla="*/ 43560 h 4176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3" name="Freihandform: Form 35"/>
              <p:cNvSpPr/>
              <p:nvPr/>
            </p:nvSpPr>
            <p:spPr>
              <a:xfrm>
                <a:off x="8024400" y="812160"/>
                <a:ext cx="32760" cy="615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61560"/>
                  <a:gd name="textAreaBottom" fmla="*/ 63360 h 6156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94" name="Freihandform: Form 36"/>
            <p:cNvSpPr/>
            <p:nvPr/>
          </p:nvSpPr>
          <p:spPr>
            <a:xfrm>
              <a:off x="810648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95" name="Freihandform: Form 37"/>
            <p:cNvSpPr/>
            <p:nvPr/>
          </p:nvSpPr>
          <p:spPr>
            <a:xfrm>
              <a:off x="816480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96" name="Freihandform: Form 38"/>
            <p:cNvSpPr/>
            <p:nvPr/>
          </p:nvSpPr>
          <p:spPr>
            <a:xfrm>
              <a:off x="821340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97" name="Grafik 9"/>
            <p:cNvGrpSpPr/>
            <p:nvPr/>
          </p:nvGrpSpPr>
          <p:grpSpPr>
            <a:xfrm>
              <a:off x="7741440" y="834120"/>
              <a:ext cx="1048320" cy="179280"/>
              <a:chOff x="7741440" y="834120"/>
              <a:chExt cx="1048320" cy="179280"/>
            </a:xfrm>
          </p:grpSpPr>
          <p:sp>
            <p:nvSpPr>
              <p:cNvPr id="698" name="Freihandform: Form 40"/>
              <p:cNvSpPr/>
              <p:nvPr/>
            </p:nvSpPr>
            <p:spPr>
              <a:xfrm>
                <a:off x="823644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9" name="Freihandform: Form 41"/>
              <p:cNvSpPr/>
              <p:nvPr/>
            </p:nvSpPr>
            <p:spPr>
              <a:xfrm>
                <a:off x="8284680" y="834120"/>
                <a:ext cx="34560" cy="41760"/>
              </a:xfrm>
              <a:custGeom>
                <a:avLst/>
                <a:gdLst>
                  <a:gd name="textAreaLeft" fmla="*/ 0 w 34560"/>
                  <a:gd name="textAreaRight" fmla="*/ 36360 w 34560"/>
                  <a:gd name="textAreaTop" fmla="*/ 0 h 41760"/>
                  <a:gd name="textAreaBottom" fmla="*/ 43560 h 4176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00" name="Freihandform: Form 42"/>
              <p:cNvSpPr/>
              <p:nvPr/>
            </p:nvSpPr>
            <p:spPr>
              <a:xfrm>
                <a:off x="7741440" y="914040"/>
                <a:ext cx="882720" cy="61560"/>
              </a:xfrm>
              <a:custGeom>
                <a:avLst/>
                <a:gdLst>
                  <a:gd name="textAreaLeft" fmla="*/ 0 w 882720"/>
                  <a:gd name="textAreaRight" fmla="*/ 884520 w 882720"/>
                  <a:gd name="textAreaTop" fmla="*/ 0 h 61560"/>
                  <a:gd name="textAreaBottom" fmla="*/ 63360 h 6156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01" name="Freihandform: Form 43"/>
              <p:cNvSpPr/>
              <p:nvPr/>
            </p:nvSpPr>
            <p:spPr>
              <a:xfrm>
                <a:off x="8677440" y="915480"/>
                <a:ext cx="112320" cy="97920"/>
              </a:xfrm>
              <a:custGeom>
                <a:avLst/>
                <a:gdLst>
                  <a:gd name="textAreaLeft" fmla="*/ 0 w 112320"/>
                  <a:gd name="textAreaRight" fmla="*/ 114120 w 112320"/>
                  <a:gd name="textAreaTop" fmla="*/ 0 h 97920"/>
                  <a:gd name="textAreaBottom" fmla="*/ 99720 h 9792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702" name="Freihandform: Form 44"/>
          <p:cNvSpPr/>
          <p:nvPr/>
        </p:nvSpPr>
        <p:spPr>
          <a:xfrm>
            <a:off x="-5040" y="407880"/>
            <a:ext cx="335520" cy="293040"/>
          </a:xfrm>
          <a:custGeom>
            <a:avLst/>
            <a:gdLst>
              <a:gd name="textAreaLeft" fmla="*/ 0 w 335520"/>
              <a:gd name="textAreaRight" fmla="*/ 337320 w 335520"/>
              <a:gd name="textAreaTop" fmla="*/ 0 h 293040"/>
              <a:gd name="textAreaBottom" fmla="*/ 294840 h 29304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03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880" cy="4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704" name="PlaceHolder 2"/>
          <p:cNvSpPr>
            <a:spLocks noGrp="1"/>
          </p:cNvSpPr>
          <p:nvPr>
            <p:ph type="ftr" idx="25"/>
          </p:nvPr>
        </p:nvSpPr>
        <p:spPr>
          <a:xfrm>
            <a:off x="628560" y="4975560"/>
            <a:ext cx="712800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5" name="PlaceHolder 3"/>
          <p:cNvSpPr>
            <a:spLocks noGrp="1"/>
          </p:cNvSpPr>
          <p:nvPr>
            <p:ph type="sldNum" idx="26"/>
          </p:nvPr>
        </p:nvSpPr>
        <p:spPr>
          <a:xfrm>
            <a:off x="35640" y="4975560"/>
            <a:ext cx="33552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751AB10F-74BA-4B0D-A14B-16B71A068309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+ Unter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6" name="Gruppieren 6"/>
          <p:cNvGrpSpPr/>
          <p:nvPr/>
        </p:nvGrpSpPr>
        <p:grpSpPr>
          <a:xfrm>
            <a:off x="-5040" y="4950720"/>
            <a:ext cx="9147240" cy="196200"/>
            <a:chOff x="-5040" y="4950720"/>
            <a:chExt cx="9147240" cy="196200"/>
          </a:xfrm>
        </p:grpSpPr>
        <p:sp>
          <p:nvSpPr>
            <p:cNvPr id="707" name="bk object 18"/>
            <p:cNvSpPr/>
            <p:nvPr/>
          </p:nvSpPr>
          <p:spPr>
            <a:xfrm>
              <a:off x="-5040" y="4950720"/>
              <a:ext cx="483120" cy="196200"/>
            </a:xfrm>
            <a:custGeom>
              <a:avLst/>
              <a:gdLst>
                <a:gd name="textAreaLeft" fmla="*/ 0 w 483120"/>
                <a:gd name="textAreaRight" fmla="*/ 484920 w 48312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08" name="bk object 18"/>
            <p:cNvSpPr/>
            <p:nvPr/>
          </p:nvSpPr>
          <p:spPr>
            <a:xfrm>
              <a:off x="522360" y="4950720"/>
              <a:ext cx="8619840" cy="196200"/>
            </a:xfrm>
            <a:custGeom>
              <a:avLst/>
              <a:gdLst>
                <a:gd name="textAreaLeft" fmla="*/ 0 w 8619840"/>
                <a:gd name="textAreaRight" fmla="*/ 8621640 w 861984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09" name="Holder 3"/>
            <p:cNvSpPr/>
            <p:nvPr/>
          </p:nvSpPr>
          <p:spPr>
            <a:xfrm>
              <a:off x="8194680" y="4966200"/>
              <a:ext cx="447840" cy="165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710" name="Gerader Verbinder 11"/>
          <p:cNvCxnSpPr/>
          <p:nvPr/>
        </p:nvCxnSpPr>
        <p:spPr>
          <a:xfrm>
            <a:off x="521280" y="974520"/>
            <a:ext cx="6833880" cy="180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711" name="Grafik 9"/>
          <p:cNvGrpSpPr/>
          <p:nvPr/>
        </p:nvGrpSpPr>
        <p:grpSpPr>
          <a:xfrm>
            <a:off x="7741440" y="394200"/>
            <a:ext cx="1048320" cy="619200"/>
            <a:chOff x="7741440" y="394200"/>
            <a:chExt cx="1048320" cy="619200"/>
          </a:xfrm>
        </p:grpSpPr>
        <p:grpSp>
          <p:nvGrpSpPr>
            <p:cNvPr id="712" name="Grafik 9"/>
            <p:cNvGrpSpPr/>
            <p:nvPr/>
          </p:nvGrpSpPr>
          <p:grpSpPr>
            <a:xfrm>
              <a:off x="7741440" y="394200"/>
              <a:ext cx="883080" cy="430560"/>
              <a:chOff x="7741440" y="394200"/>
              <a:chExt cx="883080" cy="430560"/>
            </a:xfrm>
          </p:grpSpPr>
          <p:sp>
            <p:nvSpPr>
              <p:cNvPr id="713" name="Freihandform: Form 20"/>
              <p:cNvSpPr/>
              <p:nvPr/>
            </p:nvSpPr>
            <p:spPr>
              <a:xfrm>
                <a:off x="8358120" y="480600"/>
                <a:ext cx="266400" cy="26676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266760"/>
                  <a:gd name="textAreaBottom" fmla="*/ 268560 h 26676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14" name="Freihandform: Form 21"/>
              <p:cNvSpPr/>
              <p:nvPr/>
            </p:nvSpPr>
            <p:spPr>
              <a:xfrm>
                <a:off x="774144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15" name="Freihandform: Form 22"/>
              <p:cNvSpPr/>
              <p:nvPr/>
            </p:nvSpPr>
            <p:spPr>
              <a:xfrm>
                <a:off x="805068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16" name="Freihandform: Form 23"/>
              <p:cNvSpPr/>
              <p:nvPr/>
            </p:nvSpPr>
            <p:spPr>
              <a:xfrm>
                <a:off x="784800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17" name="Freihandform: Form 24"/>
              <p:cNvSpPr/>
              <p:nvPr/>
            </p:nvSpPr>
            <p:spPr>
              <a:xfrm>
                <a:off x="795816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18" name="Freihandform: Form 25"/>
              <p:cNvSpPr/>
              <p:nvPr/>
            </p:nvSpPr>
            <p:spPr>
              <a:xfrm>
                <a:off x="821232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19" name="Freihandform: Form 26"/>
            <p:cNvSpPr/>
            <p:nvPr/>
          </p:nvSpPr>
          <p:spPr>
            <a:xfrm>
              <a:off x="774144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0" name="Freihandform: Form 27"/>
            <p:cNvSpPr/>
            <p:nvPr/>
          </p:nvSpPr>
          <p:spPr>
            <a:xfrm>
              <a:off x="779976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1" name="Freihandform: Form 28"/>
            <p:cNvSpPr/>
            <p:nvPr/>
          </p:nvSpPr>
          <p:spPr>
            <a:xfrm>
              <a:off x="784908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22" name="Grafik 9"/>
            <p:cNvGrpSpPr/>
            <p:nvPr/>
          </p:nvGrpSpPr>
          <p:grpSpPr>
            <a:xfrm>
              <a:off x="7872120" y="834120"/>
              <a:ext cx="73440" cy="39960"/>
              <a:chOff x="7872120" y="834120"/>
              <a:chExt cx="73440" cy="39960"/>
            </a:xfrm>
          </p:grpSpPr>
          <p:sp>
            <p:nvSpPr>
              <p:cNvPr id="723" name="Freihandform: Form 30"/>
              <p:cNvSpPr/>
              <p:nvPr/>
            </p:nvSpPr>
            <p:spPr>
              <a:xfrm>
                <a:off x="787212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24" name="Freihandform: Form 31"/>
              <p:cNvSpPr/>
              <p:nvPr/>
            </p:nvSpPr>
            <p:spPr>
              <a:xfrm>
                <a:off x="7922160" y="834120"/>
                <a:ext cx="23400" cy="39960"/>
              </a:xfrm>
              <a:custGeom>
                <a:avLst/>
                <a:gdLst>
                  <a:gd name="textAreaLeft" fmla="*/ 0 w 23400"/>
                  <a:gd name="textAreaRight" fmla="*/ 25200 w 23400"/>
                  <a:gd name="textAreaTop" fmla="*/ 0 h 39960"/>
                  <a:gd name="textAreaBottom" fmla="*/ 41760 h 3996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25" name="Freihandform: Form 32"/>
            <p:cNvSpPr/>
            <p:nvPr/>
          </p:nvSpPr>
          <p:spPr>
            <a:xfrm>
              <a:off x="795924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26" name="Grafik 9"/>
            <p:cNvGrpSpPr/>
            <p:nvPr/>
          </p:nvGrpSpPr>
          <p:grpSpPr>
            <a:xfrm>
              <a:off x="7979760" y="812160"/>
              <a:ext cx="77400" cy="63720"/>
              <a:chOff x="7979760" y="812160"/>
              <a:chExt cx="77400" cy="63720"/>
            </a:xfrm>
          </p:grpSpPr>
          <p:sp>
            <p:nvSpPr>
              <p:cNvPr id="727" name="Freihandform: Form 34"/>
              <p:cNvSpPr/>
              <p:nvPr/>
            </p:nvSpPr>
            <p:spPr>
              <a:xfrm>
                <a:off x="7979760" y="834120"/>
                <a:ext cx="32760" cy="417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41760"/>
                  <a:gd name="textAreaBottom" fmla="*/ 43560 h 4176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28" name="Freihandform: Form 35"/>
              <p:cNvSpPr/>
              <p:nvPr/>
            </p:nvSpPr>
            <p:spPr>
              <a:xfrm>
                <a:off x="8024400" y="812160"/>
                <a:ext cx="32760" cy="615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61560"/>
                  <a:gd name="textAreaBottom" fmla="*/ 63360 h 6156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29" name="Freihandform: Form 36"/>
            <p:cNvSpPr/>
            <p:nvPr/>
          </p:nvSpPr>
          <p:spPr>
            <a:xfrm>
              <a:off x="810648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30" name="Freihandform: Form 37"/>
            <p:cNvSpPr/>
            <p:nvPr/>
          </p:nvSpPr>
          <p:spPr>
            <a:xfrm>
              <a:off x="816480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31" name="Freihandform: Form 38"/>
            <p:cNvSpPr/>
            <p:nvPr/>
          </p:nvSpPr>
          <p:spPr>
            <a:xfrm>
              <a:off x="821340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32" name="Grafik 9"/>
            <p:cNvGrpSpPr/>
            <p:nvPr/>
          </p:nvGrpSpPr>
          <p:grpSpPr>
            <a:xfrm>
              <a:off x="7741440" y="834120"/>
              <a:ext cx="1048320" cy="179280"/>
              <a:chOff x="7741440" y="834120"/>
              <a:chExt cx="1048320" cy="179280"/>
            </a:xfrm>
          </p:grpSpPr>
          <p:sp>
            <p:nvSpPr>
              <p:cNvPr id="733" name="Freihandform: Form 40"/>
              <p:cNvSpPr/>
              <p:nvPr/>
            </p:nvSpPr>
            <p:spPr>
              <a:xfrm>
                <a:off x="823644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4" name="Freihandform: Form 41"/>
              <p:cNvSpPr/>
              <p:nvPr/>
            </p:nvSpPr>
            <p:spPr>
              <a:xfrm>
                <a:off x="8284680" y="834120"/>
                <a:ext cx="34560" cy="41760"/>
              </a:xfrm>
              <a:custGeom>
                <a:avLst/>
                <a:gdLst>
                  <a:gd name="textAreaLeft" fmla="*/ 0 w 34560"/>
                  <a:gd name="textAreaRight" fmla="*/ 36360 w 34560"/>
                  <a:gd name="textAreaTop" fmla="*/ 0 h 41760"/>
                  <a:gd name="textAreaBottom" fmla="*/ 43560 h 4176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5" name="Freihandform: Form 42"/>
              <p:cNvSpPr/>
              <p:nvPr/>
            </p:nvSpPr>
            <p:spPr>
              <a:xfrm>
                <a:off x="7741440" y="914040"/>
                <a:ext cx="882720" cy="61560"/>
              </a:xfrm>
              <a:custGeom>
                <a:avLst/>
                <a:gdLst>
                  <a:gd name="textAreaLeft" fmla="*/ 0 w 882720"/>
                  <a:gd name="textAreaRight" fmla="*/ 884520 w 882720"/>
                  <a:gd name="textAreaTop" fmla="*/ 0 h 61560"/>
                  <a:gd name="textAreaBottom" fmla="*/ 63360 h 6156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6" name="Freihandform: Form 43"/>
              <p:cNvSpPr/>
              <p:nvPr/>
            </p:nvSpPr>
            <p:spPr>
              <a:xfrm>
                <a:off x="8677440" y="915480"/>
                <a:ext cx="112320" cy="97920"/>
              </a:xfrm>
              <a:custGeom>
                <a:avLst/>
                <a:gdLst>
                  <a:gd name="textAreaLeft" fmla="*/ 0 w 112320"/>
                  <a:gd name="textAreaRight" fmla="*/ 114120 w 112320"/>
                  <a:gd name="textAreaTop" fmla="*/ 0 h 97920"/>
                  <a:gd name="textAreaBottom" fmla="*/ 99720 h 9792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737" name="Freihandform: Form 44"/>
          <p:cNvSpPr/>
          <p:nvPr/>
        </p:nvSpPr>
        <p:spPr>
          <a:xfrm>
            <a:off x="-5040" y="407880"/>
            <a:ext cx="335520" cy="293040"/>
          </a:xfrm>
          <a:custGeom>
            <a:avLst/>
            <a:gdLst>
              <a:gd name="textAreaLeft" fmla="*/ 0 w 335520"/>
              <a:gd name="textAreaRight" fmla="*/ 337320 w 335520"/>
              <a:gd name="textAreaTop" fmla="*/ 0 h 293040"/>
              <a:gd name="textAreaBottom" fmla="*/ 294840 h 29304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38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880" cy="4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739" name="PlaceHolder 2"/>
          <p:cNvSpPr>
            <a:spLocks noGrp="1"/>
          </p:cNvSpPr>
          <p:nvPr>
            <p:ph type="ftr" idx="27"/>
          </p:nvPr>
        </p:nvSpPr>
        <p:spPr>
          <a:xfrm>
            <a:off x="628560" y="4975560"/>
            <a:ext cx="712800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0" name="PlaceHolder 3"/>
          <p:cNvSpPr>
            <a:spLocks noGrp="1"/>
          </p:cNvSpPr>
          <p:nvPr>
            <p:ph type="sldNum" idx="28"/>
          </p:nvPr>
        </p:nvSpPr>
        <p:spPr>
          <a:xfrm>
            <a:off x="35640" y="4975560"/>
            <a:ext cx="33552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07A9A42A-92F2-44D7-B4D9-7131E2E1AC8B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1" name="PlaceHolder 4"/>
          <p:cNvSpPr>
            <a:spLocks noGrp="1"/>
          </p:cNvSpPr>
          <p:nvPr>
            <p:ph type="body"/>
          </p:nvPr>
        </p:nvSpPr>
        <p:spPr>
          <a:xfrm>
            <a:off x="521640" y="1422360"/>
            <a:ext cx="8099280" cy="349056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42" name="PlaceHolder 5"/>
          <p:cNvSpPr>
            <a:spLocks noGrp="1"/>
          </p:cNvSpPr>
          <p:nvPr>
            <p:ph type="body"/>
          </p:nvPr>
        </p:nvSpPr>
        <p:spPr>
          <a:xfrm>
            <a:off x="521640" y="1088280"/>
            <a:ext cx="8099280" cy="32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+ Untertitel, grosser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3" name="Gruppieren 6"/>
          <p:cNvGrpSpPr/>
          <p:nvPr/>
        </p:nvGrpSpPr>
        <p:grpSpPr>
          <a:xfrm>
            <a:off x="-5040" y="4950720"/>
            <a:ext cx="9147240" cy="196200"/>
            <a:chOff x="-5040" y="4950720"/>
            <a:chExt cx="9147240" cy="196200"/>
          </a:xfrm>
        </p:grpSpPr>
        <p:sp>
          <p:nvSpPr>
            <p:cNvPr id="744" name="bk object 18"/>
            <p:cNvSpPr/>
            <p:nvPr/>
          </p:nvSpPr>
          <p:spPr>
            <a:xfrm>
              <a:off x="-5040" y="4950720"/>
              <a:ext cx="483120" cy="196200"/>
            </a:xfrm>
            <a:custGeom>
              <a:avLst/>
              <a:gdLst>
                <a:gd name="textAreaLeft" fmla="*/ 0 w 483120"/>
                <a:gd name="textAreaRight" fmla="*/ 484920 w 48312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45" name="bk object 18"/>
            <p:cNvSpPr/>
            <p:nvPr/>
          </p:nvSpPr>
          <p:spPr>
            <a:xfrm>
              <a:off x="522360" y="4950720"/>
              <a:ext cx="8619840" cy="196200"/>
            </a:xfrm>
            <a:custGeom>
              <a:avLst/>
              <a:gdLst>
                <a:gd name="textAreaLeft" fmla="*/ 0 w 8619840"/>
                <a:gd name="textAreaRight" fmla="*/ 8621640 w 861984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46" name="Holder 3"/>
            <p:cNvSpPr/>
            <p:nvPr/>
          </p:nvSpPr>
          <p:spPr>
            <a:xfrm>
              <a:off x="8194680" y="4966200"/>
              <a:ext cx="447840" cy="165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747" name="Gerader Verbinder 11"/>
          <p:cNvCxnSpPr/>
          <p:nvPr/>
        </p:nvCxnSpPr>
        <p:spPr>
          <a:xfrm>
            <a:off x="521280" y="974520"/>
            <a:ext cx="6833880" cy="180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748" name="Grafik 9"/>
          <p:cNvGrpSpPr/>
          <p:nvPr/>
        </p:nvGrpSpPr>
        <p:grpSpPr>
          <a:xfrm>
            <a:off x="7741440" y="394200"/>
            <a:ext cx="1048320" cy="619200"/>
            <a:chOff x="7741440" y="394200"/>
            <a:chExt cx="1048320" cy="619200"/>
          </a:xfrm>
        </p:grpSpPr>
        <p:grpSp>
          <p:nvGrpSpPr>
            <p:cNvPr id="749" name="Grafik 9"/>
            <p:cNvGrpSpPr/>
            <p:nvPr/>
          </p:nvGrpSpPr>
          <p:grpSpPr>
            <a:xfrm>
              <a:off x="7741440" y="394200"/>
              <a:ext cx="883080" cy="430560"/>
              <a:chOff x="7741440" y="394200"/>
              <a:chExt cx="883080" cy="430560"/>
            </a:xfrm>
          </p:grpSpPr>
          <p:sp>
            <p:nvSpPr>
              <p:cNvPr id="750" name="Freihandform: Form 20"/>
              <p:cNvSpPr/>
              <p:nvPr/>
            </p:nvSpPr>
            <p:spPr>
              <a:xfrm>
                <a:off x="8358120" y="480600"/>
                <a:ext cx="266400" cy="26676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266760"/>
                  <a:gd name="textAreaBottom" fmla="*/ 268560 h 26676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51" name="Freihandform: Form 21"/>
              <p:cNvSpPr/>
              <p:nvPr/>
            </p:nvSpPr>
            <p:spPr>
              <a:xfrm>
                <a:off x="774144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52" name="Freihandform: Form 22"/>
              <p:cNvSpPr/>
              <p:nvPr/>
            </p:nvSpPr>
            <p:spPr>
              <a:xfrm>
                <a:off x="805068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53" name="Freihandform: Form 23"/>
              <p:cNvSpPr/>
              <p:nvPr/>
            </p:nvSpPr>
            <p:spPr>
              <a:xfrm>
                <a:off x="784800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54" name="Freihandform: Form 24"/>
              <p:cNvSpPr/>
              <p:nvPr/>
            </p:nvSpPr>
            <p:spPr>
              <a:xfrm>
                <a:off x="795816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55" name="Freihandform: Form 25"/>
              <p:cNvSpPr/>
              <p:nvPr/>
            </p:nvSpPr>
            <p:spPr>
              <a:xfrm>
                <a:off x="821232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56" name="Freihandform: Form 26"/>
            <p:cNvSpPr/>
            <p:nvPr/>
          </p:nvSpPr>
          <p:spPr>
            <a:xfrm>
              <a:off x="774144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57" name="Freihandform: Form 27"/>
            <p:cNvSpPr/>
            <p:nvPr/>
          </p:nvSpPr>
          <p:spPr>
            <a:xfrm>
              <a:off x="779976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58" name="Freihandform: Form 28"/>
            <p:cNvSpPr/>
            <p:nvPr/>
          </p:nvSpPr>
          <p:spPr>
            <a:xfrm>
              <a:off x="784908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59" name="Grafik 9"/>
            <p:cNvGrpSpPr/>
            <p:nvPr/>
          </p:nvGrpSpPr>
          <p:grpSpPr>
            <a:xfrm>
              <a:off x="7872120" y="834120"/>
              <a:ext cx="73440" cy="39960"/>
              <a:chOff x="7872120" y="834120"/>
              <a:chExt cx="73440" cy="39960"/>
            </a:xfrm>
          </p:grpSpPr>
          <p:sp>
            <p:nvSpPr>
              <p:cNvPr id="760" name="Freihandform: Form 30"/>
              <p:cNvSpPr/>
              <p:nvPr/>
            </p:nvSpPr>
            <p:spPr>
              <a:xfrm>
                <a:off x="787212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1" name="Freihandform: Form 31"/>
              <p:cNvSpPr/>
              <p:nvPr/>
            </p:nvSpPr>
            <p:spPr>
              <a:xfrm>
                <a:off x="7922160" y="834120"/>
                <a:ext cx="23400" cy="39960"/>
              </a:xfrm>
              <a:custGeom>
                <a:avLst/>
                <a:gdLst>
                  <a:gd name="textAreaLeft" fmla="*/ 0 w 23400"/>
                  <a:gd name="textAreaRight" fmla="*/ 25200 w 23400"/>
                  <a:gd name="textAreaTop" fmla="*/ 0 h 39960"/>
                  <a:gd name="textAreaBottom" fmla="*/ 41760 h 3996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62" name="Freihandform: Form 32"/>
            <p:cNvSpPr/>
            <p:nvPr/>
          </p:nvSpPr>
          <p:spPr>
            <a:xfrm>
              <a:off x="795924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63" name="Grafik 9"/>
            <p:cNvGrpSpPr/>
            <p:nvPr/>
          </p:nvGrpSpPr>
          <p:grpSpPr>
            <a:xfrm>
              <a:off x="7979760" y="812160"/>
              <a:ext cx="77400" cy="63720"/>
              <a:chOff x="7979760" y="812160"/>
              <a:chExt cx="77400" cy="63720"/>
            </a:xfrm>
          </p:grpSpPr>
          <p:sp>
            <p:nvSpPr>
              <p:cNvPr id="764" name="Freihandform: Form 34"/>
              <p:cNvSpPr/>
              <p:nvPr/>
            </p:nvSpPr>
            <p:spPr>
              <a:xfrm>
                <a:off x="7979760" y="834120"/>
                <a:ext cx="32760" cy="417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41760"/>
                  <a:gd name="textAreaBottom" fmla="*/ 43560 h 4176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5" name="Freihandform: Form 35"/>
              <p:cNvSpPr/>
              <p:nvPr/>
            </p:nvSpPr>
            <p:spPr>
              <a:xfrm>
                <a:off x="8024400" y="812160"/>
                <a:ext cx="32760" cy="615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61560"/>
                  <a:gd name="textAreaBottom" fmla="*/ 63360 h 6156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66" name="Freihandform: Form 36"/>
            <p:cNvSpPr/>
            <p:nvPr/>
          </p:nvSpPr>
          <p:spPr>
            <a:xfrm>
              <a:off x="810648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67" name="Freihandform: Form 37"/>
            <p:cNvSpPr/>
            <p:nvPr/>
          </p:nvSpPr>
          <p:spPr>
            <a:xfrm>
              <a:off x="816480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68" name="Freihandform: Form 38"/>
            <p:cNvSpPr/>
            <p:nvPr/>
          </p:nvSpPr>
          <p:spPr>
            <a:xfrm>
              <a:off x="821340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69" name="Grafik 9"/>
            <p:cNvGrpSpPr/>
            <p:nvPr/>
          </p:nvGrpSpPr>
          <p:grpSpPr>
            <a:xfrm>
              <a:off x="7741440" y="834120"/>
              <a:ext cx="1048320" cy="179280"/>
              <a:chOff x="7741440" y="834120"/>
              <a:chExt cx="1048320" cy="179280"/>
            </a:xfrm>
          </p:grpSpPr>
          <p:sp>
            <p:nvSpPr>
              <p:cNvPr id="770" name="Freihandform: Form 40"/>
              <p:cNvSpPr/>
              <p:nvPr/>
            </p:nvSpPr>
            <p:spPr>
              <a:xfrm>
                <a:off x="823644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1" name="Freihandform: Form 41"/>
              <p:cNvSpPr/>
              <p:nvPr/>
            </p:nvSpPr>
            <p:spPr>
              <a:xfrm>
                <a:off x="8284680" y="834120"/>
                <a:ext cx="34560" cy="41760"/>
              </a:xfrm>
              <a:custGeom>
                <a:avLst/>
                <a:gdLst>
                  <a:gd name="textAreaLeft" fmla="*/ 0 w 34560"/>
                  <a:gd name="textAreaRight" fmla="*/ 36360 w 34560"/>
                  <a:gd name="textAreaTop" fmla="*/ 0 h 41760"/>
                  <a:gd name="textAreaBottom" fmla="*/ 43560 h 4176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2" name="Freihandform: Form 42"/>
              <p:cNvSpPr/>
              <p:nvPr/>
            </p:nvSpPr>
            <p:spPr>
              <a:xfrm>
                <a:off x="7741440" y="914040"/>
                <a:ext cx="882720" cy="61560"/>
              </a:xfrm>
              <a:custGeom>
                <a:avLst/>
                <a:gdLst>
                  <a:gd name="textAreaLeft" fmla="*/ 0 w 882720"/>
                  <a:gd name="textAreaRight" fmla="*/ 884520 w 882720"/>
                  <a:gd name="textAreaTop" fmla="*/ 0 h 61560"/>
                  <a:gd name="textAreaBottom" fmla="*/ 63360 h 6156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3" name="Freihandform: Form 43"/>
              <p:cNvSpPr/>
              <p:nvPr/>
            </p:nvSpPr>
            <p:spPr>
              <a:xfrm>
                <a:off x="8677440" y="915480"/>
                <a:ext cx="112320" cy="97920"/>
              </a:xfrm>
              <a:custGeom>
                <a:avLst/>
                <a:gdLst>
                  <a:gd name="textAreaLeft" fmla="*/ 0 w 112320"/>
                  <a:gd name="textAreaRight" fmla="*/ 114120 w 112320"/>
                  <a:gd name="textAreaTop" fmla="*/ 0 h 97920"/>
                  <a:gd name="textAreaBottom" fmla="*/ 99720 h 9792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774" name="Freihandform: Form 44"/>
          <p:cNvSpPr/>
          <p:nvPr/>
        </p:nvSpPr>
        <p:spPr>
          <a:xfrm>
            <a:off x="-5040" y="407880"/>
            <a:ext cx="335520" cy="293040"/>
          </a:xfrm>
          <a:custGeom>
            <a:avLst/>
            <a:gdLst>
              <a:gd name="textAreaLeft" fmla="*/ 0 w 335520"/>
              <a:gd name="textAreaRight" fmla="*/ 337320 w 335520"/>
              <a:gd name="textAreaTop" fmla="*/ 0 h 293040"/>
              <a:gd name="textAreaBottom" fmla="*/ 294840 h 29304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75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880" cy="4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776" name="PlaceHolder 2"/>
          <p:cNvSpPr>
            <a:spLocks noGrp="1"/>
          </p:cNvSpPr>
          <p:nvPr>
            <p:ph type="ftr" idx="29"/>
          </p:nvPr>
        </p:nvSpPr>
        <p:spPr>
          <a:xfrm>
            <a:off x="628560" y="4975560"/>
            <a:ext cx="712800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7" name="PlaceHolder 3"/>
          <p:cNvSpPr>
            <a:spLocks noGrp="1"/>
          </p:cNvSpPr>
          <p:nvPr>
            <p:ph type="sldNum" idx="30"/>
          </p:nvPr>
        </p:nvSpPr>
        <p:spPr>
          <a:xfrm>
            <a:off x="35640" y="4975560"/>
            <a:ext cx="33552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4A3623E3-1572-42DA-BFC5-35535600A64C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8" name="PlaceHolder 4"/>
          <p:cNvSpPr>
            <a:spLocks noGrp="1"/>
          </p:cNvSpPr>
          <p:nvPr>
            <p:ph type="body"/>
          </p:nvPr>
        </p:nvSpPr>
        <p:spPr>
          <a:xfrm>
            <a:off x="521640" y="1545840"/>
            <a:ext cx="8099280" cy="33098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20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79" name="PlaceHolder 5"/>
          <p:cNvSpPr>
            <a:spLocks noGrp="1"/>
          </p:cNvSpPr>
          <p:nvPr>
            <p:ph type="body"/>
          </p:nvPr>
        </p:nvSpPr>
        <p:spPr>
          <a:xfrm>
            <a:off x="521640" y="1088280"/>
            <a:ext cx="8099280" cy="32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24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24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24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Le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0" name="Gruppieren 6"/>
          <p:cNvGrpSpPr/>
          <p:nvPr/>
        </p:nvGrpSpPr>
        <p:grpSpPr>
          <a:xfrm>
            <a:off x="-5040" y="4950720"/>
            <a:ext cx="9147240" cy="196200"/>
            <a:chOff x="-5040" y="4950720"/>
            <a:chExt cx="9147240" cy="196200"/>
          </a:xfrm>
        </p:grpSpPr>
        <p:sp>
          <p:nvSpPr>
            <p:cNvPr id="781" name="bk object 18"/>
            <p:cNvSpPr/>
            <p:nvPr/>
          </p:nvSpPr>
          <p:spPr>
            <a:xfrm>
              <a:off x="-5040" y="4950720"/>
              <a:ext cx="483120" cy="196200"/>
            </a:xfrm>
            <a:custGeom>
              <a:avLst/>
              <a:gdLst>
                <a:gd name="textAreaLeft" fmla="*/ 0 w 483120"/>
                <a:gd name="textAreaRight" fmla="*/ 484920 w 48312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82" name="bk object 18"/>
            <p:cNvSpPr/>
            <p:nvPr/>
          </p:nvSpPr>
          <p:spPr>
            <a:xfrm>
              <a:off x="522360" y="4950720"/>
              <a:ext cx="8619840" cy="196200"/>
            </a:xfrm>
            <a:custGeom>
              <a:avLst/>
              <a:gdLst>
                <a:gd name="textAreaLeft" fmla="*/ 0 w 8619840"/>
                <a:gd name="textAreaRight" fmla="*/ 8621640 w 861984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83" name="Holder 3"/>
            <p:cNvSpPr/>
            <p:nvPr/>
          </p:nvSpPr>
          <p:spPr>
            <a:xfrm>
              <a:off x="8194680" y="4966200"/>
              <a:ext cx="447840" cy="165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784" name="Gerader Verbinder 11"/>
          <p:cNvCxnSpPr/>
          <p:nvPr/>
        </p:nvCxnSpPr>
        <p:spPr>
          <a:xfrm>
            <a:off x="521280" y="974520"/>
            <a:ext cx="6833880" cy="180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785" name="Grafik 9"/>
          <p:cNvGrpSpPr/>
          <p:nvPr/>
        </p:nvGrpSpPr>
        <p:grpSpPr>
          <a:xfrm>
            <a:off x="7741440" y="394200"/>
            <a:ext cx="1048320" cy="619200"/>
            <a:chOff x="7741440" y="394200"/>
            <a:chExt cx="1048320" cy="619200"/>
          </a:xfrm>
        </p:grpSpPr>
        <p:grpSp>
          <p:nvGrpSpPr>
            <p:cNvPr id="786" name="Grafik 9"/>
            <p:cNvGrpSpPr/>
            <p:nvPr/>
          </p:nvGrpSpPr>
          <p:grpSpPr>
            <a:xfrm>
              <a:off x="7741440" y="394200"/>
              <a:ext cx="883080" cy="430560"/>
              <a:chOff x="7741440" y="394200"/>
              <a:chExt cx="883080" cy="430560"/>
            </a:xfrm>
          </p:grpSpPr>
          <p:sp>
            <p:nvSpPr>
              <p:cNvPr id="787" name="Freihandform: Form 20"/>
              <p:cNvSpPr/>
              <p:nvPr/>
            </p:nvSpPr>
            <p:spPr>
              <a:xfrm>
                <a:off x="8358120" y="480600"/>
                <a:ext cx="266400" cy="26676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266760"/>
                  <a:gd name="textAreaBottom" fmla="*/ 268560 h 26676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88" name="Freihandform: Form 21"/>
              <p:cNvSpPr/>
              <p:nvPr/>
            </p:nvSpPr>
            <p:spPr>
              <a:xfrm>
                <a:off x="774144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89" name="Freihandform: Form 22"/>
              <p:cNvSpPr/>
              <p:nvPr/>
            </p:nvSpPr>
            <p:spPr>
              <a:xfrm>
                <a:off x="805068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90" name="Freihandform: Form 23"/>
              <p:cNvSpPr/>
              <p:nvPr/>
            </p:nvSpPr>
            <p:spPr>
              <a:xfrm>
                <a:off x="784800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91" name="Freihandform: Form 24"/>
              <p:cNvSpPr/>
              <p:nvPr/>
            </p:nvSpPr>
            <p:spPr>
              <a:xfrm>
                <a:off x="795816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92" name="Freihandform: Form 25"/>
              <p:cNvSpPr/>
              <p:nvPr/>
            </p:nvSpPr>
            <p:spPr>
              <a:xfrm>
                <a:off x="821232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93" name="Freihandform: Form 26"/>
            <p:cNvSpPr/>
            <p:nvPr/>
          </p:nvSpPr>
          <p:spPr>
            <a:xfrm>
              <a:off x="774144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94" name="Freihandform: Form 27"/>
            <p:cNvSpPr/>
            <p:nvPr/>
          </p:nvSpPr>
          <p:spPr>
            <a:xfrm>
              <a:off x="779976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95" name="Freihandform: Form 28"/>
            <p:cNvSpPr/>
            <p:nvPr/>
          </p:nvSpPr>
          <p:spPr>
            <a:xfrm>
              <a:off x="784908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96" name="Grafik 9"/>
            <p:cNvGrpSpPr/>
            <p:nvPr/>
          </p:nvGrpSpPr>
          <p:grpSpPr>
            <a:xfrm>
              <a:off x="7872120" y="834120"/>
              <a:ext cx="73440" cy="39960"/>
              <a:chOff x="7872120" y="834120"/>
              <a:chExt cx="73440" cy="39960"/>
            </a:xfrm>
          </p:grpSpPr>
          <p:sp>
            <p:nvSpPr>
              <p:cNvPr id="797" name="Freihandform: Form 30"/>
              <p:cNvSpPr/>
              <p:nvPr/>
            </p:nvSpPr>
            <p:spPr>
              <a:xfrm>
                <a:off x="787212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98" name="Freihandform: Form 31"/>
              <p:cNvSpPr/>
              <p:nvPr/>
            </p:nvSpPr>
            <p:spPr>
              <a:xfrm>
                <a:off x="7922160" y="834120"/>
                <a:ext cx="23400" cy="39960"/>
              </a:xfrm>
              <a:custGeom>
                <a:avLst/>
                <a:gdLst>
                  <a:gd name="textAreaLeft" fmla="*/ 0 w 23400"/>
                  <a:gd name="textAreaRight" fmla="*/ 25200 w 23400"/>
                  <a:gd name="textAreaTop" fmla="*/ 0 h 39960"/>
                  <a:gd name="textAreaBottom" fmla="*/ 41760 h 3996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99" name="Freihandform: Form 32"/>
            <p:cNvSpPr/>
            <p:nvPr/>
          </p:nvSpPr>
          <p:spPr>
            <a:xfrm>
              <a:off x="795924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00" name="Grafik 9"/>
            <p:cNvGrpSpPr/>
            <p:nvPr/>
          </p:nvGrpSpPr>
          <p:grpSpPr>
            <a:xfrm>
              <a:off x="7979760" y="812160"/>
              <a:ext cx="77400" cy="63720"/>
              <a:chOff x="7979760" y="812160"/>
              <a:chExt cx="77400" cy="63720"/>
            </a:xfrm>
          </p:grpSpPr>
          <p:sp>
            <p:nvSpPr>
              <p:cNvPr id="801" name="Freihandform: Form 34"/>
              <p:cNvSpPr/>
              <p:nvPr/>
            </p:nvSpPr>
            <p:spPr>
              <a:xfrm>
                <a:off x="7979760" y="834120"/>
                <a:ext cx="32760" cy="417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41760"/>
                  <a:gd name="textAreaBottom" fmla="*/ 43560 h 4176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2" name="Freihandform: Form 35"/>
              <p:cNvSpPr/>
              <p:nvPr/>
            </p:nvSpPr>
            <p:spPr>
              <a:xfrm>
                <a:off x="8024400" y="812160"/>
                <a:ext cx="32760" cy="615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61560"/>
                  <a:gd name="textAreaBottom" fmla="*/ 63360 h 6156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03" name="Freihandform: Form 36"/>
            <p:cNvSpPr/>
            <p:nvPr/>
          </p:nvSpPr>
          <p:spPr>
            <a:xfrm>
              <a:off x="810648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04" name="Freihandform: Form 37"/>
            <p:cNvSpPr/>
            <p:nvPr/>
          </p:nvSpPr>
          <p:spPr>
            <a:xfrm>
              <a:off x="816480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05" name="Freihandform: Form 38"/>
            <p:cNvSpPr/>
            <p:nvPr/>
          </p:nvSpPr>
          <p:spPr>
            <a:xfrm>
              <a:off x="821340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06" name="Grafik 9"/>
            <p:cNvGrpSpPr/>
            <p:nvPr/>
          </p:nvGrpSpPr>
          <p:grpSpPr>
            <a:xfrm>
              <a:off x="7741440" y="834120"/>
              <a:ext cx="1048320" cy="179280"/>
              <a:chOff x="7741440" y="834120"/>
              <a:chExt cx="1048320" cy="179280"/>
            </a:xfrm>
          </p:grpSpPr>
          <p:sp>
            <p:nvSpPr>
              <p:cNvPr id="807" name="Freihandform: Form 40"/>
              <p:cNvSpPr/>
              <p:nvPr/>
            </p:nvSpPr>
            <p:spPr>
              <a:xfrm>
                <a:off x="823644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8" name="Freihandform: Form 41"/>
              <p:cNvSpPr/>
              <p:nvPr/>
            </p:nvSpPr>
            <p:spPr>
              <a:xfrm>
                <a:off x="8284680" y="834120"/>
                <a:ext cx="34560" cy="41760"/>
              </a:xfrm>
              <a:custGeom>
                <a:avLst/>
                <a:gdLst>
                  <a:gd name="textAreaLeft" fmla="*/ 0 w 34560"/>
                  <a:gd name="textAreaRight" fmla="*/ 36360 w 34560"/>
                  <a:gd name="textAreaTop" fmla="*/ 0 h 41760"/>
                  <a:gd name="textAreaBottom" fmla="*/ 43560 h 4176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9" name="Freihandform: Form 42"/>
              <p:cNvSpPr/>
              <p:nvPr/>
            </p:nvSpPr>
            <p:spPr>
              <a:xfrm>
                <a:off x="7741440" y="914040"/>
                <a:ext cx="882720" cy="61560"/>
              </a:xfrm>
              <a:custGeom>
                <a:avLst/>
                <a:gdLst>
                  <a:gd name="textAreaLeft" fmla="*/ 0 w 882720"/>
                  <a:gd name="textAreaRight" fmla="*/ 884520 w 882720"/>
                  <a:gd name="textAreaTop" fmla="*/ 0 h 61560"/>
                  <a:gd name="textAreaBottom" fmla="*/ 63360 h 6156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10" name="Freihandform: Form 43"/>
              <p:cNvSpPr/>
              <p:nvPr/>
            </p:nvSpPr>
            <p:spPr>
              <a:xfrm>
                <a:off x="8677440" y="915480"/>
                <a:ext cx="112320" cy="97920"/>
              </a:xfrm>
              <a:custGeom>
                <a:avLst/>
                <a:gdLst>
                  <a:gd name="textAreaLeft" fmla="*/ 0 w 112320"/>
                  <a:gd name="textAreaRight" fmla="*/ 114120 w 112320"/>
                  <a:gd name="textAreaTop" fmla="*/ 0 h 97920"/>
                  <a:gd name="textAreaBottom" fmla="*/ 99720 h 9792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811" name="Freihandform: Form 44"/>
          <p:cNvSpPr/>
          <p:nvPr/>
        </p:nvSpPr>
        <p:spPr>
          <a:xfrm>
            <a:off x="-5040" y="407880"/>
            <a:ext cx="335520" cy="293040"/>
          </a:xfrm>
          <a:custGeom>
            <a:avLst/>
            <a:gdLst>
              <a:gd name="textAreaLeft" fmla="*/ 0 w 335520"/>
              <a:gd name="textAreaRight" fmla="*/ 337320 w 335520"/>
              <a:gd name="textAreaTop" fmla="*/ 0 h 293040"/>
              <a:gd name="textAreaBottom" fmla="*/ 294840 h 29304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12" name="PlaceHolder 1"/>
          <p:cNvSpPr>
            <a:spLocks noGrp="1"/>
          </p:cNvSpPr>
          <p:nvPr>
            <p:ph type="ftr" idx="31"/>
          </p:nvPr>
        </p:nvSpPr>
        <p:spPr>
          <a:xfrm>
            <a:off x="628560" y="4975560"/>
            <a:ext cx="712800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3" name="PlaceHolder 2"/>
          <p:cNvSpPr>
            <a:spLocks noGrp="1"/>
          </p:cNvSpPr>
          <p:nvPr>
            <p:ph type="sldNum" idx="32"/>
          </p:nvPr>
        </p:nvSpPr>
        <p:spPr>
          <a:xfrm>
            <a:off x="35640" y="4975560"/>
            <a:ext cx="33552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04DD01B8-E5BA-4094-BD34-97885C36C798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apiteltrenner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14" name="Gruppieren 6"/>
          <p:cNvGrpSpPr/>
          <p:nvPr/>
        </p:nvGrpSpPr>
        <p:grpSpPr>
          <a:xfrm>
            <a:off x="-5040" y="4950720"/>
            <a:ext cx="9147240" cy="196200"/>
            <a:chOff x="-5040" y="4950720"/>
            <a:chExt cx="9147240" cy="196200"/>
          </a:xfrm>
        </p:grpSpPr>
        <p:sp>
          <p:nvSpPr>
            <p:cNvPr id="815" name="bk object 18"/>
            <p:cNvSpPr/>
            <p:nvPr/>
          </p:nvSpPr>
          <p:spPr>
            <a:xfrm>
              <a:off x="-5040" y="4950720"/>
              <a:ext cx="483120" cy="196200"/>
            </a:xfrm>
            <a:custGeom>
              <a:avLst/>
              <a:gdLst>
                <a:gd name="textAreaLeft" fmla="*/ 0 w 483120"/>
                <a:gd name="textAreaRight" fmla="*/ 484920 w 48312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16" name="bk object 18"/>
            <p:cNvSpPr/>
            <p:nvPr/>
          </p:nvSpPr>
          <p:spPr>
            <a:xfrm>
              <a:off x="522360" y="4950720"/>
              <a:ext cx="8619840" cy="196200"/>
            </a:xfrm>
            <a:custGeom>
              <a:avLst/>
              <a:gdLst>
                <a:gd name="textAreaLeft" fmla="*/ 0 w 8619840"/>
                <a:gd name="textAreaRight" fmla="*/ 8621640 w 861984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17" name="Holder 3"/>
            <p:cNvSpPr/>
            <p:nvPr/>
          </p:nvSpPr>
          <p:spPr>
            <a:xfrm>
              <a:off x="8194680" y="4966200"/>
              <a:ext cx="447840" cy="165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818" name="Gerader Verbinder 11"/>
          <p:cNvCxnSpPr/>
          <p:nvPr/>
        </p:nvCxnSpPr>
        <p:spPr>
          <a:xfrm>
            <a:off x="521280" y="974520"/>
            <a:ext cx="6833880" cy="180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819" name="Grafik 9"/>
          <p:cNvGrpSpPr/>
          <p:nvPr/>
        </p:nvGrpSpPr>
        <p:grpSpPr>
          <a:xfrm>
            <a:off x="7741440" y="394200"/>
            <a:ext cx="1048320" cy="619200"/>
            <a:chOff x="7741440" y="394200"/>
            <a:chExt cx="1048320" cy="619200"/>
          </a:xfrm>
        </p:grpSpPr>
        <p:grpSp>
          <p:nvGrpSpPr>
            <p:cNvPr id="820" name="Grafik 9"/>
            <p:cNvGrpSpPr/>
            <p:nvPr/>
          </p:nvGrpSpPr>
          <p:grpSpPr>
            <a:xfrm>
              <a:off x="7741440" y="394200"/>
              <a:ext cx="883080" cy="430560"/>
              <a:chOff x="7741440" y="394200"/>
              <a:chExt cx="883080" cy="430560"/>
            </a:xfrm>
          </p:grpSpPr>
          <p:sp>
            <p:nvSpPr>
              <p:cNvPr id="821" name="Freihandform: Form 20"/>
              <p:cNvSpPr/>
              <p:nvPr/>
            </p:nvSpPr>
            <p:spPr>
              <a:xfrm>
                <a:off x="8358120" y="480600"/>
                <a:ext cx="266400" cy="26676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266760"/>
                  <a:gd name="textAreaBottom" fmla="*/ 268560 h 26676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2" name="Freihandform: Form 21"/>
              <p:cNvSpPr/>
              <p:nvPr/>
            </p:nvSpPr>
            <p:spPr>
              <a:xfrm>
                <a:off x="774144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3" name="Freihandform: Form 22"/>
              <p:cNvSpPr/>
              <p:nvPr/>
            </p:nvSpPr>
            <p:spPr>
              <a:xfrm>
                <a:off x="805068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4" name="Freihandform: Form 23"/>
              <p:cNvSpPr/>
              <p:nvPr/>
            </p:nvSpPr>
            <p:spPr>
              <a:xfrm>
                <a:off x="784800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5" name="Freihandform: Form 24"/>
              <p:cNvSpPr/>
              <p:nvPr/>
            </p:nvSpPr>
            <p:spPr>
              <a:xfrm>
                <a:off x="795816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6" name="Freihandform: Form 25"/>
              <p:cNvSpPr/>
              <p:nvPr/>
            </p:nvSpPr>
            <p:spPr>
              <a:xfrm>
                <a:off x="821232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27" name="Freihandform: Form 26"/>
            <p:cNvSpPr/>
            <p:nvPr/>
          </p:nvSpPr>
          <p:spPr>
            <a:xfrm>
              <a:off x="774144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28" name="Freihandform: Form 27"/>
            <p:cNvSpPr/>
            <p:nvPr/>
          </p:nvSpPr>
          <p:spPr>
            <a:xfrm>
              <a:off x="779976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29" name="Freihandform: Form 28"/>
            <p:cNvSpPr/>
            <p:nvPr/>
          </p:nvSpPr>
          <p:spPr>
            <a:xfrm>
              <a:off x="784908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30" name="Grafik 9"/>
            <p:cNvGrpSpPr/>
            <p:nvPr/>
          </p:nvGrpSpPr>
          <p:grpSpPr>
            <a:xfrm>
              <a:off x="7872120" y="834120"/>
              <a:ext cx="73440" cy="39960"/>
              <a:chOff x="7872120" y="834120"/>
              <a:chExt cx="73440" cy="39960"/>
            </a:xfrm>
          </p:grpSpPr>
          <p:sp>
            <p:nvSpPr>
              <p:cNvPr id="831" name="Freihandform: Form 30"/>
              <p:cNvSpPr/>
              <p:nvPr/>
            </p:nvSpPr>
            <p:spPr>
              <a:xfrm>
                <a:off x="787212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2" name="Freihandform: Form 31"/>
              <p:cNvSpPr/>
              <p:nvPr/>
            </p:nvSpPr>
            <p:spPr>
              <a:xfrm>
                <a:off x="7922160" y="834120"/>
                <a:ext cx="23400" cy="39960"/>
              </a:xfrm>
              <a:custGeom>
                <a:avLst/>
                <a:gdLst>
                  <a:gd name="textAreaLeft" fmla="*/ 0 w 23400"/>
                  <a:gd name="textAreaRight" fmla="*/ 25200 w 23400"/>
                  <a:gd name="textAreaTop" fmla="*/ 0 h 39960"/>
                  <a:gd name="textAreaBottom" fmla="*/ 41760 h 3996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33" name="Freihandform: Form 32"/>
            <p:cNvSpPr/>
            <p:nvPr/>
          </p:nvSpPr>
          <p:spPr>
            <a:xfrm>
              <a:off x="795924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34" name="Grafik 9"/>
            <p:cNvGrpSpPr/>
            <p:nvPr/>
          </p:nvGrpSpPr>
          <p:grpSpPr>
            <a:xfrm>
              <a:off x="7979760" y="812160"/>
              <a:ext cx="77400" cy="63720"/>
              <a:chOff x="7979760" y="812160"/>
              <a:chExt cx="77400" cy="63720"/>
            </a:xfrm>
          </p:grpSpPr>
          <p:sp>
            <p:nvSpPr>
              <p:cNvPr id="835" name="Freihandform: Form 34"/>
              <p:cNvSpPr/>
              <p:nvPr/>
            </p:nvSpPr>
            <p:spPr>
              <a:xfrm>
                <a:off x="7979760" y="834120"/>
                <a:ext cx="32760" cy="417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41760"/>
                  <a:gd name="textAreaBottom" fmla="*/ 43560 h 4176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6" name="Freihandform: Form 35"/>
              <p:cNvSpPr/>
              <p:nvPr/>
            </p:nvSpPr>
            <p:spPr>
              <a:xfrm>
                <a:off x="8024400" y="812160"/>
                <a:ext cx="32760" cy="615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61560"/>
                  <a:gd name="textAreaBottom" fmla="*/ 63360 h 6156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37" name="Freihandform: Form 36"/>
            <p:cNvSpPr/>
            <p:nvPr/>
          </p:nvSpPr>
          <p:spPr>
            <a:xfrm>
              <a:off x="810648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38" name="Freihandform: Form 37"/>
            <p:cNvSpPr/>
            <p:nvPr/>
          </p:nvSpPr>
          <p:spPr>
            <a:xfrm>
              <a:off x="816480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39" name="Freihandform: Form 38"/>
            <p:cNvSpPr/>
            <p:nvPr/>
          </p:nvSpPr>
          <p:spPr>
            <a:xfrm>
              <a:off x="821340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40" name="Grafik 9"/>
            <p:cNvGrpSpPr/>
            <p:nvPr/>
          </p:nvGrpSpPr>
          <p:grpSpPr>
            <a:xfrm>
              <a:off x="7741440" y="834120"/>
              <a:ext cx="1048320" cy="179280"/>
              <a:chOff x="7741440" y="834120"/>
              <a:chExt cx="1048320" cy="179280"/>
            </a:xfrm>
          </p:grpSpPr>
          <p:sp>
            <p:nvSpPr>
              <p:cNvPr id="841" name="Freihandform: Form 40"/>
              <p:cNvSpPr/>
              <p:nvPr/>
            </p:nvSpPr>
            <p:spPr>
              <a:xfrm>
                <a:off x="823644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42" name="Freihandform: Form 41"/>
              <p:cNvSpPr/>
              <p:nvPr/>
            </p:nvSpPr>
            <p:spPr>
              <a:xfrm>
                <a:off x="8284680" y="834120"/>
                <a:ext cx="34560" cy="41760"/>
              </a:xfrm>
              <a:custGeom>
                <a:avLst/>
                <a:gdLst>
                  <a:gd name="textAreaLeft" fmla="*/ 0 w 34560"/>
                  <a:gd name="textAreaRight" fmla="*/ 36360 w 34560"/>
                  <a:gd name="textAreaTop" fmla="*/ 0 h 41760"/>
                  <a:gd name="textAreaBottom" fmla="*/ 43560 h 4176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43" name="Freihandform: Form 42"/>
              <p:cNvSpPr/>
              <p:nvPr/>
            </p:nvSpPr>
            <p:spPr>
              <a:xfrm>
                <a:off x="7741440" y="914040"/>
                <a:ext cx="882720" cy="61560"/>
              </a:xfrm>
              <a:custGeom>
                <a:avLst/>
                <a:gdLst>
                  <a:gd name="textAreaLeft" fmla="*/ 0 w 882720"/>
                  <a:gd name="textAreaRight" fmla="*/ 884520 w 882720"/>
                  <a:gd name="textAreaTop" fmla="*/ 0 h 61560"/>
                  <a:gd name="textAreaBottom" fmla="*/ 63360 h 6156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44" name="Freihandform: Form 43"/>
              <p:cNvSpPr/>
              <p:nvPr/>
            </p:nvSpPr>
            <p:spPr>
              <a:xfrm>
                <a:off x="8677440" y="915480"/>
                <a:ext cx="112320" cy="97920"/>
              </a:xfrm>
              <a:custGeom>
                <a:avLst/>
                <a:gdLst>
                  <a:gd name="textAreaLeft" fmla="*/ 0 w 112320"/>
                  <a:gd name="textAreaRight" fmla="*/ 114120 w 112320"/>
                  <a:gd name="textAreaTop" fmla="*/ 0 h 97920"/>
                  <a:gd name="textAreaBottom" fmla="*/ 99720 h 9792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845" name="Freihandform: Form 44" hidden="1"/>
          <p:cNvSpPr/>
          <p:nvPr/>
        </p:nvSpPr>
        <p:spPr>
          <a:xfrm>
            <a:off x="-5040" y="407880"/>
            <a:ext cx="335520" cy="293040"/>
          </a:xfrm>
          <a:custGeom>
            <a:avLst/>
            <a:gdLst>
              <a:gd name="textAreaLeft" fmla="*/ 0 w 335520"/>
              <a:gd name="textAreaRight" fmla="*/ 337320 w 335520"/>
              <a:gd name="textAreaTop" fmla="*/ 0 h 293040"/>
              <a:gd name="textAreaBottom" fmla="*/ 294840 h 29304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846" name="Gruppieren 49"/>
          <p:cNvGrpSpPr/>
          <p:nvPr/>
        </p:nvGrpSpPr>
        <p:grpSpPr>
          <a:xfrm>
            <a:off x="-5040" y="4950720"/>
            <a:ext cx="9147240" cy="196200"/>
            <a:chOff x="-5040" y="4950720"/>
            <a:chExt cx="9147240" cy="196200"/>
          </a:xfrm>
        </p:grpSpPr>
        <p:sp>
          <p:nvSpPr>
            <p:cNvPr id="847" name="bk object 18"/>
            <p:cNvSpPr/>
            <p:nvPr/>
          </p:nvSpPr>
          <p:spPr>
            <a:xfrm>
              <a:off x="-5040" y="4950720"/>
              <a:ext cx="483120" cy="196200"/>
            </a:xfrm>
            <a:custGeom>
              <a:avLst/>
              <a:gdLst>
                <a:gd name="textAreaLeft" fmla="*/ 0 w 483120"/>
                <a:gd name="textAreaRight" fmla="*/ 484920 w 48312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48" name="bk object 18"/>
            <p:cNvSpPr/>
            <p:nvPr/>
          </p:nvSpPr>
          <p:spPr>
            <a:xfrm>
              <a:off x="522360" y="4950720"/>
              <a:ext cx="8619840" cy="196200"/>
            </a:xfrm>
            <a:custGeom>
              <a:avLst/>
              <a:gdLst>
                <a:gd name="textAreaLeft" fmla="*/ 0 w 8619840"/>
                <a:gd name="textAreaRight" fmla="*/ 8621640 w 861984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49" name="Holder 3"/>
            <p:cNvSpPr/>
            <p:nvPr/>
          </p:nvSpPr>
          <p:spPr>
            <a:xfrm>
              <a:off x="8194680" y="4966200"/>
              <a:ext cx="447840" cy="165960"/>
            </a:xfrm>
            <a:prstGeom prst="rect">
              <a:avLst/>
            </a:pr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50" name="PlaceHolder 1"/>
          <p:cNvSpPr>
            <a:spLocks noGrp="1"/>
          </p:cNvSpPr>
          <p:nvPr>
            <p:ph type="title"/>
          </p:nvPr>
        </p:nvSpPr>
        <p:spPr>
          <a:xfrm>
            <a:off x="3843000" y="3034440"/>
            <a:ext cx="4777920" cy="91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851" name="Grafik 11"/>
          <p:cNvSpPr/>
          <p:nvPr/>
        </p:nvSpPr>
        <p:spPr>
          <a:xfrm>
            <a:off x="0" y="0"/>
            <a:ext cx="3730320" cy="4913280"/>
          </a:xfrm>
          <a:custGeom>
            <a:avLst/>
            <a:gdLst>
              <a:gd name="textAreaLeft" fmla="*/ 0 w 3730320"/>
              <a:gd name="textAreaRight" fmla="*/ 3732120 w 3730320"/>
              <a:gd name="textAreaTop" fmla="*/ 0 h 4913280"/>
              <a:gd name="textAreaBottom" fmla="*/ 4915080 h 4913280"/>
              <a:gd name="GluePoint1X" fmla="*/ 0 w 5015880"/>
              <a:gd name="GluePoint1Y" fmla="*/ 0 h 6597650"/>
              <a:gd name="GluePoint2X" fmla="*/ 5015880 w 5015880"/>
              <a:gd name="GluePoint2Y" fmla="*/ 0 h 6597650"/>
              <a:gd name="GluePoint3X" fmla="*/ 5015880 w 5015880"/>
              <a:gd name="GluePoint3Y" fmla="*/ 6597650 h 6597650"/>
              <a:gd name="GluePoint4X" fmla="*/ 0 w 5015880"/>
              <a:gd name="GluePoint4Y" fmla="*/ 6597650 h 659765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</a:cxnLst>
            <a:rect l="textAreaLeft" t="textAreaTop" r="textAreaRight" b="textAreaBottom"/>
            <a:pathLst>
              <a:path w="5015880" h="6597650">
                <a:moveTo>
                  <a:pt x="0" y="0"/>
                </a:moveTo>
                <a:lnTo>
                  <a:pt x="5015880" y="0"/>
                </a:lnTo>
                <a:lnTo>
                  <a:pt x="5015880" y="6597650"/>
                </a:lnTo>
                <a:lnTo>
                  <a:pt x="0" y="659765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2" name="PlaceHolder 2"/>
          <p:cNvSpPr>
            <a:spLocks noGrp="1"/>
          </p:cNvSpPr>
          <p:nvPr>
            <p:ph type="ftr" idx="33"/>
          </p:nvPr>
        </p:nvSpPr>
        <p:spPr>
          <a:xfrm>
            <a:off x="628560" y="4975560"/>
            <a:ext cx="712800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3" name="PlaceHolder 3"/>
          <p:cNvSpPr>
            <a:spLocks noGrp="1"/>
          </p:cNvSpPr>
          <p:nvPr>
            <p:ph type="sldNum" idx="34"/>
          </p:nvPr>
        </p:nvSpPr>
        <p:spPr>
          <a:xfrm>
            <a:off x="35640" y="4975560"/>
            <a:ext cx="33552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AD8AE63A-CA6E-4313-BD65-B353CC3F33B0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854" name="Grafik 9"/>
          <p:cNvGrpSpPr/>
          <p:nvPr/>
        </p:nvGrpSpPr>
        <p:grpSpPr>
          <a:xfrm>
            <a:off x="7741440" y="394200"/>
            <a:ext cx="1048320" cy="619200"/>
            <a:chOff x="7741440" y="394200"/>
            <a:chExt cx="1048320" cy="619200"/>
          </a:xfrm>
        </p:grpSpPr>
        <p:grpSp>
          <p:nvGrpSpPr>
            <p:cNvPr id="855" name="Grafik 9"/>
            <p:cNvGrpSpPr/>
            <p:nvPr/>
          </p:nvGrpSpPr>
          <p:grpSpPr>
            <a:xfrm>
              <a:off x="7741440" y="394200"/>
              <a:ext cx="883080" cy="430560"/>
              <a:chOff x="7741440" y="394200"/>
              <a:chExt cx="883080" cy="430560"/>
            </a:xfrm>
          </p:grpSpPr>
          <p:sp>
            <p:nvSpPr>
              <p:cNvPr id="856" name="Freihandform: Form 65"/>
              <p:cNvSpPr/>
              <p:nvPr/>
            </p:nvSpPr>
            <p:spPr>
              <a:xfrm>
                <a:off x="8358120" y="480600"/>
                <a:ext cx="266400" cy="26676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266760"/>
                  <a:gd name="textAreaBottom" fmla="*/ 268560 h 26676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7" name="Freihandform: Form 66"/>
              <p:cNvSpPr/>
              <p:nvPr/>
            </p:nvSpPr>
            <p:spPr>
              <a:xfrm>
                <a:off x="774144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8" name="Freihandform: Form 67"/>
              <p:cNvSpPr/>
              <p:nvPr/>
            </p:nvSpPr>
            <p:spPr>
              <a:xfrm>
                <a:off x="805068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9" name="Freihandform: Form 68"/>
              <p:cNvSpPr/>
              <p:nvPr/>
            </p:nvSpPr>
            <p:spPr>
              <a:xfrm>
                <a:off x="784800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60" name="Freihandform: Form 69"/>
              <p:cNvSpPr/>
              <p:nvPr/>
            </p:nvSpPr>
            <p:spPr>
              <a:xfrm>
                <a:off x="795816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61" name="Freihandform: Form 70"/>
              <p:cNvSpPr/>
              <p:nvPr/>
            </p:nvSpPr>
            <p:spPr>
              <a:xfrm>
                <a:off x="821232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62" name="Freihandform: Form 43"/>
            <p:cNvSpPr/>
            <p:nvPr/>
          </p:nvSpPr>
          <p:spPr>
            <a:xfrm>
              <a:off x="774144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63" name="Freihandform: Form 44"/>
            <p:cNvSpPr/>
            <p:nvPr/>
          </p:nvSpPr>
          <p:spPr>
            <a:xfrm>
              <a:off x="779976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64" name="Freihandform: Form 45"/>
            <p:cNvSpPr/>
            <p:nvPr/>
          </p:nvSpPr>
          <p:spPr>
            <a:xfrm>
              <a:off x="784908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65" name="Grafik 9"/>
            <p:cNvGrpSpPr/>
            <p:nvPr/>
          </p:nvGrpSpPr>
          <p:grpSpPr>
            <a:xfrm>
              <a:off x="7872120" y="834120"/>
              <a:ext cx="73440" cy="39960"/>
              <a:chOff x="7872120" y="834120"/>
              <a:chExt cx="73440" cy="39960"/>
            </a:xfrm>
          </p:grpSpPr>
          <p:sp>
            <p:nvSpPr>
              <p:cNvPr id="866" name="Freihandform: Form 63"/>
              <p:cNvSpPr/>
              <p:nvPr/>
            </p:nvSpPr>
            <p:spPr>
              <a:xfrm>
                <a:off x="787212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67" name="Freihandform: Form 64"/>
              <p:cNvSpPr/>
              <p:nvPr/>
            </p:nvSpPr>
            <p:spPr>
              <a:xfrm>
                <a:off x="7922160" y="834120"/>
                <a:ext cx="23400" cy="39960"/>
              </a:xfrm>
              <a:custGeom>
                <a:avLst/>
                <a:gdLst>
                  <a:gd name="textAreaLeft" fmla="*/ 0 w 23400"/>
                  <a:gd name="textAreaRight" fmla="*/ 25200 w 23400"/>
                  <a:gd name="textAreaTop" fmla="*/ 0 h 39960"/>
                  <a:gd name="textAreaBottom" fmla="*/ 41760 h 3996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68" name="Freihandform: Form 47"/>
            <p:cNvSpPr/>
            <p:nvPr/>
          </p:nvSpPr>
          <p:spPr>
            <a:xfrm>
              <a:off x="795924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69" name="Grafik 9"/>
            <p:cNvGrpSpPr/>
            <p:nvPr/>
          </p:nvGrpSpPr>
          <p:grpSpPr>
            <a:xfrm>
              <a:off x="7979760" y="812160"/>
              <a:ext cx="77400" cy="63720"/>
              <a:chOff x="7979760" y="812160"/>
              <a:chExt cx="77400" cy="63720"/>
            </a:xfrm>
          </p:grpSpPr>
          <p:sp>
            <p:nvSpPr>
              <p:cNvPr id="870" name="Freihandform: Form 61"/>
              <p:cNvSpPr/>
              <p:nvPr/>
            </p:nvSpPr>
            <p:spPr>
              <a:xfrm>
                <a:off x="7979760" y="834120"/>
                <a:ext cx="32760" cy="417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41760"/>
                  <a:gd name="textAreaBottom" fmla="*/ 43560 h 4176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1" name="Freihandform: Form 62"/>
              <p:cNvSpPr/>
              <p:nvPr/>
            </p:nvSpPr>
            <p:spPr>
              <a:xfrm>
                <a:off x="8024400" y="812160"/>
                <a:ext cx="32760" cy="615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61560"/>
                  <a:gd name="textAreaBottom" fmla="*/ 63360 h 6156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72" name="Freihandform: Form 53"/>
            <p:cNvSpPr/>
            <p:nvPr/>
          </p:nvSpPr>
          <p:spPr>
            <a:xfrm>
              <a:off x="810648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73" name="Freihandform: Form 54"/>
            <p:cNvSpPr/>
            <p:nvPr/>
          </p:nvSpPr>
          <p:spPr>
            <a:xfrm>
              <a:off x="816480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74" name="Freihandform: Form 55"/>
            <p:cNvSpPr/>
            <p:nvPr/>
          </p:nvSpPr>
          <p:spPr>
            <a:xfrm>
              <a:off x="821340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75" name="Grafik 9"/>
            <p:cNvGrpSpPr/>
            <p:nvPr/>
          </p:nvGrpSpPr>
          <p:grpSpPr>
            <a:xfrm>
              <a:off x="7741440" y="834120"/>
              <a:ext cx="1048320" cy="179280"/>
              <a:chOff x="7741440" y="834120"/>
              <a:chExt cx="1048320" cy="179280"/>
            </a:xfrm>
          </p:grpSpPr>
          <p:sp>
            <p:nvSpPr>
              <p:cNvPr id="876" name="Freihandform: Form 57"/>
              <p:cNvSpPr/>
              <p:nvPr/>
            </p:nvSpPr>
            <p:spPr>
              <a:xfrm>
                <a:off x="823644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7" name="Freihandform: Form 58"/>
              <p:cNvSpPr/>
              <p:nvPr/>
            </p:nvSpPr>
            <p:spPr>
              <a:xfrm>
                <a:off x="8284680" y="834120"/>
                <a:ext cx="34560" cy="41760"/>
              </a:xfrm>
              <a:custGeom>
                <a:avLst/>
                <a:gdLst>
                  <a:gd name="textAreaLeft" fmla="*/ 0 w 34560"/>
                  <a:gd name="textAreaRight" fmla="*/ 36360 w 34560"/>
                  <a:gd name="textAreaTop" fmla="*/ 0 h 41760"/>
                  <a:gd name="textAreaBottom" fmla="*/ 43560 h 4176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8" name="Freihandform: Form 59"/>
              <p:cNvSpPr/>
              <p:nvPr/>
            </p:nvSpPr>
            <p:spPr>
              <a:xfrm>
                <a:off x="7741440" y="914040"/>
                <a:ext cx="882720" cy="61560"/>
              </a:xfrm>
              <a:custGeom>
                <a:avLst/>
                <a:gdLst>
                  <a:gd name="textAreaLeft" fmla="*/ 0 w 882720"/>
                  <a:gd name="textAreaRight" fmla="*/ 884520 w 882720"/>
                  <a:gd name="textAreaTop" fmla="*/ 0 h 61560"/>
                  <a:gd name="textAreaBottom" fmla="*/ 63360 h 6156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9" name="Freihandform: Form 60"/>
              <p:cNvSpPr/>
              <p:nvPr/>
            </p:nvSpPr>
            <p:spPr>
              <a:xfrm>
                <a:off x="8677440" y="915480"/>
                <a:ext cx="112320" cy="97920"/>
              </a:xfrm>
              <a:custGeom>
                <a:avLst/>
                <a:gdLst>
                  <a:gd name="textAreaLeft" fmla="*/ 0 w 112320"/>
                  <a:gd name="textAreaRight" fmla="*/ 114120 w 112320"/>
                  <a:gd name="textAreaTop" fmla="*/ 0 h 97920"/>
                  <a:gd name="textAreaBottom" fmla="*/ 99720 h 9792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apiteltrenner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0" name="Gruppieren 6"/>
          <p:cNvGrpSpPr/>
          <p:nvPr/>
        </p:nvGrpSpPr>
        <p:grpSpPr>
          <a:xfrm>
            <a:off x="-5040" y="4950720"/>
            <a:ext cx="9147240" cy="196200"/>
            <a:chOff x="-5040" y="4950720"/>
            <a:chExt cx="9147240" cy="196200"/>
          </a:xfrm>
        </p:grpSpPr>
        <p:sp>
          <p:nvSpPr>
            <p:cNvPr id="881" name="bk object 18"/>
            <p:cNvSpPr/>
            <p:nvPr/>
          </p:nvSpPr>
          <p:spPr>
            <a:xfrm>
              <a:off x="-5040" y="4950720"/>
              <a:ext cx="483120" cy="196200"/>
            </a:xfrm>
            <a:custGeom>
              <a:avLst/>
              <a:gdLst>
                <a:gd name="textAreaLeft" fmla="*/ 0 w 483120"/>
                <a:gd name="textAreaRight" fmla="*/ 484920 w 48312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82" name="bk object 18"/>
            <p:cNvSpPr/>
            <p:nvPr/>
          </p:nvSpPr>
          <p:spPr>
            <a:xfrm>
              <a:off x="522360" y="4950720"/>
              <a:ext cx="8619840" cy="196200"/>
            </a:xfrm>
            <a:custGeom>
              <a:avLst/>
              <a:gdLst>
                <a:gd name="textAreaLeft" fmla="*/ 0 w 8619840"/>
                <a:gd name="textAreaRight" fmla="*/ 8621640 w 861984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83" name="Holder 3"/>
            <p:cNvSpPr/>
            <p:nvPr/>
          </p:nvSpPr>
          <p:spPr>
            <a:xfrm>
              <a:off x="8194680" y="4966200"/>
              <a:ext cx="447840" cy="165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884" name="Gerader Verbinder 11"/>
          <p:cNvCxnSpPr/>
          <p:nvPr/>
        </p:nvCxnSpPr>
        <p:spPr>
          <a:xfrm>
            <a:off x="521280" y="974520"/>
            <a:ext cx="6833880" cy="180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885" name="Grafik 9"/>
          <p:cNvGrpSpPr/>
          <p:nvPr/>
        </p:nvGrpSpPr>
        <p:grpSpPr>
          <a:xfrm>
            <a:off x="7741440" y="394200"/>
            <a:ext cx="1048320" cy="619200"/>
            <a:chOff x="7741440" y="394200"/>
            <a:chExt cx="1048320" cy="619200"/>
          </a:xfrm>
        </p:grpSpPr>
        <p:grpSp>
          <p:nvGrpSpPr>
            <p:cNvPr id="886" name="Grafik 9"/>
            <p:cNvGrpSpPr/>
            <p:nvPr/>
          </p:nvGrpSpPr>
          <p:grpSpPr>
            <a:xfrm>
              <a:off x="7741440" y="394200"/>
              <a:ext cx="883080" cy="430560"/>
              <a:chOff x="7741440" y="394200"/>
              <a:chExt cx="883080" cy="430560"/>
            </a:xfrm>
          </p:grpSpPr>
          <p:sp>
            <p:nvSpPr>
              <p:cNvPr id="887" name="Freihandform: Form 20"/>
              <p:cNvSpPr/>
              <p:nvPr/>
            </p:nvSpPr>
            <p:spPr>
              <a:xfrm>
                <a:off x="8358120" y="480600"/>
                <a:ext cx="266400" cy="26676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266760"/>
                  <a:gd name="textAreaBottom" fmla="*/ 268560 h 26676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8" name="Freihandform: Form 21"/>
              <p:cNvSpPr/>
              <p:nvPr/>
            </p:nvSpPr>
            <p:spPr>
              <a:xfrm>
                <a:off x="774144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9" name="Freihandform: Form 22"/>
              <p:cNvSpPr/>
              <p:nvPr/>
            </p:nvSpPr>
            <p:spPr>
              <a:xfrm>
                <a:off x="805068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0" name="Freihandform: Form 23"/>
              <p:cNvSpPr/>
              <p:nvPr/>
            </p:nvSpPr>
            <p:spPr>
              <a:xfrm>
                <a:off x="784800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1" name="Freihandform: Form 24"/>
              <p:cNvSpPr/>
              <p:nvPr/>
            </p:nvSpPr>
            <p:spPr>
              <a:xfrm>
                <a:off x="795816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2" name="Freihandform: Form 25"/>
              <p:cNvSpPr/>
              <p:nvPr/>
            </p:nvSpPr>
            <p:spPr>
              <a:xfrm>
                <a:off x="821232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93" name="Freihandform: Form 26"/>
            <p:cNvSpPr/>
            <p:nvPr/>
          </p:nvSpPr>
          <p:spPr>
            <a:xfrm>
              <a:off x="774144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94" name="Freihandform: Form 27"/>
            <p:cNvSpPr/>
            <p:nvPr/>
          </p:nvSpPr>
          <p:spPr>
            <a:xfrm>
              <a:off x="779976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95" name="Freihandform: Form 28"/>
            <p:cNvSpPr/>
            <p:nvPr/>
          </p:nvSpPr>
          <p:spPr>
            <a:xfrm>
              <a:off x="784908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96" name="Grafik 9"/>
            <p:cNvGrpSpPr/>
            <p:nvPr/>
          </p:nvGrpSpPr>
          <p:grpSpPr>
            <a:xfrm>
              <a:off x="7872120" y="834120"/>
              <a:ext cx="73440" cy="39960"/>
              <a:chOff x="7872120" y="834120"/>
              <a:chExt cx="73440" cy="39960"/>
            </a:xfrm>
          </p:grpSpPr>
          <p:sp>
            <p:nvSpPr>
              <p:cNvPr id="897" name="Freihandform: Form 30"/>
              <p:cNvSpPr/>
              <p:nvPr/>
            </p:nvSpPr>
            <p:spPr>
              <a:xfrm>
                <a:off x="787212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8" name="Freihandform: Form 31"/>
              <p:cNvSpPr/>
              <p:nvPr/>
            </p:nvSpPr>
            <p:spPr>
              <a:xfrm>
                <a:off x="7922160" y="834120"/>
                <a:ext cx="23400" cy="39960"/>
              </a:xfrm>
              <a:custGeom>
                <a:avLst/>
                <a:gdLst>
                  <a:gd name="textAreaLeft" fmla="*/ 0 w 23400"/>
                  <a:gd name="textAreaRight" fmla="*/ 25200 w 23400"/>
                  <a:gd name="textAreaTop" fmla="*/ 0 h 39960"/>
                  <a:gd name="textAreaBottom" fmla="*/ 41760 h 3996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99" name="Freihandform: Form 32"/>
            <p:cNvSpPr/>
            <p:nvPr/>
          </p:nvSpPr>
          <p:spPr>
            <a:xfrm>
              <a:off x="795924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900" name="Grafik 9"/>
            <p:cNvGrpSpPr/>
            <p:nvPr/>
          </p:nvGrpSpPr>
          <p:grpSpPr>
            <a:xfrm>
              <a:off x="7979760" y="812160"/>
              <a:ext cx="77400" cy="63720"/>
              <a:chOff x="7979760" y="812160"/>
              <a:chExt cx="77400" cy="63720"/>
            </a:xfrm>
          </p:grpSpPr>
          <p:sp>
            <p:nvSpPr>
              <p:cNvPr id="901" name="Freihandform: Form 34"/>
              <p:cNvSpPr/>
              <p:nvPr/>
            </p:nvSpPr>
            <p:spPr>
              <a:xfrm>
                <a:off x="7979760" y="834120"/>
                <a:ext cx="32760" cy="417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41760"/>
                  <a:gd name="textAreaBottom" fmla="*/ 43560 h 4176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02" name="Freihandform: Form 35"/>
              <p:cNvSpPr/>
              <p:nvPr/>
            </p:nvSpPr>
            <p:spPr>
              <a:xfrm>
                <a:off x="8024400" y="812160"/>
                <a:ext cx="32760" cy="615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61560"/>
                  <a:gd name="textAreaBottom" fmla="*/ 63360 h 6156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903" name="Freihandform: Form 36"/>
            <p:cNvSpPr/>
            <p:nvPr/>
          </p:nvSpPr>
          <p:spPr>
            <a:xfrm>
              <a:off x="810648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04" name="Freihandform: Form 37"/>
            <p:cNvSpPr/>
            <p:nvPr/>
          </p:nvSpPr>
          <p:spPr>
            <a:xfrm>
              <a:off x="816480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05" name="Freihandform: Form 38"/>
            <p:cNvSpPr/>
            <p:nvPr/>
          </p:nvSpPr>
          <p:spPr>
            <a:xfrm>
              <a:off x="821340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906" name="Grafik 9"/>
            <p:cNvGrpSpPr/>
            <p:nvPr/>
          </p:nvGrpSpPr>
          <p:grpSpPr>
            <a:xfrm>
              <a:off x="7741440" y="834120"/>
              <a:ext cx="1048320" cy="179280"/>
              <a:chOff x="7741440" y="834120"/>
              <a:chExt cx="1048320" cy="179280"/>
            </a:xfrm>
          </p:grpSpPr>
          <p:sp>
            <p:nvSpPr>
              <p:cNvPr id="907" name="Freihandform: Form 40"/>
              <p:cNvSpPr/>
              <p:nvPr/>
            </p:nvSpPr>
            <p:spPr>
              <a:xfrm>
                <a:off x="823644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08" name="Freihandform: Form 41"/>
              <p:cNvSpPr/>
              <p:nvPr/>
            </p:nvSpPr>
            <p:spPr>
              <a:xfrm>
                <a:off x="8284680" y="834120"/>
                <a:ext cx="34560" cy="41760"/>
              </a:xfrm>
              <a:custGeom>
                <a:avLst/>
                <a:gdLst>
                  <a:gd name="textAreaLeft" fmla="*/ 0 w 34560"/>
                  <a:gd name="textAreaRight" fmla="*/ 36360 w 34560"/>
                  <a:gd name="textAreaTop" fmla="*/ 0 h 41760"/>
                  <a:gd name="textAreaBottom" fmla="*/ 43560 h 4176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09" name="Freihandform: Form 42"/>
              <p:cNvSpPr/>
              <p:nvPr/>
            </p:nvSpPr>
            <p:spPr>
              <a:xfrm>
                <a:off x="7741440" y="914040"/>
                <a:ext cx="882720" cy="61560"/>
              </a:xfrm>
              <a:custGeom>
                <a:avLst/>
                <a:gdLst>
                  <a:gd name="textAreaLeft" fmla="*/ 0 w 882720"/>
                  <a:gd name="textAreaRight" fmla="*/ 884520 w 882720"/>
                  <a:gd name="textAreaTop" fmla="*/ 0 h 61560"/>
                  <a:gd name="textAreaBottom" fmla="*/ 63360 h 6156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0" name="Freihandform: Form 43"/>
              <p:cNvSpPr/>
              <p:nvPr/>
            </p:nvSpPr>
            <p:spPr>
              <a:xfrm>
                <a:off x="8677440" y="915480"/>
                <a:ext cx="112320" cy="97920"/>
              </a:xfrm>
              <a:custGeom>
                <a:avLst/>
                <a:gdLst>
                  <a:gd name="textAreaLeft" fmla="*/ 0 w 112320"/>
                  <a:gd name="textAreaRight" fmla="*/ 114120 w 112320"/>
                  <a:gd name="textAreaTop" fmla="*/ 0 h 97920"/>
                  <a:gd name="textAreaBottom" fmla="*/ 99720 h 9792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911" name="Freihandform: Form 44" hidden="1"/>
          <p:cNvSpPr/>
          <p:nvPr/>
        </p:nvSpPr>
        <p:spPr>
          <a:xfrm>
            <a:off x="-5040" y="407880"/>
            <a:ext cx="335520" cy="293040"/>
          </a:xfrm>
          <a:custGeom>
            <a:avLst/>
            <a:gdLst>
              <a:gd name="textAreaLeft" fmla="*/ 0 w 335520"/>
              <a:gd name="textAreaRight" fmla="*/ 337320 w 335520"/>
              <a:gd name="textAreaTop" fmla="*/ 0 h 293040"/>
              <a:gd name="textAreaBottom" fmla="*/ 294840 h 29304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912" name="Gruppieren 49"/>
          <p:cNvGrpSpPr/>
          <p:nvPr/>
        </p:nvGrpSpPr>
        <p:grpSpPr>
          <a:xfrm>
            <a:off x="-5040" y="4950720"/>
            <a:ext cx="9147240" cy="196200"/>
            <a:chOff x="-5040" y="4950720"/>
            <a:chExt cx="9147240" cy="196200"/>
          </a:xfrm>
        </p:grpSpPr>
        <p:sp>
          <p:nvSpPr>
            <p:cNvPr id="913" name="bk object 18"/>
            <p:cNvSpPr/>
            <p:nvPr/>
          </p:nvSpPr>
          <p:spPr>
            <a:xfrm>
              <a:off x="-5040" y="4950720"/>
              <a:ext cx="483120" cy="196200"/>
            </a:xfrm>
            <a:custGeom>
              <a:avLst/>
              <a:gdLst>
                <a:gd name="textAreaLeft" fmla="*/ 0 w 483120"/>
                <a:gd name="textAreaRight" fmla="*/ 484920 w 48312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14" name="bk object 18"/>
            <p:cNvSpPr/>
            <p:nvPr/>
          </p:nvSpPr>
          <p:spPr>
            <a:xfrm>
              <a:off x="522360" y="4950720"/>
              <a:ext cx="8619840" cy="196200"/>
            </a:xfrm>
            <a:custGeom>
              <a:avLst/>
              <a:gdLst>
                <a:gd name="textAreaLeft" fmla="*/ 0 w 8619840"/>
                <a:gd name="textAreaRight" fmla="*/ 8621640 w 861984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15" name="Holder 3"/>
            <p:cNvSpPr/>
            <p:nvPr/>
          </p:nvSpPr>
          <p:spPr>
            <a:xfrm>
              <a:off x="8194680" y="4966200"/>
              <a:ext cx="447840" cy="165960"/>
            </a:xfrm>
            <a:prstGeom prst="rect">
              <a:avLst/>
            </a:pr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16" name="PlaceHolder 1"/>
          <p:cNvSpPr>
            <a:spLocks noGrp="1"/>
          </p:cNvSpPr>
          <p:nvPr>
            <p:ph type="title"/>
          </p:nvPr>
        </p:nvSpPr>
        <p:spPr>
          <a:xfrm>
            <a:off x="3843000" y="3034440"/>
            <a:ext cx="4777920" cy="91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917" name="PlaceHolder 2"/>
          <p:cNvSpPr>
            <a:spLocks noGrp="1"/>
          </p:cNvSpPr>
          <p:nvPr>
            <p:ph type="ftr" idx="35"/>
          </p:nvPr>
        </p:nvSpPr>
        <p:spPr>
          <a:xfrm>
            <a:off x="628560" y="4975560"/>
            <a:ext cx="712800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8" name="PlaceHolder 3"/>
          <p:cNvSpPr>
            <a:spLocks noGrp="1"/>
          </p:cNvSpPr>
          <p:nvPr>
            <p:ph type="sldNum" idx="36"/>
          </p:nvPr>
        </p:nvSpPr>
        <p:spPr>
          <a:xfrm>
            <a:off x="35640" y="4975560"/>
            <a:ext cx="33552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BF39FC72-3AA3-4948-987D-D7004168BCA9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919" name="Grafik 9"/>
          <p:cNvGrpSpPr/>
          <p:nvPr/>
        </p:nvGrpSpPr>
        <p:grpSpPr>
          <a:xfrm>
            <a:off x="7741440" y="394200"/>
            <a:ext cx="1048320" cy="619200"/>
            <a:chOff x="7741440" y="394200"/>
            <a:chExt cx="1048320" cy="619200"/>
          </a:xfrm>
        </p:grpSpPr>
        <p:grpSp>
          <p:nvGrpSpPr>
            <p:cNvPr id="920" name="Grafik 9"/>
            <p:cNvGrpSpPr/>
            <p:nvPr/>
          </p:nvGrpSpPr>
          <p:grpSpPr>
            <a:xfrm>
              <a:off x="7741440" y="394200"/>
              <a:ext cx="883080" cy="430560"/>
              <a:chOff x="7741440" y="394200"/>
              <a:chExt cx="883080" cy="430560"/>
            </a:xfrm>
          </p:grpSpPr>
          <p:sp>
            <p:nvSpPr>
              <p:cNvPr id="921" name="Freihandform: Form 65"/>
              <p:cNvSpPr/>
              <p:nvPr/>
            </p:nvSpPr>
            <p:spPr>
              <a:xfrm>
                <a:off x="8358120" y="480600"/>
                <a:ext cx="266400" cy="26676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266760"/>
                  <a:gd name="textAreaBottom" fmla="*/ 268560 h 26676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2" name="Freihandform: Form 66"/>
              <p:cNvSpPr/>
              <p:nvPr/>
            </p:nvSpPr>
            <p:spPr>
              <a:xfrm>
                <a:off x="774144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3" name="Freihandform: Form 67"/>
              <p:cNvSpPr/>
              <p:nvPr/>
            </p:nvSpPr>
            <p:spPr>
              <a:xfrm>
                <a:off x="805068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4" name="Freihandform: Form 68"/>
              <p:cNvSpPr/>
              <p:nvPr/>
            </p:nvSpPr>
            <p:spPr>
              <a:xfrm>
                <a:off x="784800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5" name="Freihandform: Form 69"/>
              <p:cNvSpPr/>
              <p:nvPr/>
            </p:nvSpPr>
            <p:spPr>
              <a:xfrm>
                <a:off x="795816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6" name="Freihandform: Form 70"/>
              <p:cNvSpPr/>
              <p:nvPr/>
            </p:nvSpPr>
            <p:spPr>
              <a:xfrm>
                <a:off x="821232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927" name="Freihandform: Form 43"/>
            <p:cNvSpPr/>
            <p:nvPr/>
          </p:nvSpPr>
          <p:spPr>
            <a:xfrm>
              <a:off x="774144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28" name="Freihandform: Form 44"/>
            <p:cNvSpPr/>
            <p:nvPr/>
          </p:nvSpPr>
          <p:spPr>
            <a:xfrm>
              <a:off x="779976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29" name="Freihandform: Form 45"/>
            <p:cNvSpPr/>
            <p:nvPr/>
          </p:nvSpPr>
          <p:spPr>
            <a:xfrm>
              <a:off x="784908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930" name="Grafik 9"/>
            <p:cNvGrpSpPr/>
            <p:nvPr/>
          </p:nvGrpSpPr>
          <p:grpSpPr>
            <a:xfrm>
              <a:off x="7872120" y="834120"/>
              <a:ext cx="73440" cy="39960"/>
              <a:chOff x="7872120" y="834120"/>
              <a:chExt cx="73440" cy="39960"/>
            </a:xfrm>
          </p:grpSpPr>
          <p:sp>
            <p:nvSpPr>
              <p:cNvPr id="931" name="Freihandform: Form 63"/>
              <p:cNvSpPr/>
              <p:nvPr/>
            </p:nvSpPr>
            <p:spPr>
              <a:xfrm>
                <a:off x="787212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32" name="Freihandform: Form 64"/>
              <p:cNvSpPr/>
              <p:nvPr/>
            </p:nvSpPr>
            <p:spPr>
              <a:xfrm>
                <a:off x="7922160" y="834120"/>
                <a:ext cx="23400" cy="39960"/>
              </a:xfrm>
              <a:custGeom>
                <a:avLst/>
                <a:gdLst>
                  <a:gd name="textAreaLeft" fmla="*/ 0 w 23400"/>
                  <a:gd name="textAreaRight" fmla="*/ 25200 w 23400"/>
                  <a:gd name="textAreaTop" fmla="*/ 0 h 39960"/>
                  <a:gd name="textAreaBottom" fmla="*/ 41760 h 3996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933" name="Freihandform: Form 47"/>
            <p:cNvSpPr/>
            <p:nvPr/>
          </p:nvSpPr>
          <p:spPr>
            <a:xfrm>
              <a:off x="795924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934" name="Grafik 9"/>
            <p:cNvGrpSpPr/>
            <p:nvPr/>
          </p:nvGrpSpPr>
          <p:grpSpPr>
            <a:xfrm>
              <a:off x="7979760" y="812160"/>
              <a:ext cx="77400" cy="63720"/>
              <a:chOff x="7979760" y="812160"/>
              <a:chExt cx="77400" cy="63720"/>
            </a:xfrm>
          </p:grpSpPr>
          <p:sp>
            <p:nvSpPr>
              <p:cNvPr id="935" name="Freihandform: Form 61"/>
              <p:cNvSpPr/>
              <p:nvPr/>
            </p:nvSpPr>
            <p:spPr>
              <a:xfrm>
                <a:off x="7979760" y="834120"/>
                <a:ext cx="32760" cy="417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41760"/>
                  <a:gd name="textAreaBottom" fmla="*/ 43560 h 4176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36" name="Freihandform: Form 62"/>
              <p:cNvSpPr/>
              <p:nvPr/>
            </p:nvSpPr>
            <p:spPr>
              <a:xfrm>
                <a:off x="8024400" y="812160"/>
                <a:ext cx="32760" cy="615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61560"/>
                  <a:gd name="textAreaBottom" fmla="*/ 63360 h 6156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937" name="Freihandform: Form 53"/>
            <p:cNvSpPr/>
            <p:nvPr/>
          </p:nvSpPr>
          <p:spPr>
            <a:xfrm>
              <a:off x="810648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38" name="Freihandform: Form 54"/>
            <p:cNvSpPr/>
            <p:nvPr/>
          </p:nvSpPr>
          <p:spPr>
            <a:xfrm>
              <a:off x="816480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39" name="Freihandform: Form 55"/>
            <p:cNvSpPr/>
            <p:nvPr/>
          </p:nvSpPr>
          <p:spPr>
            <a:xfrm>
              <a:off x="821340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940" name="Grafik 9"/>
            <p:cNvGrpSpPr/>
            <p:nvPr/>
          </p:nvGrpSpPr>
          <p:grpSpPr>
            <a:xfrm>
              <a:off x="7741440" y="834120"/>
              <a:ext cx="1048320" cy="179280"/>
              <a:chOff x="7741440" y="834120"/>
              <a:chExt cx="1048320" cy="179280"/>
            </a:xfrm>
          </p:grpSpPr>
          <p:sp>
            <p:nvSpPr>
              <p:cNvPr id="941" name="Freihandform: Form 57"/>
              <p:cNvSpPr/>
              <p:nvPr/>
            </p:nvSpPr>
            <p:spPr>
              <a:xfrm>
                <a:off x="823644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42" name="Freihandform: Form 58"/>
              <p:cNvSpPr/>
              <p:nvPr/>
            </p:nvSpPr>
            <p:spPr>
              <a:xfrm>
                <a:off x="8284680" y="834120"/>
                <a:ext cx="34560" cy="41760"/>
              </a:xfrm>
              <a:custGeom>
                <a:avLst/>
                <a:gdLst>
                  <a:gd name="textAreaLeft" fmla="*/ 0 w 34560"/>
                  <a:gd name="textAreaRight" fmla="*/ 36360 w 34560"/>
                  <a:gd name="textAreaTop" fmla="*/ 0 h 41760"/>
                  <a:gd name="textAreaBottom" fmla="*/ 43560 h 4176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43" name="Freihandform: Form 59"/>
              <p:cNvSpPr/>
              <p:nvPr/>
            </p:nvSpPr>
            <p:spPr>
              <a:xfrm>
                <a:off x="7741440" y="914040"/>
                <a:ext cx="882720" cy="61560"/>
              </a:xfrm>
              <a:custGeom>
                <a:avLst/>
                <a:gdLst>
                  <a:gd name="textAreaLeft" fmla="*/ 0 w 882720"/>
                  <a:gd name="textAreaRight" fmla="*/ 884520 w 882720"/>
                  <a:gd name="textAreaTop" fmla="*/ 0 h 61560"/>
                  <a:gd name="textAreaBottom" fmla="*/ 63360 h 6156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44" name="Freihandform: Form 60"/>
              <p:cNvSpPr/>
              <p:nvPr/>
            </p:nvSpPr>
            <p:spPr>
              <a:xfrm>
                <a:off x="8677440" y="915480"/>
                <a:ext cx="112320" cy="97920"/>
              </a:xfrm>
              <a:custGeom>
                <a:avLst/>
                <a:gdLst>
                  <a:gd name="textAreaLeft" fmla="*/ 0 w 112320"/>
                  <a:gd name="textAreaRight" fmla="*/ 114120 w 112320"/>
                  <a:gd name="textAreaTop" fmla="*/ 0 h 97920"/>
                  <a:gd name="textAreaBottom" fmla="*/ 99720 h 9792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sverzeichnis 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45" name="Gruppieren 6"/>
          <p:cNvGrpSpPr/>
          <p:nvPr/>
        </p:nvGrpSpPr>
        <p:grpSpPr>
          <a:xfrm>
            <a:off x="-5040" y="4950720"/>
            <a:ext cx="9147240" cy="196200"/>
            <a:chOff x="-5040" y="4950720"/>
            <a:chExt cx="9147240" cy="196200"/>
          </a:xfrm>
        </p:grpSpPr>
        <p:sp>
          <p:nvSpPr>
            <p:cNvPr id="946" name="bk object 18"/>
            <p:cNvSpPr/>
            <p:nvPr/>
          </p:nvSpPr>
          <p:spPr>
            <a:xfrm>
              <a:off x="-5040" y="4950720"/>
              <a:ext cx="483120" cy="196200"/>
            </a:xfrm>
            <a:custGeom>
              <a:avLst/>
              <a:gdLst>
                <a:gd name="textAreaLeft" fmla="*/ 0 w 483120"/>
                <a:gd name="textAreaRight" fmla="*/ 484920 w 48312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47" name="bk object 18"/>
            <p:cNvSpPr/>
            <p:nvPr/>
          </p:nvSpPr>
          <p:spPr>
            <a:xfrm>
              <a:off x="522360" y="4950720"/>
              <a:ext cx="8619840" cy="196200"/>
            </a:xfrm>
            <a:custGeom>
              <a:avLst/>
              <a:gdLst>
                <a:gd name="textAreaLeft" fmla="*/ 0 w 8619840"/>
                <a:gd name="textAreaRight" fmla="*/ 8621640 w 861984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48" name="Holder 3"/>
            <p:cNvSpPr/>
            <p:nvPr/>
          </p:nvSpPr>
          <p:spPr>
            <a:xfrm>
              <a:off x="8194680" y="4966200"/>
              <a:ext cx="447840" cy="165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949" name="Gerader Verbinder 11"/>
          <p:cNvCxnSpPr/>
          <p:nvPr/>
        </p:nvCxnSpPr>
        <p:spPr>
          <a:xfrm>
            <a:off x="521280" y="974520"/>
            <a:ext cx="6833880" cy="180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950" name="Grafik 9"/>
          <p:cNvGrpSpPr/>
          <p:nvPr/>
        </p:nvGrpSpPr>
        <p:grpSpPr>
          <a:xfrm>
            <a:off x="7741440" y="394200"/>
            <a:ext cx="1048320" cy="619200"/>
            <a:chOff x="7741440" y="394200"/>
            <a:chExt cx="1048320" cy="619200"/>
          </a:xfrm>
        </p:grpSpPr>
        <p:grpSp>
          <p:nvGrpSpPr>
            <p:cNvPr id="951" name="Grafik 9"/>
            <p:cNvGrpSpPr/>
            <p:nvPr/>
          </p:nvGrpSpPr>
          <p:grpSpPr>
            <a:xfrm>
              <a:off x="7741440" y="394200"/>
              <a:ext cx="883080" cy="430560"/>
              <a:chOff x="7741440" y="394200"/>
              <a:chExt cx="883080" cy="430560"/>
            </a:xfrm>
          </p:grpSpPr>
          <p:sp>
            <p:nvSpPr>
              <p:cNvPr id="952" name="Freihandform: Form 20"/>
              <p:cNvSpPr/>
              <p:nvPr/>
            </p:nvSpPr>
            <p:spPr>
              <a:xfrm>
                <a:off x="8358120" y="480600"/>
                <a:ext cx="266400" cy="26676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266760"/>
                  <a:gd name="textAreaBottom" fmla="*/ 268560 h 26676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3" name="Freihandform: Form 21"/>
              <p:cNvSpPr/>
              <p:nvPr/>
            </p:nvSpPr>
            <p:spPr>
              <a:xfrm>
                <a:off x="774144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4" name="Freihandform: Form 22"/>
              <p:cNvSpPr/>
              <p:nvPr/>
            </p:nvSpPr>
            <p:spPr>
              <a:xfrm>
                <a:off x="805068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5" name="Freihandform: Form 23"/>
              <p:cNvSpPr/>
              <p:nvPr/>
            </p:nvSpPr>
            <p:spPr>
              <a:xfrm>
                <a:off x="784800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6" name="Freihandform: Form 24"/>
              <p:cNvSpPr/>
              <p:nvPr/>
            </p:nvSpPr>
            <p:spPr>
              <a:xfrm>
                <a:off x="795816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7" name="Freihandform: Form 25"/>
              <p:cNvSpPr/>
              <p:nvPr/>
            </p:nvSpPr>
            <p:spPr>
              <a:xfrm>
                <a:off x="821232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958" name="Freihandform: Form 26"/>
            <p:cNvSpPr/>
            <p:nvPr/>
          </p:nvSpPr>
          <p:spPr>
            <a:xfrm>
              <a:off x="774144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59" name="Freihandform: Form 27"/>
            <p:cNvSpPr/>
            <p:nvPr/>
          </p:nvSpPr>
          <p:spPr>
            <a:xfrm>
              <a:off x="779976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60" name="Freihandform: Form 28"/>
            <p:cNvSpPr/>
            <p:nvPr/>
          </p:nvSpPr>
          <p:spPr>
            <a:xfrm>
              <a:off x="784908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961" name="Grafik 9"/>
            <p:cNvGrpSpPr/>
            <p:nvPr/>
          </p:nvGrpSpPr>
          <p:grpSpPr>
            <a:xfrm>
              <a:off x="7872120" y="834120"/>
              <a:ext cx="73440" cy="39960"/>
              <a:chOff x="7872120" y="834120"/>
              <a:chExt cx="73440" cy="39960"/>
            </a:xfrm>
          </p:grpSpPr>
          <p:sp>
            <p:nvSpPr>
              <p:cNvPr id="962" name="Freihandform: Form 30"/>
              <p:cNvSpPr/>
              <p:nvPr/>
            </p:nvSpPr>
            <p:spPr>
              <a:xfrm>
                <a:off x="787212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63" name="Freihandform: Form 31"/>
              <p:cNvSpPr/>
              <p:nvPr/>
            </p:nvSpPr>
            <p:spPr>
              <a:xfrm>
                <a:off x="7922160" y="834120"/>
                <a:ext cx="23400" cy="39960"/>
              </a:xfrm>
              <a:custGeom>
                <a:avLst/>
                <a:gdLst>
                  <a:gd name="textAreaLeft" fmla="*/ 0 w 23400"/>
                  <a:gd name="textAreaRight" fmla="*/ 25200 w 23400"/>
                  <a:gd name="textAreaTop" fmla="*/ 0 h 39960"/>
                  <a:gd name="textAreaBottom" fmla="*/ 41760 h 3996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964" name="Freihandform: Form 32"/>
            <p:cNvSpPr/>
            <p:nvPr/>
          </p:nvSpPr>
          <p:spPr>
            <a:xfrm>
              <a:off x="795924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965" name="Grafik 9"/>
            <p:cNvGrpSpPr/>
            <p:nvPr/>
          </p:nvGrpSpPr>
          <p:grpSpPr>
            <a:xfrm>
              <a:off x="7979760" y="812160"/>
              <a:ext cx="77400" cy="63720"/>
              <a:chOff x="7979760" y="812160"/>
              <a:chExt cx="77400" cy="63720"/>
            </a:xfrm>
          </p:grpSpPr>
          <p:sp>
            <p:nvSpPr>
              <p:cNvPr id="966" name="Freihandform: Form 34"/>
              <p:cNvSpPr/>
              <p:nvPr/>
            </p:nvSpPr>
            <p:spPr>
              <a:xfrm>
                <a:off x="7979760" y="834120"/>
                <a:ext cx="32760" cy="417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41760"/>
                  <a:gd name="textAreaBottom" fmla="*/ 43560 h 4176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67" name="Freihandform: Form 35"/>
              <p:cNvSpPr/>
              <p:nvPr/>
            </p:nvSpPr>
            <p:spPr>
              <a:xfrm>
                <a:off x="8024400" y="812160"/>
                <a:ext cx="32760" cy="615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61560"/>
                  <a:gd name="textAreaBottom" fmla="*/ 63360 h 6156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968" name="Freihandform: Form 36"/>
            <p:cNvSpPr/>
            <p:nvPr/>
          </p:nvSpPr>
          <p:spPr>
            <a:xfrm>
              <a:off x="810648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69" name="Freihandform: Form 37"/>
            <p:cNvSpPr/>
            <p:nvPr/>
          </p:nvSpPr>
          <p:spPr>
            <a:xfrm>
              <a:off x="816480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70" name="Freihandform: Form 38"/>
            <p:cNvSpPr/>
            <p:nvPr/>
          </p:nvSpPr>
          <p:spPr>
            <a:xfrm>
              <a:off x="821340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971" name="Grafik 9"/>
            <p:cNvGrpSpPr/>
            <p:nvPr/>
          </p:nvGrpSpPr>
          <p:grpSpPr>
            <a:xfrm>
              <a:off x="7741440" y="834120"/>
              <a:ext cx="1048320" cy="179280"/>
              <a:chOff x="7741440" y="834120"/>
              <a:chExt cx="1048320" cy="179280"/>
            </a:xfrm>
          </p:grpSpPr>
          <p:sp>
            <p:nvSpPr>
              <p:cNvPr id="972" name="Freihandform: Form 40"/>
              <p:cNvSpPr/>
              <p:nvPr/>
            </p:nvSpPr>
            <p:spPr>
              <a:xfrm>
                <a:off x="823644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73" name="Freihandform: Form 41"/>
              <p:cNvSpPr/>
              <p:nvPr/>
            </p:nvSpPr>
            <p:spPr>
              <a:xfrm>
                <a:off x="8284680" y="834120"/>
                <a:ext cx="34560" cy="41760"/>
              </a:xfrm>
              <a:custGeom>
                <a:avLst/>
                <a:gdLst>
                  <a:gd name="textAreaLeft" fmla="*/ 0 w 34560"/>
                  <a:gd name="textAreaRight" fmla="*/ 36360 w 34560"/>
                  <a:gd name="textAreaTop" fmla="*/ 0 h 41760"/>
                  <a:gd name="textAreaBottom" fmla="*/ 43560 h 4176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74" name="Freihandform: Form 42"/>
              <p:cNvSpPr/>
              <p:nvPr/>
            </p:nvSpPr>
            <p:spPr>
              <a:xfrm>
                <a:off x="7741440" y="914040"/>
                <a:ext cx="882720" cy="61560"/>
              </a:xfrm>
              <a:custGeom>
                <a:avLst/>
                <a:gdLst>
                  <a:gd name="textAreaLeft" fmla="*/ 0 w 882720"/>
                  <a:gd name="textAreaRight" fmla="*/ 884520 w 882720"/>
                  <a:gd name="textAreaTop" fmla="*/ 0 h 61560"/>
                  <a:gd name="textAreaBottom" fmla="*/ 63360 h 6156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75" name="Freihandform: Form 43"/>
              <p:cNvSpPr/>
              <p:nvPr/>
            </p:nvSpPr>
            <p:spPr>
              <a:xfrm>
                <a:off x="8677440" y="915480"/>
                <a:ext cx="112320" cy="97920"/>
              </a:xfrm>
              <a:custGeom>
                <a:avLst/>
                <a:gdLst>
                  <a:gd name="textAreaLeft" fmla="*/ 0 w 112320"/>
                  <a:gd name="textAreaRight" fmla="*/ 114120 w 112320"/>
                  <a:gd name="textAreaTop" fmla="*/ 0 h 97920"/>
                  <a:gd name="textAreaBottom" fmla="*/ 99720 h 9792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976" name="Freihandform: Form 44"/>
          <p:cNvSpPr/>
          <p:nvPr/>
        </p:nvSpPr>
        <p:spPr>
          <a:xfrm>
            <a:off x="-5040" y="407880"/>
            <a:ext cx="335520" cy="293040"/>
          </a:xfrm>
          <a:custGeom>
            <a:avLst/>
            <a:gdLst>
              <a:gd name="textAreaLeft" fmla="*/ 0 w 335520"/>
              <a:gd name="textAreaRight" fmla="*/ 337320 w 335520"/>
              <a:gd name="textAreaTop" fmla="*/ 0 h 293040"/>
              <a:gd name="textAreaBottom" fmla="*/ 294840 h 29304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77" name="PlaceHolder 1"/>
          <p:cNvSpPr>
            <a:spLocks noGrp="1"/>
          </p:cNvSpPr>
          <p:nvPr>
            <p:ph type="title" hasCustomPrompt="1"/>
          </p:nvPr>
        </p:nvSpPr>
        <p:spPr>
          <a:xfrm>
            <a:off x="526680" y="330840"/>
            <a:ext cx="6824880" cy="4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Inhaltsverzeichnis (Text bearbeiten)</a:t>
            </a:r>
            <a:endParaRPr lang="de-DE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978" name="PlaceHolder 2"/>
          <p:cNvSpPr>
            <a:spLocks noGrp="1"/>
          </p:cNvSpPr>
          <p:nvPr>
            <p:ph type="sldNum" idx="37"/>
          </p:nvPr>
        </p:nvSpPr>
        <p:spPr>
          <a:xfrm>
            <a:off x="35640" y="4975560"/>
            <a:ext cx="33552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5A7B5ACB-7D59-410E-9826-7CDA33937500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9" name="PlaceHolder 3"/>
          <p:cNvSpPr>
            <a:spLocks noGrp="1"/>
          </p:cNvSpPr>
          <p:nvPr>
            <p:ph type="ftr" idx="38"/>
          </p:nvPr>
        </p:nvSpPr>
        <p:spPr>
          <a:xfrm>
            <a:off x="628560" y="4975560"/>
            <a:ext cx="712800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0" name="PlaceHolder 4"/>
          <p:cNvSpPr>
            <a:spLocks noGrp="1"/>
          </p:cNvSpPr>
          <p:nvPr>
            <p:ph type="body" hasCustomPrompt="1"/>
          </p:nvPr>
        </p:nvSpPr>
        <p:spPr>
          <a:xfrm>
            <a:off x="5488200" y="1422360"/>
            <a:ext cx="3654000" cy="349056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81" name="PlaceHolder 5"/>
          <p:cNvSpPr>
            <a:spLocks noGrp="1"/>
          </p:cNvSpPr>
          <p:nvPr>
            <p:ph type="body"/>
          </p:nvPr>
        </p:nvSpPr>
        <p:spPr>
          <a:xfrm>
            <a:off x="521640" y="1422360"/>
            <a:ext cx="4584600" cy="349056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199"/>
              </a:spcBef>
              <a:buClr>
                <a:srgbClr val="006AB3"/>
              </a:buClr>
              <a:buFont typeface="Arial"/>
              <a:buAutoNum type="arabicPeriod"/>
              <a:tabLst>
                <a:tab pos="0" algn="l"/>
              </a:tabLst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95200" indent="-295200" algn="l" defTabSz="914400">
              <a:lnSpc>
                <a:spcPct val="90000"/>
              </a:lnSpc>
              <a:spcBef>
                <a:spcPts val="1199"/>
              </a:spcBef>
              <a:buClr>
                <a:srgbClr val="006AB3"/>
              </a:buClr>
              <a:buFont typeface="Arial"/>
              <a:buAutoNum type="arabicPeriod"/>
              <a:tabLst>
                <a:tab pos="0" algn="l"/>
              </a:tabLst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 + 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82" name="Gruppieren 6"/>
          <p:cNvGrpSpPr/>
          <p:nvPr/>
        </p:nvGrpSpPr>
        <p:grpSpPr>
          <a:xfrm>
            <a:off x="-5040" y="4950720"/>
            <a:ext cx="9147240" cy="196200"/>
            <a:chOff x="-5040" y="4950720"/>
            <a:chExt cx="9147240" cy="196200"/>
          </a:xfrm>
        </p:grpSpPr>
        <p:sp>
          <p:nvSpPr>
            <p:cNvPr id="983" name="bk object 18"/>
            <p:cNvSpPr/>
            <p:nvPr/>
          </p:nvSpPr>
          <p:spPr>
            <a:xfrm>
              <a:off x="-5040" y="4950720"/>
              <a:ext cx="483120" cy="196200"/>
            </a:xfrm>
            <a:custGeom>
              <a:avLst/>
              <a:gdLst>
                <a:gd name="textAreaLeft" fmla="*/ 0 w 483120"/>
                <a:gd name="textAreaRight" fmla="*/ 484920 w 48312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84" name="bk object 18"/>
            <p:cNvSpPr/>
            <p:nvPr/>
          </p:nvSpPr>
          <p:spPr>
            <a:xfrm>
              <a:off x="522360" y="4950720"/>
              <a:ext cx="8619840" cy="196200"/>
            </a:xfrm>
            <a:custGeom>
              <a:avLst/>
              <a:gdLst>
                <a:gd name="textAreaLeft" fmla="*/ 0 w 8619840"/>
                <a:gd name="textAreaRight" fmla="*/ 8621640 w 861984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85" name="Holder 3"/>
            <p:cNvSpPr/>
            <p:nvPr/>
          </p:nvSpPr>
          <p:spPr>
            <a:xfrm>
              <a:off x="8194680" y="4966200"/>
              <a:ext cx="447840" cy="165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986" name="Gerader Verbinder 11"/>
          <p:cNvCxnSpPr/>
          <p:nvPr/>
        </p:nvCxnSpPr>
        <p:spPr>
          <a:xfrm>
            <a:off x="521280" y="974520"/>
            <a:ext cx="6833880" cy="180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987" name="Grafik 9"/>
          <p:cNvGrpSpPr/>
          <p:nvPr/>
        </p:nvGrpSpPr>
        <p:grpSpPr>
          <a:xfrm>
            <a:off x="7741440" y="394200"/>
            <a:ext cx="1048320" cy="619200"/>
            <a:chOff x="7741440" y="394200"/>
            <a:chExt cx="1048320" cy="619200"/>
          </a:xfrm>
        </p:grpSpPr>
        <p:grpSp>
          <p:nvGrpSpPr>
            <p:cNvPr id="988" name="Grafik 9"/>
            <p:cNvGrpSpPr/>
            <p:nvPr/>
          </p:nvGrpSpPr>
          <p:grpSpPr>
            <a:xfrm>
              <a:off x="7741440" y="394200"/>
              <a:ext cx="883080" cy="430560"/>
              <a:chOff x="7741440" y="394200"/>
              <a:chExt cx="883080" cy="430560"/>
            </a:xfrm>
          </p:grpSpPr>
          <p:sp>
            <p:nvSpPr>
              <p:cNvPr id="989" name="Freihandform: Form 20"/>
              <p:cNvSpPr/>
              <p:nvPr/>
            </p:nvSpPr>
            <p:spPr>
              <a:xfrm>
                <a:off x="8358120" y="480600"/>
                <a:ext cx="266400" cy="26676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266760"/>
                  <a:gd name="textAreaBottom" fmla="*/ 268560 h 26676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0" name="Freihandform: Form 21"/>
              <p:cNvSpPr/>
              <p:nvPr/>
            </p:nvSpPr>
            <p:spPr>
              <a:xfrm>
                <a:off x="774144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1" name="Freihandform: Form 22"/>
              <p:cNvSpPr/>
              <p:nvPr/>
            </p:nvSpPr>
            <p:spPr>
              <a:xfrm>
                <a:off x="805068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2" name="Freihandform: Form 23"/>
              <p:cNvSpPr/>
              <p:nvPr/>
            </p:nvSpPr>
            <p:spPr>
              <a:xfrm>
                <a:off x="784800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3" name="Freihandform: Form 24"/>
              <p:cNvSpPr/>
              <p:nvPr/>
            </p:nvSpPr>
            <p:spPr>
              <a:xfrm>
                <a:off x="795816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4" name="Freihandform: Form 25"/>
              <p:cNvSpPr/>
              <p:nvPr/>
            </p:nvSpPr>
            <p:spPr>
              <a:xfrm>
                <a:off x="821232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995" name="Freihandform: Form 26"/>
            <p:cNvSpPr/>
            <p:nvPr/>
          </p:nvSpPr>
          <p:spPr>
            <a:xfrm>
              <a:off x="774144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96" name="Freihandform: Form 27"/>
            <p:cNvSpPr/>
            <p:nvPr/>
          </p:nvSpPr>
          <p:spPr>
            <a:xfrm>
              <a:off x="779976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97" name="Freihandform: Form 28"/>
            <p:cNvSpPr/>
            <p:nvPr/>
          </p:nvSpPr>
          <p:spPr>
            <a:xfrm>
              <a:off x="784908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998" name="Grafik 9"/>
            <p:cNvGrpSpPr/>
            <p:nvPr/>
          </p:nvGrpSpPr>
          <p:grpSpPr>
            <a:xfrm>
              <a:off x="7872120" y="834120"/>
              <a:ext cx="73440" cy="39960"/>
              <a:chOff x="7872120" y="834120"/>
              <a:chExt cx="73440" cy="39960"/>
            </a:xfrm>
          </p:grpSpPr>
          <p:sp>
            <p:nvSpPr>
              <p:cNvPr id="999" name="Freihandform: Form 30"/>
              <p:cNvSpPr/>
              <p:nvPr/>
            </p:nvSpPr>
            <p:spPr>
              <a:xfrm>
                <a:off x="787212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00" name="Freihandform: Form 31"/>
              <p:cNvSpPr/>
              <p:nvPr/>
            </p:nvSpPr>
            <p:spPr>
              <a:xfrm>
                <a:off x="7922160" y="834120"/>
                <a:ext cx="23400" cy="39960"/>
              </a:xfrm>
              <a:custGeom>
                <a:avLst/>
                <a:gdLst>
                  <a:gd name="textAreaLeft" fmla="*/ 0 w 23400"/>
                  <a:gd name="textAreaRight" fmla="*/ 25200 w 23400"/>
                  <a:gd name="textAreaTop" fmla="*/ 0 h 39960"/>
                  <a:gd name="textAreaBottom" fmla="*/ 41760 h 3996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01" name="Freihandform: Form 32"/>
            <p:cNvSpPr/>
            <p:nvPr/>
          </p:nvSpPr>
          <p:spPr>
            <a:xfrm>
              <a:off x="795924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02" name="Grafik 9"/>
            <p:cNvGrpSpPr/>
            <p:nvPr/>
          </p:nvGrpSpPr>
          <p:grpSpPr>
            <a:xfrm>
              <a:off x="7979760" y="812160"/>
              <a:ext cx="77400" cy="63720"/>
              <a:chOff x="7979760" y="812160"/>
              <a:chExt cx="77400" cy="63720"/>
            </a:xfrm>
          </p:grpSpPr>
          <p:sp>
            <p:nvSpPr>
              <p:cNvPr id="1003" name="Freihandform: Form 34"/>
              <p:cNvSpPr/>
              <p:nvPr/>
            </p:nvSpPr>
            <p:spPr>
              <a:xfrm>
                <a:off x="7979760" y="834120"/>
                <a:ext cx="32760" cy="417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41760"/>
                  <a:gd name="textAreaBottom" fmla="*/ 43560 h 4176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04" name="Freihandform: Form 35"/>
              <p:cNvSpPr/>
              <p:nvPr/>
            </p:nvSpPr>
            <p:spPr>
              <a:xfrm>
                <a:off x="8024400" y="812160"/>
                <a:ext cx="32760" cy="615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61560"/>
                  <a:gd name="textAreaBottom" fmla="*/ 63360 h 6156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05" name="Freihandform: Form 36"/>
            <p:cNvSpPr/>
            <p:nvPr/>
          </p:nvSpPr>
          <p:spPr>
            <a:xfrm>
              <a:off x="810648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06" name="Freihandform: Form 37"/>
            <p:cNvSpPr/>
            <p:nvPr/>
          </p:nvSpPr>
          <p:spPr>
            <a:xfrm>
              <a:off x="816480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07" name="Freihandform: Form 38"/>
            <p:cNvSpPr/>
            <p:nvPr/>
          </p:nvSpPr>
          <p:spPr>
            <a:xfrm>
              <a:off x="821340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08" name="Grafik 9"/>
            <p:cNvGrpSpPr/>
            <p:nvPr/>
          </p:nvGrpSpPr>
          <p:grpSpPr>
            <a:xfrm>
              <a:off x="7741440" y="834120"/>
              <a:ext cx="1048320" cy="179280"/>
              <a:chOff x="7741440" y="834120"/>
              <a:chExt cx="1048320" cy="179280"/>
            </a:xfrm>
          </p:grpSpPr>
          <p:sp>
            <p:nvSpPr>
              <p:cNvPr id="1009" name="Freihandform: Form 40"/>
              <p:cNvSpPr/>
              <p:nvPr/>
            </p:nvSpPr>
            <p:spPr>
              <a:xfrm>
                <a:off x="823644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10" name="Freihandform: Form 41"/>
              <p:cNvSpPr/>
              <p:nvPr/>
            </p:nvSpPr>
            <p:spPr>
              <a:xfrm>
                <a:off x="8284680" y="834120"/>
                <a:ext cx="34560" cy="41760"/>
              </a:xfrm>
              <a:custGeom>
                <a:avLst/>
                <a:gdLst>
                  <a:gd name="textAreaLeft" fmla="*/ 0 w 34560"/>
                  <a:gd name="textAreaRight" fmla="*/ 36360 w 34560"/>
                  <a:gd name="textAreaTop" fmla="*/ 0 h 41760"/>
                  <a:gd name="textAreaBottom" fmla="*/ 43560 h 4176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11" name="Freihandform: Form 42"/>
              <p:cNvSpPr/>
              <p:nvPr/>
            </p:nvSpPr>
            <p:spPr>
              <a:xfrm>
                <a:off x="7741440" y="914040"/>
                <a:ext cx="882720" cy="61560"/>
              </a:xfrm>
              <a:custGeom>
                <a:avLst/>
                <a:gdLst>
                  <a:gd name="textAreaLeft" fmla="*/ 0 w 882720"/>
                  <a:gd name="textAreaRight" fmla="*/ 884520 w 882720"/>
                  <a:gd name="textAreaTop" fmla="*/ 0 h 61560"/>
                  <a:gd name="textAreaBottom" fmla="*/ 63360 h 6156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12" name="Freihandform: Form 43"/>
              <p:cNvSpPr/>
              <p:nvPr/>
            </p:nvSpPr>
            <p:spPr>
              <a:xfrm>
                <a:off x="8677440" y="915480"/>
                <a:ext cx="112320" cy="97920"/>
              </a:xfrm>
              <a:custGeom>
                <a:avLst/>
                <a:gdLst>
                  <a:gd name="textAreaLeft" fmla="*/ 0 w 112320"/>
                  <a:gd name="textAreaRight" fmla="*/ 114120 w 112320"/>
                  <a:gd name="textAreaTop" fmla="*/ 0 h 97920"/>
                  <a:gd name="textAreaBottom" fmla="*/ 99720 h 9792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013" name="Freihandform: Form 44"/>
          <p:cNvSpPr/>
          <p:nvPr/>
        </p:nvSpPr>
        <p:spPr>
          <a:xfrm>
            <a:off x="-5040" y="407880"/>
            <a:ext cx="335520" cy="293040"/>
          </a:xfrm>
          <a:custGeom>
            <a:avLst/>
            <a:gdLst>
              <a:gd name="textAreaLeft" fmla="*/ 0 w 335520"/>
              <a:gd name="textAreaRight" fmla="*/ 337320 w 335520"/>
              <a:gd name="textAreaTop" fmla="*/ 0 h 293040"/>
              <a:gd name="textAreaBottom" fmla="*/ 294840 h 29304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14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880" cy="4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015" name="PlaceHolder 2"/>
          <p:cNvSpPr>
            <a:spLocks noGrp="1"/>
          </p:cNvSpPr>
          <p:nvPr>
            <p:ph type="sldNum" idx="39"/>
          </p:nvPr>
        </p:nvSpPr>
        <p:spPr>
          <a:xfrm>
            <a:off x="35640" y="4975560"/>
            <a:ext cx="33552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308104E0-0AC6-4EE8-8879-9938C3204F16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6" name="PlaceHolder 3"/>
          <p:cNvSpPr>
            <a:spLocks noGrp="1"/>
          </p:cNvSpPr>
          <p:nvPr>
            <p:ph type="body"/>
          </p:nvPr>
        </p:nvSpPr>
        <p:spPr>
          <a:xfrm>
            <a:off x="521640" y="1206720"/>
            <a:ext cx="8094600" cy="370620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Zwei Inhal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7" name="Gruppieren 6"/>
          <p:cNvGrpSpPr/>
          <p:nvPr/>
        </p:nvGrpSpPr>
        <p:grpSpPr>
          <a:xfrm>
            <a:off x="-5040" y="4950720"/>
            <a:ext cx="9147240" cy="196200"/>
            <a:chOff x="-5040" y="4950720"/>
            <a:chExt cx="9147240" cy="196200"/>
          </a:xfrm>
        </p:grpSpPr>
        <p:sp>
          <p:nvSpPr>
            <p:cNvPr id="1018" name="bk object 18"/>
            <p:cNvSpPr/>
            <p:nvPr/>
          </p:nvSpPr>
          <p:spPr>
            <a:xfrm>
              <a:off x="-5040" y="4950720"/>
              <a:ext cx="483120" cy="196200"/>
            </a:xfrm>
            <a:custGeom>
              <a:avLst/>
              <a:gdLst>
                <a:gd name="textAreaLeft" fmla="*/ 0 w 483120"/>
                <a:gd name="textAreaRight" fmla="*/ 484920 w 48312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19" name="bk object 18"/>
            <p:cNvSpPr/>
            <p:nvPr/>
          </p:nvSpPr>
          <p:spPr>
            <a:xfrm>
              <a:off x="522360" y="4950720"/>
              <a:ext cx="8619840" cy="196200"/>
            </a:xfrm>
            <a:custGeom>
              <a:avLst/>
              <a:gdLst>
                <a:gd name="textAreaLeft" fmla="*/ 0 w 8619840"/>
                <a:gd name="textAreaRight" fmla="*/ 8621640 w 861984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20" name="Holder 3"/>
            <p:cNvSpPr/>
            <p:nvPr/>
          </p:nvSpPr>
          <p:spPr>
            <a:xfrm>
              <a:off x="8194680" y="4966200"/>
              <a:ext cx="447840" cy="165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021" name="Gerader Verbinder 11"/>
          <p:cNvCxnSpPr/>
          <p:nvPr/>
        </p:nvCxnSpPr>
        <p:spPr>
          <a:xfrm>
            <a:off x="521280" y="974520"/>
            <a:ext cx="6833880" cy="180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1022" name="Grafik 9"/>
          <p:cNvGrpSpPr/>
          <p:nvPr/>
        </p:nvGrpSpPr>
        <p:grpSpPr>
          <a:xfrm>
            <a:off x="7741440" y="394200"/>
            <a:ext cx="1048320" cy="619200"/>
            <a:chOff x="7741440" y="394200"/>
            <a:chExt cx="1048320" cy="619200"/>
          </a:xfrm>
        </p:grpSpPr>
        <p:grpSp>
          <p:nvGrpSpPr>
            <p:cNvPr id="1023" name="Grafik 9"/>
            <p:cNvGrpSpPr/>
            <p:nvPr/>
          </p:nvGrpSpPr>
          <p:grpSpPr>
            <a:xfrm>
              <a:off x="7741440" y="394200"/>
              <a:ext cx="883080" cy="430560"/>
              <a:chOff x="7741440" y="394200"/>
              <a:chExt cx="883080" cy="430560"/>
            </a:xfrm>
          </p:grpSpPr>
          <p:sp>
            <p:nvSpPr>
              <p:cNvPr id="1024" name="Freihandform: Form 20"/>
              <p:cNvSpPr/>
              <p:nvPr/>
            </p:nvSpPr>
            <p:spPr>
              <a:xfrm>
                <a:off x="8358120" y="480600"/>
                <a:ext cx="266400" cy="26676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266760"/>
                  <a:gd name="textAreaBottom" fmla="*/ 268560 h 26676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25" name="Freihandform: Form 21"/>
              <p:cNvSpPr/>
              <p:nvPr/>
            </p:nvSpPr>
            <p:spPr>
              <a:xfrm>
                <a:off x="774144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26" name="Freihandform: Form 22"/>
              <p:cNvSpPr/>
              <p:nvPr/>
            </p:nvSpPr>
            <p:spPr>
              <a:xfrm>
                <a:off x="805068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27" name="Freihandform: Form 23"/>
              <p:cNvSpPr/>
              <p:nvPr/>
            </p:nvSpPr>
            <p:spPr>
              <a:xfrm>
                <a:off x="784800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28" name="Freihandform: Form 24"/>
              <p:cNvSpPr/>
              <p:nvPr/>
            </p:nvSpPr>
            <p:spPr>
              <a:xfrm>
                <a:off x="795816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29" name="Freihandform: Form 25"/>
              <p:cNvSpPr/>
              <p:nvPr/>
            </p:nvSpPr>
            <p:spPr>
              <a:xfrm>
                <a:off x="821232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30" name="Freihandform: Form 26"/>
            <p:cNvSpPr/>
            <p:nvPr/>
          </p:nvSpPr>
          <p:spPr>
            <a:xfrm>
              <a:off x="774144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31" name="Freihandform: Form 27"/>
            <p:cNvSpPr/>
            <p:nvPr/>
          </p:nvSpPr>
          <p:spPr>
            <a:xfrm>
              <a:off x="779976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32" name="Freihandform: Form 28"/>
            <p:cNvSpPr/>
            <p:nvPr/>
          </p:nvSpPr>
          <p:spPr>
            <a:xfrm>
              <a:off x="784908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33" name="Grafik 9"/>
            <p:cNvGrpSpPr/>
            <p:nvPr/>
          </p:nvGrpSpPr>
          <p:grpSpPr>
            <a:xfrm>
              <a:off x="7872120" y="834120"/>
              <a:ext cx="73440" cy="39960"/>
              <a:chOff x="7872120" y="834120"/>
              <a:chExt cx="73440" cy="39960"/>
            </a:xfrm>
          </p:grpSpPr>
          <p:sp>
            <p:nvSpPr>
              <p:cNvPr id="1034" name="Freihandform: Form 30"/>
              <p:cNvSpPr/>
              <p:nvPr/>
            </p:nvSpPr>
            <p:spPr>
              <a:xfrm>
                <a:off x="787212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5" name="Freihandform: Form 31"/>
              <p:cNvSpPr/>
              <p:nvPr/>
            </p:nvSpPr>
            <p:spPr>
              <a:xfrm>
                <a:off x="7922160" y="834120"/>
                <a:ext cx="23400" cy="39960"/>
              </a:xfrm>
              <a:custGeom>
                <a:avLst/>
                <a:gdLst>
                  <a:gd name="textAreaLeft" fmla="*/ 0 w 23400"/>
                  <a:gd name="textAreaRight" fmla="*/ 25200 w 23400"/>
                  <a:gd name="textAreaTop" fmla="*/ 0 h 39960"/>
                  <a:gd name="textAreaBottom" fmla="*/ 41760 h 3996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36" name="Freihandform: Form 32"/>
            <p:cNvSpPr/>
            <p:nvPr/>
          </p:nvSpPr>
          <p:spPr>
            <a:xfrm>
              <a:off x="795924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37" name="Grafik 9"/>
            <p:cNvGrpSpPr/>
            <p:nvPr/>
          </p:nvGrpSpPr>
          <p:grpSpPr>
            <a:xfrm>
              <a:off x="7979760" y="812160"/>
              <a:ext cx="77400" cy="63720"/>
              <a:chOff x="7979760" y="812160"/>
              <a:chExt cx="77400" cy="63720"/>
            </a:xfrm>
          </p:grpSpPr>
          <p:sp>
            <p:nvSpPr>
              <p:cNvPr id="1038" name="Freihandform: Form 34"/>
              <p:cNvSpPr/>
              <p:nvPr/>
            </p:nvSpPr>
            <p:spPr>
              <a:xfrm>
                <a:off x="7979760" y="834120"/>
                <a:ext cx="32760" cy="417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41760"/>
                  <a:gd name="textAreaBottom" fmla="*/ 43560 h 4176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9" name="Freihandform: Form 35"/>
              <p:cNvSpPr/>
              <p:nvPr/>
            </p:nvSpPr>
            <p:spPr>
              <a:xfrm>
                <a:off x="8024400" y="812160"/>
                <a:ext cx="32760" cy="615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61560"/>
                  <a:gd name="textAreaBottom" fmla="*/ 63360 h 6156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40" name="Freihandform: Form 36"/>
            <p:cNvSpPr/>
            <p:nvPr/>
          </p:nvSpPr>
          <p:spPr>
            <a:xfrm>
              <a:off x="810648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41" name="Freihandform: Form 37"/>
            <p:cNvSpPr/>
            <p:nvPr/>
          </p:nvSpPr>
          <p:spPr>
            <a:xfrm>
              <a:off x="816480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42" name="Freihandform: Form 38"/>
            <p:cNvSpPr/>
            <p:nvPr/>
          </p:nvSpPr>
          <p:spPr>
            <a:xfrm>
              <a:off x="821340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43" name="Grafik 9"/>
            <p:cNvGrpSpPr/>
            <p:nvPr/>
          </p:nvGrpSpPr>
          <p:grpSpPr>
            <a:xfrm>
              <a:off x="7741440" y="834120"/>
              <a:ext cx="1048320" cy="179280"/>
              <a:chOff x="7741440" y="834120"/>
              <a:chExt cx="1048320" cy="179280"/>
            </a:xfrm>
          </p:grpSpPr>
          <p:sp>
            <p:nvSpPr>
              <p:cNvPr id="1044" name="Freihandform: Form 40"/>
              <p:cNvSpPr/>
              <p:nvPr/>
            </p:nvSpPr>
            <p:spPr>
              <a:xfrm>
                <a:off x="823644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45" name="Freihandform: Form 41"/>
              <p:cNvSpPr/>
              <p:nvPr/>
            </p:nvSpPr>
            <p:spPr>
              <a:xfrm>
                <a:off x="8284680" y="834120"/>
                <a:ext cx="34560" cy="41760"/>
              </a:xfrm>
              <a:custGeom>
                <a:avLst/>
                <a:gdLst>
                  <a:gd name="textAreaLeft" fmla="*/ 0 w 34560"/>
                  <a:gd name="textAreaRight" fmla="*/ 36360 w 34560"/>
                  <a:gd name="textAreaTop" fmla="*/ 0 h 41760"/>
                  <a:gd name="textAreaBottom" fmla="*/ 43560 h 4176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46" name="Freihandform: Form 42"/>
              <p:cNvSpPr/>
              <p:nvPr/>
            </p:nvSpPr>
            <p:spPr>
              <a:xfrm>
                <a:off x="7741440" y="914040"/>
                <a:ext cx="882720" cy="61560"/>
              </a:xfrm>
              <a:custGeom>
                <a:avLst/>
                <a:gdLst>
                  <a:gd name="textAreaLeft" fmla="*/ 0 w 882720"/>
                  <a:gd name="textAreaRight" fmla="*/ 884520 w 882720"/>
                  <a:gd name="textAreaTop" fmla="*/ 0 h 61560"/>
                  <a:gd name="textAreaBottom" fmla="*/ 63360 h 6156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47" name="Freihandform: Form 43"/>
              <p:cNvSpPr/>
              <p:nvPr/>
            </p:nvSpPr>
            <p:spPr>
              <a:xfrm>
                <a:off x="8677440" y="915480"/>
                <a:ext cx="112320" cy="97920"/>
              </a:xfrm>
              <a:custGeom>
                <a:avLst/>
                <a:gdLst>
                  <a:gd name="textAreaLeft" fmla="*/ 0 w 112320"/>
                  <a:gd name="textAreaRight" fmla="*/ 114120 w 112320"/>
                  <a:gd name="textAreaTop" fmla="*/ 0 h 97920"/>
                  <a:gd name="textAreaBottom" fmla="*/ 99720 h 9792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048" name="Freihandform: Form 44"/>
          <p:cNvSpPr/>
          <p:nvPr/>
        </p:nvSpPr>
        <p:spPr>
          <a:xfrm>
            <a:off x="-5040" y="407880"/>
            <a:ext cx="335520" cy="293040"/>
          </a:xfrm>
          <a:custGeom>
            <a:avLst/>
            <a:gdLst>
              <a:gd name="textAreaLeft" fmla="*/ 0 w 335520"/>
              <a:gd name="textAreaRight" fmla="*/ 337320 w 335520"/>
              <a:gd name="textAreaTop" fmla="*/ 0 h 293040"/>
              <a:gd name="textAreaBottom" fmla="*/ 294840 h 29304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49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880" cy="4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050" name="PlaceHolder 2"/>
          <p:cNvSpPr>
            <a:spLocks noGrp="1"/>
          </p:cNvSpPr>
          <p:nvPr>
            <p:ph type="ftr" idx="40"/>
          </p:nvPr>
        </p:nvSpPr>
        <p:spPr>
          <a:xfrm>
            <a:off x="628560" y="4975560"/>
            <a:ext cx="712800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1" name="PlaceHolder 3"/>
          <p:cNvSpPr>
            <a:spLocks noGrp="1"/>
          </p:cNvSpPr>
          <p:nvPr>
            <p:ph type="sldNum" idx="41"/>
          </p:nvPr>
        </p:nvSpPr>
        <p:spPr>
          <a:xfrm>
            <a:off x="35640" y="4975560"/>
            <a:ext cx="33552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20946E52-88CA-4F96-9606-242F68883629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2" name="PlaceHolder 4"/>
          <p:cNvSpPr>
            <a:spLocks noGrp="1"/>
          </p:cNvSpPr>
          <p:nvPr>
            <p:ph type="body"/>
          </p:nvPr>
        </p:nvSpPr>
        <p:spPr>
          <a:xfrm>
            <a:off x="521640" y="1422360"/>
            <a:ext cx="3939840" cy="342252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53" name="PlaceHolder 5"/>
          <p:cNvSpPr>
            <a:spLocks noGrp="1"/>
          </p:cNvSpPr>
          <p:nvPr>
            <p:ph type="body"/>
          </p:nvPr>
        </p:nvSpPr>
        <p:spPr>
          <a:xfrm>
            <a:off x="4680000" y="1422360"/>
            <a:ext cx="3941640" cy="342252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+ Kopf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4" name="Gruppieren 6"/>
          <p:cNvGrpSpPr/>
          <p:nvPr/>
        </p:nvGrpSpPr>
        <p:grpSpPr>
          <a:xfrm>
            <a:off x="-5040" y="4950720"/>
            <a:ext cx="9147240" cy="196200"/>
            <a:chOff x="-5040" y="4950720"/>
            <a:chExt cx="9147240" cy="196200"/>
          </a:xfrm>
        </p:grpSpPr>
        <p:sp>
          <p:nvSpPr>
            <p:cNvPr id="1055" name="bk object 18"/>
            <p:cNvSpPr/>
            <p:nvPr/>
          </p:nvSpPr>
          <p:spPr>
            <a:xfrm>
              <a:off x="-5040" y="4950720"/>
              <a:ext cx="483120" cy="196200"/>
            </a:xfrm>
            <a:custGeom>
              <a:avLst/>
              <a:gdLst>
                <a:gd name="textAreaLeft" fmla="*/ 0 w 483120"/>
                <a:gd name="textAreaRight" fmla="*/ 484920 w 48312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56" name="bk object 18"/>
            <p:cNvSpPr/>
            <p:nvPr/>
          </p:nvSpPr>
          <p:spPr>
            <a:xfrm>
              <a:off x="522360" y="4950720"/>
              <a:ext cx="8619840" cy="196200"/>
            </a:xfrm>
            <a:custGeom>
              <a:avLst/>
              <a:gdLst>
                <a:gd name="textAreaLeft" fmla="*/ 0 w 8619840"/>
                <a:gd name="textAreaRight" fmla="*/ 8621640 w 861984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57" name="Holder 3"/>
            <p:cNvSpPr/>
            <p:nvPr/>
          </p:nvSpPr>
          <p:spPr>
            <a:xfrm>
              <a:off x="8194680" y="4966200"/>
              <a:ext cx="447840" cy="165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058" name="Gerader Verbinder 11"/>
          <p:cNvCxnSpPr/>
          <p:nvPr/>
        </p:nvCxnSpPr>
        <p:spPr>
          <a:xfrm>
            <a:off x="521280" y="974520"/>
            <a:ext cx="6833880" cy="180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1059" name="Grafik 9"/>
          <p:cNvGrpSpPr/>
          <p:nvPr/>
        </p:nvGrpSpPr>
        <p:grpSpPr>
          <a:xfrm>
            <a:off x="7741440" y="394200"/>
            <a:ext cx="1048320" cy="619200"/>
            <a:chOff x="7741440" y="394200"/>
            <a:chExt cx="1048320" cy="619200"/>
          </a:xfrm>
        </p:grpSpPr>
        <p:grpSp>
          <p:nvGrpSpPr>
            <p:cNvPr id="1060" name="Grafik 9"/>
            <p:cNvGrpSpPr/>
            <p:nvPr/>
          </p:nvGrpSpPr>
          <p:grpSpPr>
            <a:xfrm>
              <a:off x="7741440" y="394200"/>
              <a:ext cx="883080" cy="430560"/>
              <a:chOff x="7741440" y="394200"/>
              <a:chExt cx="883080" cy="430560"/>
            </a:xfrm>
          </p:grpSpPr>
          <p:sp>
            <p:nvSpPr>
              <p:cNvPr id="1061" name="Freihandform: Form 20"/>
              <p:cNvSpPr/>
              <p:nvPr/>
            </p:nvSpPr>
            <p:spPr>
              <a:xfrm>
                <a:off x="8358120" y="480600"/>
                <a:ext cx="266400" cy="26676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266760"/>
                  <a:gd name="textAreaBottom" fmla="*/ 268560 h 26676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62" name="Freihandform: Form 21"/>
              <p:cNvSpPr/>
              <p:nvPr/>
            </p:nvSpPr>
            <p:spPr>
              <a:xfrm>
                <a:off x="774144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63" name="Freihandform: Form 22"/>
              <p:cNvSpPr/>
              <p:nvPr/>
            </p:nvSpPr>
            <p:spPr>
              <a:xfrm>
                <a:off x="805068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64" name="Freihandform: Form 23"/>
              <p:cNvSpPr/>
              <p:nvPr/>
            </p:nvSpPr>
            <p:spPr>
              <a:xfrm>
                <a:off x="784800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65" name="Freihandform: Form 24"/>
              <p:cNvSpPr/>
              <p:nvPr/>
            </p:nvSpPr>
            <p:spPr>
              <a:xfrm>
                <a:off x="795816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66" name="Freihandform: Form 25"/>
              <p:cNvSpPr/>
              <p:nvPr/>
            </p:nvSpPr>
            <p:spPr>
              <a:xfrm>
                <a:off x="821232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67" name="Freihandform: Form 26"/>
            <p:cNvSpPr/>
            <p:nvPr/>
          </p:nvSpPr>
          <p:spPr>
            <a:xfrm>
              <a:off x="774144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68" name="Freihandform: Form 27"/>
            <p:cNvSpPr/>
            <p:nvPr/>
          </p:nvSpPr>
          <p:spPr>
            <a:xfrm>
              <a:off x="779976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69" name="Freihandform: Form 28"/>
            <p:cNvSpPr/>
            <p:nvPr/>
          </p:nvSpPr>
          <p:spPr>
            <a:xfrm>
              <a:off x="784908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70" name="Grafik 9"/>
            <p:cNvGrpSpPr/>
            <p:nvPr/>
          </p:nvGrpSpPr>
          <p:grpSpPr>
            <a:xfrm>
              <a:off x="7872120" y="834120"/>
              <a:ext cx="73440" cy="39960"/>
              <a:chOff x="7872120" y="834120"/>
              <a:chExt cx="73440" cy="39960"/>
            </a:xfrm>
          </p:grpSpPr>
          <p:sp>
            <p:nvSpPr>
              <p:cNvPr id="1071" name="Freihandform: Form 30"/>
              <p:cNvSpPr/>
              <p:nvPr/>
            </p:nvSpPr>
            <p:spPr>
              <a:xfrm>
                <a:off x="787212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72" name="Freihandform: Form 31"/>
              <p:cNvSpPr/>
              <p:nvPr/>
            </p:nvSpPr>
            <p:spPr>
              <a:xfrm>
                <a:off x="7922160" y="834120"/>
                <a:ext cx="23400" cy="39960"/>
              </a:xfrm>
              <a:custGeom>
                <a:avLst/>
                <a:gdLst>
                  <a:gd name="textAreaLeft" fmla="*/ 0 w 23400"/>
                  <a:gd name="textAreaRight" fmla="*/ 25200 w 23400"/>
                  <a:gd name="textAreaTop" fmla="*/ 0 h 39960"/>
                  <a:gd name="textAreaBottom" fmla="*/ 41760 h 3996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73" name="Freihandform: Form 32"/>
            <p:cNvSpPr/>
            <p:nvPr/>
          </p:nvSpPr>
          <p:spPr>
            <a:xfrm>
              <a:off x="795924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74" name="Grafik 9"/>
            <p:cNvGrpSpPr/>
            <p:nvPr/>
          </p:nvGrpSpPr>
          <p:grpSpPr>
            <a:xfrm>
              <a:off x="7979760" y="812160"/>
              <a:ext cx="77400" cy="63720"/>
              <a:chOff x="7979760" y="812160"/>
              <a:chExt cx="77400" cy="63720"/>
            </a:xfrm>
          </p:grpSpPr>
          <p:sp>
            <p:nvSpPr>
              <p:cNvPr id="1075" name="Freihandform: Form 34"/>
              <p:cNvSpPr/>
              <p:nvPr/>
            </p:nvSpPr>
            <p:spPr>
              <a:xfrm>
                <a:off x="7979760" y="834120"/>
                <a:ext cx="32760" cy="417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41760"/>
                  <a:gd name="textAreaBottom" fmla="*/ 43560 h 4176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76" name="Freihandform: Form 35"/>
              <p:cNvSpPr/>
              <p:nvPr/>
            </p:nvSpPr>
            <p:spPr>
              <a:xfrm>
                <a:off x="8024400" y="812160"/>
                <a:ext cx="32760" cy="615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61560"/>
                  <a:gd name="textAreaBottom" fmla="*/ 63360 h 6156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77" name="Freihandform: Form 36"/>
            <p:cNvSpPr/>
            <p:nvPr/>
          </p:nvSpPr>
          <p:spPr>
            <a:xfrm>
              <a:off x="810648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78" name="Freihandform: Form 37"/>
            <p:cNvSpPr/>
            <p:nvPr/>
          </p:nvSpPr>
          <p:spPr>
            <a:xfrm>
              <a:off x="816480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79" name="Freihandform: Form 38"/>
            <p:cNvSpPr/>
            <p:nvPr/>
          </p:nvSpPr>
          <p:spPr>
            <a:xfrm>
              <a:off x="821340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80" name="Grafik 9"/>
            <p:cNvGrpSpPr/>
            <p:nvPr/>
          </p:nvGrpSpPr>
          <p:grpSpPr>
            <a:xfrm>
              <a:off x="7741440" y="834120"/>
              <a:ext cx="1048320" cy="179280"/>
              <a:chOff x="7741440" y="834120"/>
              <a:chExt cx="1048320" cy="179280"/>
            </a:xfrm>
          </p:grpSpPr>
          <p:sp>
            <p:nvSpPr>
              <p:cNvPr id="1081" name="Freihandform: Form 40"/>
              <p:cNvSpPr/>
              <p:nvPr/>
            </p:nvSpPr>
            <p:spPr>
              <a:xfrm>
                <a:off x="823644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82" name="Freihandform: Form 41"/>
              <p:cNvSpPr/>
              <p:nvPr/>
            </p:nvSpPr>
            <p:spPr>
              <a:xfrm>
                <a:off x="8284680" y="834120"/>
                <a:ext cx="34560" cy="41760"/>
              </a:xfrm>
              <a:custGeom>
                <a:avLst/>
                <a:gdLst>
                  <a:gd name="textAreaLeft" fmla="*/ 0 w 34560"/>
                  <a:gd name="textAreaRight" fmla="*/ 36360 w 34560"/>
                  <a:gd name="textAreaTop" fmla="*/ 0 h 41760"/>
                  <a:gd name="textAreaBottom" fmla="*/ 43560 h 4176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83" name="Freihandform: Form 42"/>
              <p:cNvSpPr/>
              <p:nvPr/>
            </p:nvSpPr>
            <p:spPr>
              <a:xfrm>
                <a:off x="7741440" y="914040"/>
                <a:ext cx="882720" cy="61560"/>
              </a:xfrm>
              <a:custGeom>
                <a:avLst/>
                <a:gdLst>
                  <a:gd name="textAreaLeft" fmla="*/ 0 w 882720"/>
                  <a:gd name="textAreaRight" fmla="*/ 884520 w 882720"/>
                  <a:gd name="textAreaTop" fmla="*/ 0 h 61560"/>
                  <a:gd name="textAreaBottom" fmla="*/ 63360 h 6156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84" name="Freihandform: Form 43"/>
              <p:cNvSpPr/>
              <p:nvPr/>
            </p:nvSpPr>
            <p:spPr>
              <a:xfrm>
                <a:off x="8677440" y="915480"/>
                <a:ext cx="112320" cy="97920"/>
              </a:xfrm>
              <a:custGeom>
                <a:avLst/>
                <a:gdLst>
                  <a:gd name="textAreaLeft" fmla="*/ 0 w 112320"/>
                  <a:gd name="textAreaRight" fmla="*/ 114120 w 112320"/>
                  <a:gd name="textAreaTop" fmla="*/ 0 h 97920"/>
                  <a:gd name="textAreaBottom" fmla="*/ 99720 h 9792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085" name="Freihandform: Form 44" hidden="1"/>
          <p:cNvSpPr/>
          <p:nvPr/>
        </p:nvSpPr>
        <p:spPr>
          <a:xfrm>
            <a:off x="-5040" y="407880"/>
            <a:ext cx="335520" cy="293040"/>
          </a:xfrm>
          <a:custGeom>
            <a:avLst/>
            <a:gdLst>
              <a:gd name="textAreaLeft" fmla="*/ 0 w 335520"/>
              <a:gd name="textAreaRight" fmla="*/ 337320 w 335520"/>
              <a:gd name="textAreaTop" fmla="*/ 0 h 293040"/>
              <a:gd name="textAreaBottom" fmla="*/ 294840 h 29304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1086" name="Gruppieren 52"/>
          <p:cNvGrpSpPr/>
          <p:nvPr/>
        </p:nvGrpSpPr>
        <p:grpSpPr>
          <a:xfrm>
            <a:off x="-5040" y="4950720"/>
            <a:ext cx="9147240" cy="196200"/>
            <a:chOff x="-5040" y="4950720"/>
            <a:chExt cx="9147240" cy="196200"/>
          </a:xfrm>
        </p:grpSpPr>
        <p:sp>
          <p:nvSpPr>
            <p:cNvPr id="1087" name="bk object 18"/>
            <p:cNvSpPr/>
            <p:nvPr/>
          </p:nvSpPr>
          <p:spPr>
            <a:xfrm>
              <a:off x="-5040" y="4950720"/>
              <a:ext cx="483120" cy="196200"/>
            </a:xfrm>
            <a:custGeom>
              <a:avLst/>
              <a:gdLst>
                <a:gd name="textAreaLeft" fmla="*/ 0 w 483120"/>
                <a:gd name="textAreaRight" fmla="*/ 484920 w 48312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88" name="bk object 18"/>
            <p:cNvSpPr/>
            <p:nvPr/>
          </p:nvSpPr>
          <p:spPr>
            <a:xfrm>
              <a:off x="522360" y="4950720"/>
              <a:ext cx="8619840" cy="196200"/>
            </a:xfrm>
            <a:custGeom>
              <a:avLst/>
              <a:gdLst>
                <a:gd name="textAreaLeft" fmla="*/ 0 w 8619840"/>
                <a:gd name="textAreaRight" fmla="*/ 8621640 w 861984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89" name="Holder 3"/>
            <p:cNvSpPr/>
            <p:nvPr/>
          </p:nvSpPr>
          <p:spPr>
            <a:xfrm>
              <a:off x="8194680" y="4966200"/>
              <a:ext cx="447840" cy="165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090" name="Grafik 9"/>
          <p:cNvGrpSpPr/>
          <p:nvPr/>
        </p:nvGrpSpPr>
        <p:grpSpPr>
          <a:xfrm>
            <a:off x="7741440" y="394200"/>
            <a:ext cx="1048320" cy="619200"/>
            <a:chOff x="7741440" y="394200"/>
            <a:chExt cx="1048320" cy="619200"/>
          </a:xfrm>
        </p:grpSpPr>
        <p:grpSp>
          <p:nvGrpSpPr>
            <p:cNvPr id="1091" name="Grafik 9"/>
            <p:cNvGrpSpPr/>
            <p:nvPr/>
          </p:nvGrpSpPr>
          <p:grpSpPr>
            <a:xfrm>
              <a:off x="7741440" y="394200"/>
              <a:ext cx="883080" cy="430560"/>
              <a:chOff x="7741440" y="394200"/>
              <a:chExt cx="883080" cy="430560"/>
            </a:xfrm>
          </p:grpSpPr>
          <p:sp>
            <p:nvSpPr>
              <p:cNvPr id="1092" name="Freihandform: Form 35"/>
              <p:cNvSpPr/>
              <p:nvPr/>
            </p:nvSpPr>
            <p:spPr>
              <a:xfrm>
                <a:off x="8358120" y="480600"/>
                <a:ext cx="266400" cy="26676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266760"/>
                  <a:gd name="textAreaBottom" fmla="*/ 268560 h 26676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93" name="Freihandform: Form 36"/>
              <p:cNvSpPr/>
              <p:nvPr/>
            </p:nvSpPr>
            <p:spPr>
              <a:xfrm>
                <a:off x="774144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94" name="Freihandform: Form 37"/>
              <p:cNvSpPr/>
              <p:nvPr/>
            </p:nvSpPr>
            <p:spPr>
              <a:xfrm>
                <a:off x="805068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95" name="Freihandform: Form 38"/>
              <p:cNvSpPr/>
              <p:nvPr/>
            </p:nvSpPr>
            <p:spPr>
              <a:xfrm>
                <a:off x="784800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96" name="Freihandform: Form 39"/>
              <p:cNvSpPr/>
              <p:nvPr/>
            </p:nvSpPr>
            <p:spPr>
              <a:xfrm>
                <a:off x="795816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97" name="Freihandform: Form 40"/>
              <p:cNvSpPr/>
              <p:nvPr/>
            </p:nvSpPr>
            <p:spPr>
              <a:xfrm>
                <a:off x="821232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98" name="Freihandform: Form 17"/>
            <p:cNvSpPr/>
            <p:nvPr/>
          </p:nvSpPr>
          <p:spPr>
            <a:xfrm>
              <a:off x="774144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99" name="Freihandform: Form 18"/>
            <p:cNvSpPr/>
            <p:nvPr/>
          </p:nvSpPr>
          <p:spPr>
            <a:xfrm>
              <a:off x="779976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00" name="Freihandform: Form 19"/>
            <p:cNvSpPr/>
            <p:nvPr/>
          </p:nvSpPr>
          <p:spPr>
            <a:xfrm>
              <a:off x="784908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01" name="Grafik 9"/>
            <p:cNvGrpSpPr/>
            <p:nvPr/>
          </p:nvGrpSpPr>
          <p:grpSpPr>
            <a:xfrm>
              <a:off x="7872120" y="834120"/>
              <a:ext cx="73440" cy="39960"/>
              <a:chOff x="7872120" y="834120"/>
              <a:chExt cx="73440" cy="39960"/>
            </a:xfrm>
          </p:grpSpPr>
          <p:sp>
            <p:nvSpPr>
              <p:cNvPr id="1102" name="Freihandform: Form 33"/>
              <p:cNvSpPr/>
              <p:nvPr/>
            </p:nvSpPr>
            <p:spPr>
              <a:xfrm>
                <a:off x="787212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03" name="Freihandform: Form 34"/>
              <p:cNvSpPr/>
              <p:nvPr/>
            </p:nvSpPr>
            <p:spPr>
              <a:xfrm>
                <a:off x="7922160" y="834120"/>
                <a:ext cx="23400" cy="39960"/>
              </a:xfrm>
              <a:custGeom>
                <a:avLst/>
                <a:gdLst>
                  <a:gd name="textAreaLeft" fmla="*/ 0 w 23400"/>
                  <a:gd name="textAreaRight" fmla="*/ 25200 w 23400"/>
                  <a:gd name="textAreaTop" fmla="*/ 0 h 39960"/>
                  <a:gd name="textAreaBottom" fmla="*/ 41760 h 3996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04" name="Freihandform: Form 21"/>
            <p:cNvSpPr/>
            <p:nvPr/>
          </p:nvSpPr>
          <p:spPr>
            <a:xfrm>
              <a:off x="795924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05" name="Grafik 9"/>
            <p:cNvGrpSpPr/>
            <p:nvPr/>
          </p:nvGrpSpPr>
          <p:grpSpPr>
            <a:xfrm>
              <a:off x="7979760" y="812160"/>
              <a:ext cx="77400" cy="63720"/>
              <a:chOff x="7979760" y="812160"/>
              <a:chExt cx="77400" cy="63720"/>
            </a:xfrm>
          </p:grpSpPr>
          <p:sp>
            <p:nvSpPr>
              <p:cNvPr id="1106" name="Freihandform: Form 31"/>
              <p:cNvSpPr/>
              <p:nvPr/>
            </p:nvSpPr>
            <p:spPr>
              <a:xfrm>
                <a:off x="7979760" y="834120"/>
                <a:ext cx="32760" cy="417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41760"/>
                  <a:gd name="textAreaBottom" fmla="*/ 43560 h 4176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07" name="Freihandform: Form 32"/>
              <p:cNvSpPr/>
              <p:nvPr/>
            </p:nvSpPr>
            <p:spPr>
              <a:xfrm>
                <a:off x="8024400" y="812160"/>
                <a:ext cx="32760" cy="615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61560"/>
                  <a:gd name="textAreaBottom" fmla="*/ 63360 h 6156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08" name="Freihandform: Form 23"/>
            <p:cNvSpPr/>
            <p:nvPr/>
          </p:nvSpPr>
          <p:spPr>
            <a:xfrm>
              <a:off x="810648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09" name="Freihandform: Form 24"/>
            <p:cNvSpPr/>
            <p:nvPr/>
          </p:nvSpPr>
          <p:spPr>
            <a:xfrm>
              <a:off x="816480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10" name="Freihandform: Form 25"/>
            <p:cNvSpPr/>
            <p:nvPr/>
          </p:nvSpPr>
          <p:spPr>
            <a:xfrm>
              <a:off x="821340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11" name="Grafik 9"/>
            <p:cNvGrpSpPr/>
            <p:nvPr/>
          </p:nvGrpSpPr>
          <p:grpSpPr>
            <a:xfrm>
              <a:off x="7741440" y="834120"/>
              <a:ext cx="1048320" cy="179280"/>
              <a:chOff x="7741440" y="834120"/>
              <a:chExt cx="1048320" cy="179280"/>
            </a:xfrm>
          </p:grpSpPr>
          <p:sp>
            <p:nvSpPr>
              <p:cNvPr id="1112" name="Freihandform: Form 27"/>
              <p:cNvSpPr/>
              <p:nvPr/>
            </p:nvSpPr>
            <p:spPr>
              <a:xfrm>
                <a:off x="823644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13" name="Freihandform: Form 28"/>
              <p:cNvSpPr/>
              <p:nvPr/>
            </p:nvSpPr>
            <p:spPr>
              <a:xfrm>
                <a:off x="8284680" y="834120"/>
                <a:ext cx="34560" cy="41760"/>
              </a:xfrm>
              <a:custGeom>
                <a:avLst/>
                <a:gdLst>
                  <a:gd name="textAreaLeft" fmla="*/ 0 w 34560"/>
                  <a:gd name="textAreaRight" fmla="*/ 36360 w 34560"/>
                  <a:gd name="textAreaTop" fmla="*/ 0 h 41760"/>
                  <a:gd name="textAreaBottom" fmla="*/ 43560 h 4176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14" name="Freihandform: Form 29"/>
              <p:cNvSpPr/>
              <p:nvPr/>
            </p:nvSpPr>
            <p:spPr>
              <a:xfrm>
                <a:off x="7741440" y="914040"/>
                <a:ext cx="882720" cy="61560"/>
              </a:xfrm>
              <a:custGeom>
                <a:avLst/>
                <a:gdLst>
                  <a:gd name="textAreaLeft" fmla="*/ 0 w 882720"/>
                  <a:gd name="textAreaRight" fmla="*/ 884520 w 882720"/>
                  <a:gd name="textAreaTop" fmla="*/ 0 h 61560"/>
                  <a:gd name="textAreaBottom" fmla="*/ 63360 h 6156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15" name="Freihandform: Form 30"/>
              <p:cNvSpPr/>
              <p:nvPr/>
            </p:nvSpPr>
            <p:spPr>
              <a:xfrm>
                <a:off x="8677440" y="915480"/>
                <a:ext cx="112320" cy="97920"/>
              </a:xfrm>
              <a:custGeom>
                <a:avLst/>
                <a:gdLst>
                  <a:gd name="textAreaLeft" fmla="*/ 0 w 112320"/>
                  <a:gd name="textAreaRight" fmla="*/ 114120 w 112320"/>
                  <a:gd name="textAreaTop" fmla="*/ 0 h 97920"/>
                  <a:gd name="textAreaBottom" fmla="*/ 99720 h 9792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116" name="Grafik 11"/>
          <p:cNvSpPr/>
          <p:nvPr/>
        </p:nvSpPr>
        <p:spPr>
          <a:xfrm>
            <a:off x="0" y="0"/>
            <a:ext cx="3730320" cy="4913280"/>
          </a:xfrm>
          <a:custGeom>
            <a:avLst/>
            <a:gdLst>
              <a:gd name="textAreaLeft" fmla="*/ 0 w 3730320"/>
              <a:gd name="textAreaRight" fmla="*/ 3732120 w 3730320"/>
              <a:gd name="textAreaTop" fmla="*/ 0 h 4913280"/>
              <a:gd name="textAreaBottom" fmla="*/ 4915080 h 4913280"/>
              <a:gd name="GluePoint1X" fmla="*/ 0 w 5015880"/>
              <a:gd name="GluePoint1Y" fmla="*/ 0 h 6597650"/>
              <a:gd name="GluePoint2X" fmla="*/ 5015880 w 5015880"/>
              <a:gd name="GluePoint2Y" fmla="*/ 0 h 6597650"/>
              <a:gd name="GluePoint3X" fmla="*/ 5015880 w 5015880"/>
              <a:gd name="GluePoint3Y" fmla="*/ 6597650 h 6597650"/>
              <a:gd name="GluePoint4X" fmla="*/ 0 w 5015880"/>
              <a:gd name="GluePoint4Y" fmla="*/ 6597650 h 659765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</a:cxnLst>
            <a:rect l="textAreaLeft" t="textAreaTop" r="textAreaRight" b="textAreaBottom"/>
            <a:pathLst>
              <a:path w="5015880" h="6597650">
                <a:moveTo>
                  <a:pt x="0" y="0"/>
                </a:moveTo>
                <a:lnTo>
                  <a:pt x="5015880" y="0"/>
                </a:lnTo>
                <a:lnTo>
                  <a:pt x="5015880" y="6597650"/>
                </a:lnTo>
                <a:lnTo>
                  <a:pt x="0" y="659765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7" name="PlaceHolder 1"/>
          <p:cNvSpPr>
            <a:spLocks noGrp="1"/>
          </p:cNvSpPr>
          <p:nvPr>
            <p:ph type="ftr" idx="42"/>
          </p:nvPr>
        </p:nvSpPr>
        <p:spPr>
          <a:xfrm>
            <a:off x="628560" y="4975560"/>
            <a:ext cx="712800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8" name="PlaceHolder 2"/>
          <p:cNvSpPr>
            <a:spLocks noGrp="1"/>
          </p:cNvSpPr>
          <p:nvPr>
            <p:ph type="sldNum" idx="43"/>
          </p:nvPr>
        </p:nvSpPr>
        <p:spPr>
          <a:xfrm>
            <a:off x="35640" y="4975560"/>
            <a:ext cx="33552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6A617177-A5B7-4632-863F-D148B6628AB6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9" name="PlaceHolder 3"/>
          <p:cNvSpPr>
            <a:spLocks noGrp="1"/>
          </p:cNvSpPr>
          <p:nvPr>
            <p:ph type="title" hasCustomPrompt="1"/>
          </p:nvPr>
        </p:nvSpPr>
        <p:spPr>
          <a:xfrm>
            <a:off x="4464000" y="330840"/>
            <a:ext cx="2887560" cy="4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</a:t>
            </a:r>
            <a:endParaRPr lang="de-DE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cxnSp>
        <p:nvCxnSpPr>
          <p:cNvPr id="1120" name="Gerader Verbinder 45"/>
          <p:cNvCxnSpPr/>
          <p:nvPr/>
        </p:nvCxnSpPr>
        <p:spPr>
          <a:xfrm>
            <a:off x="4464000" y="974520"/>
            <a:ext cx="2891160" cy="180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sp>
        <p:nvSpPr>
          <p:cNvPr id="1121" name="PlaceHolder 4"/>
          <p:cNvSpPr>
            <a:spLocks noGrp="1"/>
          </p:cNvSpPr>
          <p:nvPr>
            <p:ph type="body"/>
          </p:nvPr>
        </p:nvSpPr>
        <p:spPr>
          <a:xfrm>
            <a:off x="4464000" y="1422360"/>
            <a:ext cx="4367160" cy="349056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122" name="PlaceHolder 5"/>
          <p:cNvSpPr>
            <a:spLocks noGrp="1"/>
          </p:cNvSpPr>
          <p:nvPr>
            <p:ph type="body"/>
          </p:nvPr>
        </p:nvSpPr>
        <p:spPr>
          <a:xfrm>
            <a:off x="4464000" y="1088280"/>
            <a:ext cx="4156560" cy="32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Zwei Inhalte + Unter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23" name="Gruppieren 6"/>
          <p:cNvGrpSpPr/>
          <p:nvPr/>
        </p:nvGrpSpPr>
        <p:grpSpPr>
          <a:xfrm>
            <a:off x="-5040" y="4950720"/>
            <a:ext cx="9147240" cy="196200"/>
            <a:chOff x="-5040" y="4950720"/>
            <a:chExt cx="9147240" cy="196200"/>
          </a:xfrm>
        </p:grpSpPr>
        <p:sp>
          <p:nvSpPr>
            <p:cNvPr id="1124" name="bk object 18"/>
            <p:cNvSpPr/>
            <p:nvPr/>
          </p:nvSpPr>
          <p:spPr>
            <a:xfrm>
              <a:off x="-5040" y="4950720"/>
              <a:ext cx="483120" cy="196200"/>
            </a:xfrm>
            <a:custGeom>
              <a:avLst/>
              <a:gdLst>
                <a:gd name="textAreaLeft" fmla="*/ 0 w 483120"/>
                <a:gd name="textAreaRight" fmla="*/ 484920 w 48312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25" name="bk object 18"/>
            <p:cNvSpPr/>
            <p:nvPr/>
          </p:nvSpPr>
          <p:spPr>
            <a:xfrm>
              <a:off x="522360" y="4950720"/>
              <a:ext cx="8619840" cy="196200"/>
            </a:xfrm>
            <a:custGeom>
              <a:avLst/>
              <a:gdLst>
                <a:gd name="textAreaLeft" fmla="*/ 0 w 8619840"/>
                <a:gd name="textAreaRight" fmla="*/ 8621640 w 861984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26" name="Holder 3"/>
            <p:cNvSpPr/>
            <p:nvPr/>
          </p:nvSpPr>
          <p:spPr>
            <a:xfrm>
              <a:off x="8194680" y="4966200"/>
              <a:ext cx="447840" cy="165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127" name="Gerader Verbinder 11"/>
          <p:cNvCxnSpPr/>
          <p:nvPr/>
        </p:nvCxnSpPr>
        <p:spPr>
          <a:xfrm>
            <a:off x="521280" y="974520"/>
            <a:ext cx="6833880" cy="180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1128" name="Grafik 9"/>
          <p:cNvGrpSpPr/>
          <p:nvPr/>
        </p:nvGrpSpPr>
        <p:grpSpPr>
          <a:xfrm>
            <a:off x="7741440" y="394200"/>
            <a:ext cx="1048320" cy="619200"/>
            <a:chOff x="7741440" y="394200"/>
            <a:chExt cx="1048320" cy="619200"/>
          </a:xfrm>
        </p:grpSpPr>
        <p:grpSp>
          <p:nvGrpSpPr>
            <p:cNvPr id="1129" name="Grafik 9"/>
            <p:cNvGrpSpPr/>
            <p:nvPr/>
          </p:nvGrpSpPr>
          <p:grpSpPr>
            <a:xfrm>
              <a:off x="7741440" y="394200"/>
              <a:ext cx="883080" cy="430560"/>
              <a:chOff x="7741440" y="394200"/>
              <a:chExt cx="883080" cy="430560"/>
            </a:xfrm>
          </p:grpSpPr>
          <p:sp>
            <p:nvSpPr>
              <p:cNvPr id="1130" name="Freihandform: Form 20"/>
              <p:cNvSpPr/>
              <p:nvPr/>
            </p:nvSpPr>
            <p:spPr>
              <a:xfrm>
                <a:off x="8358120" y="480600"/>
                <a:ext cx="266400" cy="26676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266760"/>
                  <a:gd name="textAreaBottom" fmla="*/ 268560 h 26676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31" name="Freihandform: Form 21"/>
              <p:cNvSpPr/>
              <p:nvPr/>
            </p:nvSpPr>
            <p:spPr>
              <a:xfrm>
                <a:off x="774144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32" name="Freihandform: Form 22"/>
              <p:cNvSpPr/>
              <p:nvPr/>
            </p:nvSpPr>
            <p:spPr>
              <a:xfrm>
                <a:off x="805068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33" name="Freihandform: Form 23"/>
              <p:cNvSpPr/>
              <p:nvPr/>
            </p:nvSpPr>
            <p:spPr>
              <a:xfrm>
                <a:off x="784800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34" name="Freihandform: Form 24"/>
              <p:cNvSpPr/>
              <p:nvPr/>
            </p:nvSpPr>
            <p:spPr>
              <a:xfrm>
                <a:off x="795816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35" name="Freihandform: Form 25"/>
              <p:cNvSpPr/>
              <p:nvPr/>
            </p:nvSpPr>
            <p:spPr>
              <a:xfrm>
                <a:off x="821232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36" name="Freihandform: Form 26"/>
            <p:cNvSpPr/>
            <p:nvPr/>
          </p:nvSpPr>
          <p:spPr>
            <a:xfrm>
              <a:off x="774144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37" name="Freihandform: Form 27"/>
            <p:cNvSpPr/>
            <p:nvPr/>
          </p:nvSpPr>
          <p:spPr>
            <a:xfrm>
              <a:off x="779976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38" name="Freihandform: Form 28"/>
            <p:cNvSpPr/>
            <p:nvPr/>
          </p:nvSpPr>
          <p:spPr>
            <a:xfrm>
              <a:off x="784908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39" name="Grafik 9"/>
            <p:cNvGrpSpPr/>
            <p:nvPr/>
          </p:nvGrpSpPr>
          <p:grpSpPr>
            <a:xfrm>
              <a:off x="7872120" y="834120"/>
              <a:ext cx="73440" cy="39960"/>
              <a:chOff x="7872120" y="834120"/>
              <a:chExt cx="73440" cy="39960"/>
            </a:xfrm>
          </p:grpSpPr>
          <p:sp>
            <p:nvSpPr>
              <p:cNvPr id="1140" name="Freihandform: Form 30"/>
              <p:cNvSpPr/>
              <p:nvPr/>
            </p:nvSpPr>
            <p:spPr>
              <a:xfrm>
                <a:off x="787212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41" name="Freihandform: Form 31"/>
              <p:cNvSpPr/>
              <p:nvPr/>
            </p:nvSpPr>
            <p:spPr>
              <a:xfrm>
                <a:off x="7922160" y="834120"/>
                <a:ext cx="23400" cy="39960"/>
              </a:xfrm>
              <a:custGeom>
                <a:avLst/>
                <a:gdLst>
                  <a:gd name="textAreaLeft" fmla="*/ 0 w 23400"/>
                  <a:gd name="textAreaRight" fmla="*/ 25200 w 23400"/>
                  <a:gd name="textAreaTop" fmla="*/ 0 h 39960"/>
                  <a:gd name="textAreaBottom" fmla="*/ 41760 h 3996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42" name="Freihandform: Form 32"/>
            <p:cNvSpPr/>
            <p:nvPr/>
          </p:nvSpPr>
          <p:spPr>
            <a:xfrm>
              <a:off x="795924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43" name="Grafik 9"/>
            <p:cNvGrpSpPr/>
            <p:nvPr/>
          </p:nvGrpSpPr>
          <p:grpSpPr>
            <a:xfrm>
              <a:off x="7979760" y="812160"/>
              <a:ext cx="77400" cy="63720"/>
              <a:chOff x="7979760" y="812160"/>
              <a:chExt cx="77400" cy="63720"/>
            </a:xfrm>
          </p:grpSpPr>
          <p:sp>
            <p:nvSpPr>
              <p:cNvPr id="1144" name="Freihandform: Form 34"/>
              <p:cNvSpPr/>
              <p:nvPr/>
            </p:nvSpPr>
            <p:spPr>
              <a:xfrm>
                <a:off x="7979760" y="834120"/>
                <a:ext cx="32760" cy="417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41760"/>
                  <a:gd name="textAreaBottom" fmla="*/ 43560 h 4176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45" name="Freihandform: Form 35"/>
              <p:cNvSpPr/>
              <p:nvPr/>
            </p:nvSpPr>
            <p:spPr>
              <a:xfrm>
                <a:off x="8024400" y="812160"/>
                <a:ext cx="32760" cy="615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61560"/>
                  <a:gd name="textAreaBottom" fmla="*/ 63360 h 6156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46" name="Freihandform: Form 36"/>
            <p:cNvSpPr/>
            <p:nvPr/>
          </p:nvSpPr>
          <p:spPr>
            <a:xfrm>
              <a:off x="810648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47" name="Freihandform: Form 37"/>
            <p:cNvSpPr/>
            <p:nvPr/>
          </p:nvSpPr>
          <p:spPr>
            <a:xfrm>
              <a:off x="816480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48" name="Freihandform: Form 38"/>
            <p:cNvSpPr/>
            <p:nvPr/>
          </p:nvSpPr>
          <p:spPr>
            <a:xfrm>
              <a:off x="821340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49" name="Grafik 9"/>
            <p:cNvGrpSpPr/>
            <p:nvPr/>
          </p:nvGrpSpPr>
          <p:grpSpPr>
            <a:xfrm>
              <a:off x="7741440" y="834120"/>
              <a:ext cx="1048320" cy="179280"/>
              <a:chOff x="7741440" y="834120"/>
              <a:chExt cx="1048320" cy="179280"/>
            </a:xfrm>
          </p:grpSpPr>
          <p:sp>
            <p:nvSpPr>
              <p:cNvPr id="1150" name="Freihandform: Form 40"/>
              <p:cNvSpPr/>
              <p:nvPr/>
            </p:nvSpPr>
            <p:spPr>
              <a:xfrm>
                <a:off x="823644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51" name="Freihandform: Form 41"/>
              <p:cNvSpPr/>
              <p:nvPr/>
            </p:nvSpPr>
            <p:spPr>
              <a:xfrm>
                <a:off x="8284680" y="834120"/>
                <a:ext cx="34560" cy="41760"/>
              </a:xfrm>
              <a:custGeom>
                <a:avLst/>
                <a:gdLst>
                  <a:gd name="textAreaLeft" fmla="*/ 0 w 34560"/>
                  <a:gd name="textAreaRight" fmla="*/ 36360 w 34560"/>
                  <a:gd name="textAreaTop" fmla="*/ 0 h 41760"/>
                  <a:gd name="textAreaBottom" fmla="*/ 43560 h 4176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52" name="Freihandform: Form 42"/>
              <p:cNvSpPr/>
              <p:nvPr/>
            </p:nvSpPr>
            <p:spPr>
              <a:xfrm>
                <a:off x="7741440" y="914040"/>
                <a:ext cx="882720" cy="61560"/>
              </a:xfrm>
              <a:custGeom>
                <a:avLst/>
                <a:gdLst>
                  <a:gd name="textAreaLeft" fmla="*/ 0 w 882720"/>
                  <a:gd name="textAreaRight" fmla="*/ 884520 w 882720"/>
                  <a:gd name="textAreaTop" fmla="*/ 0 h 61560"/>
                  <a:gd name="textAreaBottom" fmla="*/ 63360 h 6156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53" name="Freihandform: Form 43"/>
              <p:cNvSpPr/>
              <p:nvPr/>
            </p:nvSpPr>
            <p:spPr>
              <a:xfrm>
                <a:off x="8677440" y="915480"/>
                <a:ext cx="112320" cy="97920"/>
              </a:xfrm>
              <a:custGeom>
                <a:avLst/>
                <a:gdLst>
                  <a:gd name="textAreaLeft" fmla="*/ 0 w 112320"/>
                  <a:gd name="textAreaRight" fmla="*/ 114120 w 112320"/>
                  <a:gd name="textAreaTop" fmla="*/ 0 h 97920"/>
                  <a:gd name="textAreaBottom" fmla="*/ 99720 h 9792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154" name="Freihandform: Form 44"/>
          <p:cNvSpPr/>
          <p:nvPr/>
        </p:nvSpPr>
        <p:spPr>
          <a:xfrm>
            <a:off x="-5040" y="407880"/>
            <a:ext cx="335520" cy="293040"/>
          </a:xfrm>
          <a:custGeom>
            <a:avLst/>
            <a:gdLst>
              <a:gd name="textAreaLeft" fmla="*/ 0 w 335520"/>
              <a:gd name="textAreaRight" fmla="*/ 337320 w 335520"/>
              <a:gd name="textAreaTop" fmla="*/ 0 h 293040"/>
              <a:gd name="textAreaBottom" fmla="*/ 294840 h 29304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155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880" cy="4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156" name="PlaceHolder 2"/>
          <p:cNvSpPr>
            <a:spLocks noGrp="1"/>
          </p:cNvSpPr>
          <p:nvPr>
            <p:ph type="ftr" idx="44"/>
          </p:nvPr>
        </p:nvSpPr>
        <p:spPr>
          <a:xfrm>
            <a:off x="628560" y="4975560"/>
            <a:ext cx="712800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7" name="PlaceHolder 3"/>
          <p:cNvSpPr>
            <a:spLocks noGrp="1"/>
          </p:cNvSpPr>
          <p:nvPr>
            <p:ph type="sldNum" idx="45"/>
          </p:nvPr>
        </p:nvSpPr>
        <p:spPr>
          <a:xfrm>
            <a:off x="35640" y="4975560"/>
            <a:ext cx="33552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5F3CD7B4-99E4-4A00-80B0-C2176BB84816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8" name="PlaceHolder 4"/>
          <p:cNvSpPr>
            <a:spLocks noGrp="1"/>
          </p:cNvSpPr>
          <p:nvPr>
            <p:ph type="body"/>
          </p:nvPr>
        </p:nvSpPr>
        <p:spPr>
          <a:xfrm>
            <a:off x="521640" y="1422360"/>
            <a:ext cx="3939840" cy="349056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159" name="PlaceHolder 5"/>
          <p:cNvSpPr>
            <a:spLocks noGrp="1"/>
          </p:cNvSpPr>
          <p:nvPr>
            <p:ph type="body"/>
          </p:nvPr>
        </p:nvSpPr>
        <p:spPr>
          <a:xfrm>
            <a:off x="4680000" y="1422360"/>
            <a:ext cx="3935160" cy="349056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160" name="PlaceHolder 6"/>
          <p:cNvSpPr>
            <a:spLocks noGrp="1"/>
          </p:cNvSpPr>
          <p:nvPr>
            <p:ph type="body"/>
          </p:nvPr>
        </p:nvSpPr>
        <p:spPr>
          <a:xfrm>
            <a:off x="521640" y="1088280"/>
            <a:ext cx="3940920" cy="32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161" name="PlaceHolder 7"/>
          <p:cNvSpPr>
            <a:spLocks noGrp="1"/>
          </p:cNvSpPr>
          <p:nvPr>
            <p:ph type="body"/>
          </p:nvPr>
        </p:nvSpPr>
        <p:spPr>
          <a:xfrm>
            <a:off x="4680720" y="1088280"/>
            <a:ext cx="3940920" cy="32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iagramnm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62" name="Gruppieren 6"/>
          <p:cNvGrpSpPr/>
          <p:nvPr/>
        </p:nvGrpSpPr>
        <p:grpSpPr>
          <a:xfrm>
            <a:off x="-5040" y="4950720"/>
            <a:ext cx="9147240" cy="196200"/>
            <a:chOff x="-5040" y="4950720"/>
            <a:chExt cx="9147240" cy="196200"/>
          </a:xfrm>
        </p:grpSpPr>
        <p:sp>
          <p:nvSpPr>
            <p:cNvPr id="1163" name="bk object 18"/>
            <p:cNvSpPr/>
            <p:nvPr/>
          </p:nvSpPr>
          <p:spPr>
            <a:xfrm>
              <a:off x="-5040" y="4950720"/>
              <a:ext cx="483120" cy="196200"/>
            </a:xfrm>
            <a:custGeom>
              <a:avLst/>
              <a:gdLst>
                <a:gd name="textAreaLeft" fmla="*/ 0 w 483120"/>
                <a:gd name="textAreaRight" fmla="*/ 484920 w 48312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64" name="bk object 18"/>
            <p:cNvSpPr/>
            <p:nvPr/>
          </p:nvSpPr>
          <p:spPr>
            <a:xfrm>
              <a:off x="522360" y="4950720"/>
              <a:ext cx="8619840" cy="196200"/>
            </a:xfrm>
            <a:custGeom>
              <a:avLst/>
              <a:gdLst>
                <a:gd name="textAreaLeft" fmla="*/ 0 w 8619840"/>
                <a:gd name="textAreaRight" fmla="*/ 8621640 w 861984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65" name="Holder 3"/>
            <p:cNvSpPr/>
            <p:nvPr/>
          </p:nvSpPr>
          <p:spPr>
            <a:xfrm>
              <a:off x="8194680" y="4966200"/>
              <a:ext cx="447840" cy="165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166" name="Gerader Verbinder 11"/>
          <p:cNvCxnSpPr/>
          <p:nvPr/>
        </p:nvCxnSpPr>
        <p:spPr>
          <a:xfrm>
            <a:off x="521280" y="974520"/>
            <a:ext cx="6833880" cy="180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1167" name="Grafik 9"/>
          <p:cNvGrpSpPr/>
          <p:nvPr/>
        </p:nvGrpSpPr>
        <p:grpSpPr>
          <a:xfrm>
            <a:off x="7741440" y="394200"/>
            <a:ext cx="1048320" cy="619200"/>
            <a:chOff x="7741440" y="394200"/>
            <a:chExt cx="1048320" cy="619200"/>
          </a:xfrm>
        </p:grpSpPr>
        <p:grpSp>
          <p:nvGrpSpPr>
            <p:cNvPr id="1168" name="Grafik 9"/>
            <p:cNvGrpSpPr/>
            <p:nvPr/>
          </p:nvGrpSpPr>
          <p:grpSpPr>
            <a:xfrm>
              <a:off x="7741440" y="394200"/>
              <a:ext cx="883080" cy="430560"/>
              <a:chOff x="7741440" y="394200"/>
              <a:chExt cx="883080" cy="430560"/>
            </a:xfrm>
          </p:grpSpPr>
          <p:sp>
            <p:nvSpPr>
              <p:cNvPr id="1169" name="Freihandform: Form 20"/>
              <p:cNvSpPr/>
              <p:nvPr/>
            </p:nvSpPr>
            <p:spPr>
              <a:xfrm>
                <a:off x="8358120" y="480600"/>
                <a:ext cx="266400" cy="26676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266760"/>
                  <a:gd name="textAreaBottom" fmla="*/ 268560 h 26676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0" name="Freihandform: Form 21"/>
              <p:cNvSpPr/>
              <p:nvPr/>
            </p:nvSpPr>
            <p:spPr>
              <a:xfrm>
                <a:off x="774144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1" name="Freihandform: Form 22"/>
              <p:cNvSpPr/>
              <p:nvPr/>
            </p:nvSpPr>
            <p:spPr>
              <a:xfrm>
                <a:off x="805068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2" name="Freihandform: Form 23"/>
              <p:cNvSpPr/>
              <p:nvPr/>
            </p:nvSpPr>
            <p:spPr>
              <a:xfrm>
                <a:off x="784800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3" name="Freihandform: Form 24"/>
              <p:cNvSpPr/>
              <p:nvPr/>
            </p:nvSpPr>
            <p:spPr>
              <a:xfrm>
                <a:off x="795816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4" name="Freihandform: Form 25"/>
              <p:cNvSpPr/>
              <p:nvPr/>
            </p:nvSpPr>
            <p:spPr>
              <a:xfrm>
                <a:off x="821232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75" name="Freihandform: Form 26"/>
            <p:cNvSpPr/>
            <p:nvPr/>
          </p:nvSpPr>
          <p:spPr>
            <a:xfrm>
              <a:off x="774144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76" name="Freihandform: Form 27"/>
            <p:cNvSpPr/>
            <p:nvPr/>
          </p:nvSpPr>
          <p:spPr>
            <a:xfrm>
              <a:off x="779976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77" name="Freihandform: Form 28"/>
            <p:cNvSpPr/>
            <p:nvPr/>
          </p:nvSpPr>
          <p:spPr>
            <a:xfrm>
              <a:off x="784908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78" name="Grafik 9"/>
            <p:cNvGrpSpPr/>
            <p:nvPr/>
          </p:nvGrpSpPr>
          <p:grpSpPr>
            <a:xfrm>
              <a:off x="7872120" y="834120"/>
              <a:ext cx="73440" cy="39960"/>
              <a:chOff x="7872120" y="834120"/>
              <a:chExt cx="73440" cy="39960"/>
            </a:xfrm>
          </p:grpSpPr>
          <p:sp>
            <p:nvSpPr>
              <p:cNvPr id="1179" name="Freihandform: Form 30"/>
              <p:cNvSpPr/>
              <p:nvPr/>
            </p:nvSpPr>
            <p:spPr>
              <a:xfrm>
                <a:off x="787212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80" name="Freihandform: Form 31"/>
              <p:cNvSpPr/>
              <p:nvPr/>
            </p:nvSpPr>
            <p:spPr>
              <a:xfrm>
                <a:off x="7922160" y="834120"/>
                <a:ext cx="23400" cy="39960"/>
              </a:xfrm>
              <a:custGeom>
                <a:avLst/>
                <a:gdLst>
                  <a:gd name="textAreaLeft" fmla="*/ 0 w 23400"/>
                  <a:gd name="textAreaRight" fmla="*/ 25200 w 23400"/>
                  <a:gd name="textAreaTop" fmla="*/ 0 h 39960"/>
                  <a:gd name="textAreaBottom" fmla="*/ 41760 h 3996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81" name="Freihandform: Form 32"/>
            <p:cNvSpPr/>
            <p:nvPr/>
          </p:nvSpPr>
          <p:spPr>
            <a:xfrm>
              <a:off x="795924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82" name="Grafik 9"/>
            <p:cNvGrpSpPr/>
            <p:nvPr/>
          </p:nvGrpSpPr>
          <p:grpSpPr>
            <a:xfrm>
              <a:off x="7979760" y="812160"/>
              <a:ext cx="77400" cy="63720"/>
              <a:chOff x="7979760" y="812160"/>
              <a:chExt cx="77400" cy="63720"/>
            </a:xfrm>
          </p:grpSpPr>
          <p:sp>
            <p:nvSpPr>
              <p:cNvPr id="1183" name="Freihandform: Form 34"/>
              <p:cNvSpPr/>
              <p:nvPr/>
            </p:nvSpPr>
            <p:spPr>
              <a:xfrm>
                <a:off x="7979760" y="834120"/>
                <a:ext cx="32760" cy="417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41760"/>
                  <a:gd name="textAreaBottom" fmla="*/ 43560 h 4176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84" name="Freihandform: Form 35"/>
              <p:cNvSpPr/>
              <p:nvPr/>
            </p:nvSpPr>
            <p:spPr>
              <a:xfrm>
                <a:off x="8024400" y="812160"/>
                <a:ext cx="32760" cy="615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61560"/>
                  <a:gd name="textAreaBottom" fmla="*/ 63360 h 6156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85" name="Freihandform: Form 36"/>
            <p:cNvSpPr/>
            <p:nvPr/>
          </p:nvSpPr>
          <p:spPr>
            <a:xfrm>
              <a:off x="810648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86" name="Freihandform: Form 37"/>
            <p:cNvSpPr/>
            <p:nvPr/>
          </p:nvSpPr>
          <p:spPr>
            <a:xfrm>
              <a:off x="816480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87" name="Freihandform: Form 38"/>
            <p:cNvSpPr/>
            <p:nvPr/>
          </p:nvSpPr>
          <p:spPr>
            <a:xfrm>
              <a:off x="821340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88" name="Grafik 9"/>
            <p:cNvGrpSpPr/>
            <p:nvPr/>
          </p:nvGrpSpPr>
          <p:grpSpPr>
            <a:xfrm>
              <a:off x="7741440" y="834120"/>
              <a:ext cx="1048320" cy="179280"/>
              <a:chOff x="7741440" y="834120"/>
              <a:chExt cx="1048320" cy="179280"/>
            </a:xfrm>
          </p:grpSpPr>
          <p:sp>
            <p:nvSpPr>
              <p:cNvPr id="1189" name="Freihandform: Form 40"/>
              <p:cNvSpPr/>
              <p:nvPr/>
            </p:nvSpPr>
            <p:spPr>
              <a:xfrm>
                <a:off x="823644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90" name="Freihandform: Form 41"/>
              <p:cNvSpPr/>
              <p:nvPr/>
            </p:nvSpPr>
            <p:spPr>
              <a:xfrm>
                <a:off x="8284680" y="834120"/>
                <a:ext cx="34560" cy="41760"/>
              </a:xfrm>
              <a:custGeom>
                <a:avLst/>
                <a:gdLst>
                  <a:gd name="textAreaLeft" fmla="*/ 0 w 34560"/>
                  <a:gd name="textAreaRight" fmla="*/ 36360 w 34560"/>
                  <a:gd name="textAreaTop" fmla="*/ 0 h 41760"/>
                  <a:gd name="textAreaBottom" fmla="*/ 43560 h 4176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91" name="Freihandform: Form 42"/>
              <p:cNvSpPr/>
              <p:nvPr/>
            </p:nvSpPr>
            <p:spPr>
              <a:xfrm>
                <a:off x="7741440" y="914040"/>
                <a:ext cx="882720" cy="61560"/>
              </a:xfrm>
              <a:custGeom>
                <a:avLst/>
                <a:gdLst>
                  <a:gd name="textAreaLeft" fmla="*/ 0 w 882720"/>
                  <a:gd name="textAreaRight" fmla="*/ 884520 w 882720"/>
                  <a:gd name="textAreaTop" fmla="*/ 0 h 61560"/>
                  <a:gd name="textAreaBottom" fmla="*/ 63360 h 6156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92" name="Freihandform: Form 43"/>
              <p:cNvSpPr/>
              <p:nvPr/>
            </p:nvSpPr>
            <p:spPr>
              <a:xfrm>
                <a:off x="8677440" y="915480"/>
                <a:ext cx="112320" cy="97920"/>
              </a:xfrm>
              <a:custGeom>
                <a:avLst/>
                <a:gdLst>
                  <a:gd name="textAreaLeft" fmla="*/ 0 w 112320"/>
                  <a:gd name="textAreaRight" fmla="*/ 114120 w 112320"/>
                  <a:gd name="textAreaTop" fmla="*/ 0 h 97920"/>
                  <a:gd name="textAreaBottom" fmla="*/ 99720 h 9792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193" name="Freihandform: Form 44"/>
          <p:cNvSpPr/>
          <p:nvPr/>
        </p:nvSpPr>
        <p:spPr>
          <a:xfrm>
            <a:off x="-5040" y="407880"/>
            <a:ext cx="335520" cy="293040"/>
          </a:xfrm>
          <a:custGeom>
            <a:avLst/>
            <a:gdLst>
              <a:gd name="textAreaLeft" fmla="*/ 0 w 335520"/>
              <a:gd name="textAreaRight" fmla="*/ 337320 w 335520"/>
              <a:gd name="textAreaTop" fmla="*/ 0 h 293040"/>
              <a:gd name="textAreaBottom" fmla="*/ 294840 h 29304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194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880" cy="4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195" name="PlaceHolder 2"/>
          <p:cNvSpPr>
            <a:spLocks noGrp="1"/>
          </p:cNvSpPr>
          <p:nvPr>
            <p:ph type="sldNum" idx="46"/>
          </p:nvPr>
        </p:nvSpPr>
        <p:spPr>
          <a:xfrm>
            <a:off x="35640" y="4975560"/>
            <a:ext cx="33552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E2A9C36F-76A9-4395-82D8-EEA77CA46BF0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6" name="PlaceHolder 3"/>
          <p:cNvSpPr>
            <a:spLocks noGrp="1"/>
          </p:cNvSpPr>
          <p:nvPr>
            <p:ph type="ftr" idx="47"/>
          </p:nvPr>
        </p:nvSpPr>
        <p:spPr>
          <a:xfrm>
            <a:off x="628560" y="4975560"/>
            <a:ext cx="712800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7" name="PlaceHolder 4"/>
          <p:cNvSpPr>
            <a:spLocks noGrp="1"/>
          </p:cNvSpPr>
          <p:nvPr>
            <p:ph type="body" hasCustomPrompt="1"/>
          </p:nvPr>
        </p:nvSpPr>
        <p:spPr>
          <a:xfrm>
            <a:off x="522360" y="1422360"/>
            <a:ext cx="8098560" cy="349056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198" name="PlaceHolder 5"/>
          <p:cNvSpPr>
            <a:spLocks noGrp="1"/>
          </p:cNvSpPr>
          <p:nvPr>
            <p:ph type="body"/>
          </p:nvPr>
        </p:nvSpPr>
        <p:spPr>
          <a:xfrm>
            <a:off x="521640" y="1088280"/>
            <a:ext cx="8099280" cy="32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abellen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99" name="Gruppieren 6"/>
          <p:cNvGrpSpPr/>
          <p:nvPr/>
        </p:nvGrpSpPr>
        <p:grpSpPr>
          <a:xfrm>
            <a:off x="-5040" y="4950720"/>
            <a:ext cx="9147240" cy="196200"/>
            <a:chOff x="-5040" y="4950720"/>
            <a:chExt cx="9147240" cy="196200"/>
          </a:xfrm>
        </p:grpSpPr>
        <p:sp>
          <p:nvSpPr>
            <p:cNvPr id="1200" name="bk object 18"/>
            <p:cNvSpPr/>
            <p:nvPr/>
          </p:nvSpPr>
          <p:spPr>
            <a:xfrm>
              <a:off x="-5040" y="4950720"/>
              <a:ext cx="483120" cy="196200"/>
            </a:xfrm>
            <a:custGeom>
              <a:avLst/>
              <a:gdLst>
                <a:gd name="textAreaLeft" fmla="*/ 0 w 483120"/>
                <a:gd name="textAreaRight" fmla="*/ 484920 w 48312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01" name="bk object 18"/>
            <p:cNvSpPr/>
            <p:nvPr/>
          </p:nvSpPr>
          <p:spPr>
            <a:xfrm>
              <a:off x="522360" y="4950720"/>
              <a:ext cx="8619840" cy="196200"/>
            </a:xfrm>
            <a:custGeom>
              <a:avLst/>
              <a:gdLst>
                <a:gd name="textAreaLeft" fmla="*/ 0 w 8619840"/>
                <a:gd name="textAreaRight" fmla="*/ 8621640 w 861984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02" name="Holder 3"/>
            <p:cNvSpPr/>
            <p:nvPr/>
          </p:nvSpPr>
          <p:spPr>
            <a:xfrm>
              <a:off x="8194680" y="4966200"/>
              <a:ext cx="447840" cy="165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203" name="Gerader Verbinder 11"/>
          <p:cNvCxnSpPr/>
          <p:nvPr/>
        </p:nvCxnSpPr>
        <p:spPr>
          <a:xfrm>
            <a:off x="521280" y="974520"/>
            <a:ext cx="6833880" cy="180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1204" name="Grafik 9"/>
          <p:cNvGrpSpPr/>
          <p:nvPr/>
        </p:nvGrpSpPr>
        <p:grpSpPr>
          <a:xfrm>
            <a:off x="7741440" y="394200"/>
            <a:ext cx="1048320" cy="619200"/>
            <a:chOff x="7741440" y="394200"/>
            <a:chExt cx="1048320" cy="619200"/>
          </a:xfrm>
        </p:grpSpPr>
        <p:grpSp>
          <p:nvGrpSpPr>
            <p:cNvPr id="1205" name="Grafik 9"/>
            <p:cNvGrpSpPr/>
            <p:nvPr/>
          </p:nvGrpSpPr>
          <p:grpSpPr>
            <a:xfrm>
              <a:off x="7741440" y="394200"/>
              <a:ext cx="883080" cy="430560"/>
              <a:chOff x="7741440" y="394200"/>
              <a:chExt cx="883080" cy="430560"/>
            </a:xfrm>
          </p:grpSpPr>
          <p:sp>
            <p:nvSpPr>
              <p:cNvPr id="1206" name="Freihandform: Form 20"/>
              <p:cNvSpPr/>
              <p:nvPr/>
            </p:nvSpPr>
            <p:spPr>
              <a:xfrm>
                <a:off x="8358120" y="480600"/>
                <a:ext cx="266400" cy="26676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266760"/>
                  <a:gd name="textAreaBottom" fmla="*/ 268560 h 26676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07" name="Freihandform: Form 21"/>
              <p:cNvSpPr/>
              <p:nvPr/>
            </p:nvSpPr>
            <p:spPr>
              <a:xfrm>
                <a:off x="774144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08" name="Freihandform: Form 22"/>
              <p:cNvSpPr/>
              <p:nvPr/>
            </p:nvSpPr>
            <p:spPr>
              <a:xfrm>
                <a:off x="805068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09" name="Freihandform: Form 23"/>
              <p:cNvSpPr/>
              <p:nvPr/>
            </p:nvSpPr>
            <p:spPr>
              <a:xfrm>
                <a:off x="784800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10" name="Freihandform: Form 24"/>
              <p:cNvSpPr/>
              <p:nvPr/>
            </p:nvSpPr>
            <p:spPr>
              <a:xfrm>
                <a:off x="795816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11" name="Freihandform: Form 25"/>
              <p:cNvSpPr/>
              <p:nvPr/>
            </p:nvSpPr>
            <p:spPr>
              <a:xfrm>
                <a:off x="821232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212" name="Freihandform: Form 26"/>
            <p:cNvSpPr/>
            <p:nvPr/>
          </p:nvSpPr>
          <p:spPr>
            <a:xfrm>
              <a:off x="774144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13" name="Freihandform: Form 27"/>
            <p:cNvSpPr/>
            <p:nvPr/>
          </p:nvSpPr>
          <p:spPr>
            <a:xfrm>
              <a:off x="779976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14" name="Freihandform: Form 28"/>
            <p:cNvSpPr/>
            <p:nvPr/>
          </p:nvSpPr>
          <p:spPr>
            <a:xfrm>
              <a:off x="784908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215" name="Grafik 9"/>
            <p:cNvGrpSpPr/>
            <p:nvPr/>
          </p:nvGrpSpPr>
          <p:grpSpPr>
            <a:xfrm>
              <a:off x="7872120" y="834120"/>
              <a:ext cx="73440" cy="39960"/>
              <a:chOff x="7872120" y="834120"/>
              <a:chExt cx="73440" cy="39960"/>
            </a:xfrm>
          </p:grpSpPr>
          <p:sp>
            <p:nvSpPr>
              <p:cNvPr id="1216" name="Freihandform: Form 30"/>
              <p:cNvSpPr/>
              <p:nvPr/>
            </p:nvSpPr>
            <p:spPr>
              <a:xfrm>
                <a:off x="787212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17" name="Freihandform: Form 31"/>
              <p:cNvSpPr/>
              <p:nvPr/>
            </p:nvSpPr>
            <p:spPr>
              <a:xfrm>
                <a:off x="7922160" y="834120"/>
                <a:ext cx="23400" cy="39960"/>
              </a:xfrm>
              <a:custGeom>
                <a:avLst/>
                <a:gdLst>
                  <a:gd name="textAreaLeft" fmla="*/ 0 w 23400"/>
                  <a:gd name="textAreaRight" fmla="*/ 25200 w 23400"/>
                  <a:gd name="textAreaTop" fmla="*/ 0 h 39960"/>
                  <a:gd name="textAreaBottom" fmla="*/ 41760 h 3996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218" name="Freihandform: Form 32"/>
            <p:cNvSpPr/>
            <p:nvPr/>
          </p:nvSpPr>
          <p:spPr>
            <a:xfrm>
              <a:off x="795924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219" name="Grafik 9"/>
            <p:cNvGrpSpPr/>
            <p:nvPr/>
          </p:nvGrpSpPr>
          <p:grpSpPr>
            <a:xfrm>
              <a:off x="7979760" y="812160"/>
              <a:ext cx="77400" cy="63720"/>
              <a:chOff x="7979760" y="812160"/>
              <a:chExt cx="77400" cy="63720"/>
            </a:xfrm>
          </p:grpSpPr>
          <p:sp>
            <p:nvSpPr>
              <p:cNvPr id="1220" name="Freihandform: Form 34"/>
              <p:cNvSpPr/>
              <p:nvPr/>
            </p:nvSpPr>
            <p:spPr>
              <a:xfrm>
                <a:off x="7979760" y="834120"/>
                <a:ext cx="32760" cy="417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41760"/>
                  <a:gd name="textAreaBottom" fmla="*/ 43560 h 4176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21" name="Freihandform: Form 35"/>
              <p:cNvSpPr/>
              <p:nvPr/>
            </p:nvSpPr>
            <p:spPr>
              <a:xfrm>
                <a:off x="8024400" y="812160"/>
                <a:ext cx="32760" cy="615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61560"/>
                  <a:gd name="textAreaBottom" fmla="*/ 63360 h 6156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222" name="Freihandform: Form 36"/>
            <p:cNvSpPr/>
            <p:nvPr/>
          </p:nvSpPr>
          <p:spPr>
            <a:xfrm>
              <a:off x="810648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23" name="Freihandform: Form 37"/>
            <p:cNvSpPr/>
            <p:nvPr/>
          </p:nvSpPr>
          <p:spPr>
            <a:xfrm>
              <a:off x="816480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24" name="Freihandform: Form 38"/>
            <p:cNvSpPr/>
            <p:nvPr/>
          </p:nvSpPr>
          <p:spPr>
            <a:xfrm>
              <a:off x="821340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225" name="Grafik 9"/>
            <p:cNvGrpSpPr/>
            <p:nvPr/>
          </p:nvGrpSpPr>
          <p:grpSpPr>
            <a:xfrm>
              <a:off x="7741440" y="834120"/>
              <a:ext cx="1048320" cy="179280"/>
              <a:chOff x="7741440" y="834120"/>
              <a:chExt cx="1048320" cy="179280"/>
            </a:xfrm>
          </p:grpSpPr>
          <p:sp>
            <p:nvSpPr>
              <p:cNvPr id="1226" name="Freihandform: Form 40"/>
              <p:cNvSpPr/>
              <p:nvPr/>
            </p:nvSpPr>
            <p:spPr>
              <a:xfrm>
                <a:off x="823644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27" name="Freihandform: Form 41"/>
              <p:cNvSpPr/>
              <p:nvPr/>
            </p:nvSpPr>
            <p:spPr>
              <a:xfrm>
                <a:off x="8284680" y="834120"/>
                <a:ext cx="34560" cy="41760"/>
              </a:xfrm>
              <a:custGeom>
                <a:avLst/>
                <a:gdLst>
                  <a:gd name="textAreaLeft" fmla="*/ 0 w 34560"/>
                  <a:gd name="textAreaRight" fmla="*/ 36360 w 34560"/>
                  <a:gd name="textAreaTop" fmla="*/ 0 h 41760"/>
                  <a:gd name="textAreaBottom" fmla="*/ 43560 h 4176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28" name="Freihandform: Form 42"/>
              <p:cNvSpPr/>
              <p:nvPr/>
            </p:nvSpPr>
            <p:spPr>
              <a:xfrm>
                <a:off x="7741440" y="914040"/>
                <a:ext cx="882720" cy="61560"/>
              </a:xfrm>
              <a:custGeom>
                <a:avLst/>
                <a:gdLst>
                  <a:gd name="textAreaLeft" fmla="*/ 0 w 882720"/>
                  <a:gd name="textAreaRight" fmla="*/ 884520 w 882720"/>
                  <a:gd name="textAreaTop" fmla="*/ 0 h 61560"/>
                  <a:gd name="textAreaBottom" fmla="*/ 63360 h 6156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29" name="Freihandform: Form 43"/>
              <p:cNvSpPr/>
              <p:nvPr/>
            </p:nvSpPr>
            <p:spPr>
              <a:xfrm>
                <a:off x="8677440" y="915480"/>
                <a:ext cx="112320" cy="97920"/>
              </a:xfrm>
              <a:custGeom>
                <a:avLst/>
                <a:gdLst>
                  <a:gd name="textAreaLeft" fmla="*/ 0 w 112320"/>
                  <a:gd name="textAreaRight" fmla="*/ 114120 w 112320"/>
                  <a:gd name="textAreaTop" fmla="*/ 0 h 97920"/>
                  <a:gd name="textAreaBottom" fmla="*/ 99720 h 9792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230" name="Freihandform: Form 44"/>
          <p:cNvSpPr/>
          <p:nvPr/>
        </p:nvSpPr>
        <p:spPr>
          <a:xfrm>
            <a:off x="-5040" y="407880"/>
            <a:ext cx="335520" cy="293040"/>
          </a:xfrm>
          <a:custGeom>
            <a:avLst/>
            <a:gdLst>
              <a:gd name="textAreaLeft" fmla="*/ 0 w 335520"/>
              <a:gd name="textAreaRight" fmla="*/ 337320 w 335520"/>
              <a:gd name="textAreaTop" fmla="*/ 0 h 293040"/>
              <a:gd name="textAreaBottom" fmla="*/ 294840 h 29304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31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880" cy="4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232" name="PlaceHolder 2"/>
          <p:cNvSpPr>
            <a:spLocks noGrp="1"/>
          </p:cNvSpPr>
          <p:nvPr>
            <p:ph type="sldNum" idx="48"/>
          </p:nvPr>
        </p:nvSpPr>
        <p:spPr>
          <a:xfrm>
            <a:off x="35640" y="4975560"/>
            <a:ext cx="33552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B396049B-E899-4646-903B-528F43AC2BF6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3" name="PlaceHolder 3"/>
          <p:cNvSpPr>
            <a:spLocks noGrp="1"/>
          </p:cNvSpPr>
          <p:nvPr>
            <p:ph type="ftr" idx="49"/>
          </p:nvPr>
        </p:nvSpPr>
        <p:spPr>
          <a:xfrm>
            <a:off x="628560" y="4975560"/>
            <a:ext cx="712800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4" name="PlaceHolder 4"/>
          <p:cNvSpPr>
            <a:spLocks noGrp="1"/>
          </p:cNvSpPr>
          <p:nvPr>
            <p:ph type="body"/>
          </p:nvPr>
        </p:nvSpPr>
        <p:spPr>
          <a:xfrm>
            <a:off x="6031080" y="1422360"/>
            <a:ext cx="2589120" cy="349056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35" name="PlaceHolder 5"/>
          <p:cNvSpPr>
            <a:spLocks noGrp="1"/>
          </p:cNvSpPr>
          <p:nvPr>
            <p:ph type="body" hasCustomPrompt="1"/>
          </p:nvPr>
        </p:nvSpPr>
        <p:spPr>
          <a:xfrm>
            <a:off x="522360" y="1422360"/>
            <a:ext cx="5308560" cy="349056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236" name="PlaceHolder 6"/>
          <p:cNvSpPr>
            <a:spLocks noGrp="1"/>
          </p:cNvSpPr>
          <p:nvPr>
            <p:ph type="body"/>
          </p:nvPr>
        </p:nvSpPr>
        <p:spPr>
          <a:xfrm>
            <a:off x="521640" y="1088280"/>
            <a:ext cx="8099280" cy="32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abellen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37" name="Gruppieren 6"/>
          <p:cNvGrpSpPr/>
          <p:nvPr/>
        </p:nvGrpSpPr>
        <p:grpSpPr>
          <a:xfrm>
            <a:off x="-5040" y="4950720"/>
            <a:ext cx="9147240" cy="196200"/>
            <a:chOff x="-5040" y="4950720"/>
            <a:chExt cx="9147240" cy="196200"/>
          </a:xfrm>
        </p:grpSpPr>
        <p:sp>
          <p:nvSpPr>
            <p:cNvPr id="1238" name="bk object 18"/>
            <p:cNvSpPr/>
            <p:nvPr/>
          </p:nvSpPr>
          <p:spPr>
            <a:xfrm>
              <a:off x="-5040" y="4950720"/>
              <a:ext cx="483120" cy="196200"/>
            </a:xfrm>
            <a:custGeom>
              <a:avLst/>
              <a:gdLst>
                <a:gd name="textAreaLeft" fmla="*/ 0 w 483120"/>
                <a:gd name="textAreaRight" fmla="*/ 484920 w 48312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39" name="bk object 18"/>
            <p:cNvSpPr/>
            <p:nvPr/>
          </p:nvSpPr>
          <p:spPr>
            <a:xfrm>
              <a:off x="522360" y="4950720"/>
              <a:ext cx="8619840" cy="196200"/>
            </a:xfrm>
            <a:custGeom>
              <a:avLst/>
              <a:gdLst>
                <a:gd name="textAreaLeft" fmla="*/ 0 w 8619840"/>
                <a:gd name="textAreaRight" fmla="*/ 8621640 w 861984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40" name="Holder 3"/>
            <p:cNvSpPr/>
            <p:nvPr/>
          </p:nvSpPr>
          <p:spPr>
            <a:xfrm>
              <a:off x="8194680" y="4966200"/>
              <a:ext cx="447840" cy="165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241" name="Gerader Verbinder 11"/>
          <p:cNvCxnSpPr/>
          <p:nvPr/>
        </p:nvCxnSpPr>
        <p:spPr>
          <a:xfrm>
            <a:off x="521280" y="974520"/>
            <a:ext cx="6833880" cy="180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1242" name="Grafik 9"/>
          <p:cNvGrpSpPr/>
          <p:nvPr/>
        </p:nvGrpSpPr>
        <p:grpSpPr>
          <a:xfrm>
            <a:off x="7741440" y="394200"/>
            <a:ext cx="1048320" cy="619200"/>
            <a:chOff x="7741440" y="394200"/>
            <a:chExt cx="1048320" cy="619200"/>
          </a:xfrm>
        </p:grpSpPr>
        <p:grpSp>
          <p:nvGrpSpPr>
            <p:cNvPr id="1243" name="Grafik 9"/>
            <p:cNvGrpSpPr/>
            <p:nvPr/>
          </p:nvGrpSpPr>
          <p:grpSpPr>
            <a:xfrm>
              <a:off x="7741440" y="394200"/>
              <a:ext cx="883080" cy="430560"/>
              <a:chOff x="7741440" y="394200"/>
              <a:chExt cx="883080" cy="430560"/>
            </a:xfrm>
          </p:grpSpPr>
          <p:sp>
            <p:nvSpPr>
              <p:cNvPr id="1244" name="Freihandform: Form 20"/>
              <p:cNvSpPr/>
              <p:nvPr/>
            </p:nvSpPr>
            <p:spPr>
              <a:xfrm>
                <a:off x="8358120" y="480600"/>
                <a:ext cx="266400" cy="26676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266760"/>
                  <a:gd name="textAreaBottom" fmla="*/ 268560 h 26676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45" name="Freihandform: Form 21"/>
              <p:cNvSpPr/>
              <p:nvPr/>
            </p:nvSpPr>
            <p:spPr>
              <a:xfrm>
                <a:off x="774144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46" name="Freihandform: Form 22"/>
              <p:cNvSpPr/>
              <p:nvPr/>
            </p:nvSpPr>
            <p:spPr>
              <a:xfrm>
                <a:off x="805068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47" name="Freihandform: Form 23"/>
              <p:cNvSpPr/>
              <p:nvPr/>
            </p:nvSpPr>
            <p:spPr>
              <a:xfrm>
                <a:off x="784800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48" name="Freihandform: Form 24"/>
              <p:cNvSpPr/>
              <p:nvPr/>
            </p:nvSpPr>
            <p:spPr>
              <a:xfrm>
                <a:off x="795816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49" name="Freihandform: Form 25"/>
              <p:cNvSpPr/>
              <p:nvPr/>
            </p:nvSpPr>
            <p:spPr>
              <a:xfrm>
                <a:off x="821232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250" name="Freihandform: Form 26"/>
            <p:cNvSpPr/>
            <p:nvPr/>
          </p:nvSpPr>
          <p:spPr>
            <a:xfrm>
              <a:off x="774144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51" name="Freihandform: Form 27"/>
            <p:cNvSpPr/>
            <p:nvPr/>
          </p:nvSpPr>
          <p:spPr>
            <a:xfrm>
              <a:off x="779976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52" name="Freihandform: Form 28"/>
            <p:cNvSpPr/>
            <p:nvPr/>
          </p:nvSpPr>
          <p:spPr>
            <a:xfrm>
              <a:off x="784908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253" name="Grafik 9"/>
            <p:cNvGrpSpPr/>
            <p:nvPr/>
          </p:nvGrpSpPr>
          <p:grpSpPr>
            <a:xfrm>
              <a:off x="7872120" y="834120"/>
              <a:ext cx="73440" cy="39960"/>
              <a:chOff x="7872120" y="834120"/>
              <a:chExt cx="73440" cy="39960"/>
            </a:xfrm>
          </p:grpSpPr>
          <p:sp>
            <p:nvSpPr>
              <p:cNvPr id="1254" name="Freihandform: Form 30"/>
              <p:cNvSpPr/>
              <p:nvPr/>
            </p:nvSpPr>
            <p:spPr>
              <a:xfrm>
                <a:off x="787212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55" name="Freihandform: Form 31"/>
              <p:cNvSpPr/>
              <p:nvPr/>
            </p:nvSpPr>
            <p:spPr>
              <a:xfrm>
                <a:off x="7922160" y="834120"/>
                <a:ext cx="23400" cy="39960"/>
              </a:xfrm>
              <a:custGeom>
                <a:avLst/>
                <a:gdLst>
                  <a:gd name="textAreaLeft" fmla="*/ 0 w 23400"/>
                  <a:gd name="textAreaRight" fmla="*/ 25200 w 23400"/>
                  <a:gd name="textAreaTop" fmla="*/ 0 h 39960"/>
                  <a:gd name="textAreaBottom" fmla="*/ 41760 h 3996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256" name="Freihandform: Form 32"/>
            <p:cNvSpPr/>
            <p:nvPr/>
          </p:nvSpPr>
          <p:spPr>
            <a:xfrm>
              <a:off x="795924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257" name="Grafik 9"/>
            <p:cNvGrpSpPr/>
            <p:nvPr/>
          </p:nvGrpSpPr>
          <p:grpSpPr>
            <a:xfrm>
              <a:off x="7979760" y="812160"/>
              <a:ext cx="77400" cy="63720"/>
              <a:chOff x="7979760" y="812160"/>
              <a:chExt cx="77400" cy="63720"/>
            </a:xfrm>
          </p:grpSpPr>
          <p:sp>
            <p:nvSpPr>
              <p:cNvPr id="1258" name="Freihandform: Form 34"/>
              <p:cNvSpPr/>
              <p:nvPr/>
            </p:nvSpPr>
            <p:spPr>
              <a:xfrm>
                <a:off x="7979760" y="834120"/>
                <a:ext cx="32760" cy="417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41760"/>
                  <a:gd name="textAreaBottom" fmla="*/ 43560 h 4176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59" name="Freihandform: Form 35"/>
              <p:cNvSpPr/>
              <p:nvPr/>
            </p:nvSpPr>
            <p:spPr>
              <a:xfrm>
                <a:off x="8024400" y="812160"/>
                <a:ext cx="32760" cy="615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61560"/>
                  <a:gd name="textAreaBottom" fmla="*/ 63360 h 6156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260" name="Freihandform: Form 36"/>
            <p:cNvSpPr/>
            <p:nvPr/>
          </p:nvSpPr>
          <p:spPr>
            <a:xfrm>
              <a:off x="810648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61" name="Freihandform: Form 37"/>
            <p:cNvSpPr/>
            <p:nvPr/>
          </p:nvSpPr>
          <p:spPr>
            <a:xfrm>
              <a:off x="816480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62" name="Freihandform: Form 38"/>
            <p:cNvSpPr/>
            <p:nvPr/>
          </p:nvSpPr>
          <p:spPr>
            <a:xfrm>
              <a:off x="821340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263" name="Grafik 9"/>
            <p:cNvGrpSpPr/>
            <p:nvPr/>
          </p:nvGrpSpPr>
          <p:grpSpPr>
            <a:xfrm>
              <a:off x="7741440" y="834120"/>
              <a:ext cx="1048320" cy="179280"/>
              <a:chOff x="7741440" y="834120"/>
              <a:chExt cx="1048320" cy="179280"/>
            </a:xfrm>
          </p:grpSpPr>
          <p:sp>
            <p:nvSpPr>
              <p:cNvPr id="1264" name="Freihandform: Form 40"/>
              <p:cNvSpPr/>
              <p:nvPr/>
            </p:nvSpPr>
            <p:spPr>
              <a:xfrm>
                <a:off x="823644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65" name="Freihandform: Form 41"/>
              <p:cNvSpPr/>
              <p:nvPr/>
            </p:nvSpPr>
            <p:spPr>
              <a:xfrm>
                <a:off x="8284680" y="834120"/>
                <a:ext cx="34560" cy="41760"/>
              </a:xfrm>
              <a:custGeom>
                <a:avLst/>
                <a:gdLst>
                  <a:gd name="textAreaLeft" fmla="*/ 0 w 34560"/>
                  <a:gd name="textAreaRight" fmla="*/ 36360 w 34560"/>
                  <a:gd name="textAreaTop" fmla="*/ 0 h 41760"/>
                  <a:gd name="textAreaBottom" fmla="*/ 43560 h 4176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66" name="Freihandform: Form 42"/>
              <p:cNvSpPr/>
              <p:nvPr/>
            </p:nvSpPr>
            <p:spPr>
              <a:xfrm>
                <a:off x="7741440" y="914040"/>
                <a:ext cx="882720" cy="61560"/>
              </a:xfrm>
              <a:custGeom>
                <a:avLst/>
                <a:gdLst>
                  <a:gd name="textAreaLeft" fmla="*/ 0 w 882720"/>
                  <a:gd name="textAreaRight" fmla="*/ 884520 w 882720"/>
                  <a:gd name="textAreaTop" fmla="*/ 0 h 61560"/>
                  <a:gd name="textAreaBottom" fmla="*/ 63360 h 6156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67" name="Freihandform: Form 43"/>
              <p:cNvSpPr/>
              <p:nvPr/>
            </p:nvSpPr>
            <p:spPr>
              <a:xfrm>
                <a:off x="8677440" y="915480"/>
                <a:ext cx="112320" cy="97920"/>
              </a:xfrm>
              <a:custGeom>
                <a:avLst/>
                <a:gdLst>
                  <a:gd name="textAreaLeft" fmla="*/ 0 w 112320"/>
                  <a:gd name="textAreaRight" fmla="*/ 114120 w 112320"/>
                  <a:gd name="textAreaTop" fmla="*/ 0 h 97920"/>
                  <a:gd name="textAreaBottom" fmla="*/ 99720 h 9792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268" name="Freihandform: Form 44"/>
          <p:cNvSpPr/>
          <p:nvPr/>
        </p:nvSpPr>
        <p:spPr>
          <a:xfrm>
            <a:off x="-5040" y="407880"/>
            <a:ext cx="335520" cy="293040"/>
          </a:xfrm>
          <a:custGeom>
            <a:avLst/>
            <a:gdLst>
              <a:gd name="textAreaLeft" fmla="*/ 0 w 335520"/>
              <a:gd name="textAreaRight" fmla="*/ 337320 w 335520"/>
              <a:gd name="textAreaTop" fmla="*/ 0 h 293040"/>
              <a:gd name="textAreaBottom" fmla="*/ 294840 h 29304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69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880" cy="4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270" name="PlaceHolder 2"/>
          <p:cNvSpPr>
            <a:spLocks noGrp="1"/>
          </p:cNvSpPr>
          <p:nvPr>
            <p:ph type="sldNum" idx="50"/>
          </p:nvPr>
        </p:nvSpPr>
        <p:spPr>
          <a:xfrm>
            <a:off x="35640" y="4975560"/>
            <a:ext cx="33552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EA220370-EC85-48E7-8D39-7542669F0AED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1" name="PlaceHolder 3"/>
          <p:cNvSpPr>
            <a:spLocks noGrp="1"/>
          </p:cNvSpPr>
          <p:nvPr>
            <p:ph type="ftr" idx="51"/>
          </p:nvPr>
        </p:nvSpPr>
        <p:spPr>
          <a:xfrm>
            <a:off x="628560" y="4975560"/>
            <a:ext cx="712800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2" name="PlaceHolder 4"/>
          <p:cNvSpPr>
            <a:spLocks noGrp="1"/>
          </p:cNvSpPr>
          <p:nvPr>
            <p:ph type="body"/>
          </p:nvPr>
        </p:nvSpPr>
        <p:spPr>
          <a:xfrm>
            <a:off x="521640" y="1422360"/>
            <a:ext cx="2589120" cy="349056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73" name="PlaceHolder 5"/>
          <p:cNvSpPr>
            <a:spLocks noGrp="1"/>
          </p:cNvSpPr>
          <p:nvPr>
            <p:ph type="body" hasCustomPrompt="1"/>
          </p:nvPr>
        </p:nvSpPr>
        <p:spPr>
          <a:xfrm>
            <a:off x="3311640" y="1422360"/>
            <a:ext cx="5308560" cy="349056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274" name="PlaceHolder 6"/>
          <p:cNvSpPr>
            <a:spLocks noGrp="1"/>
          </p:cNvSpPr>
          <p:nvPr>
            <p:ph type="body"/>
          </p:nvPr>
        </p:nvSpPr>
        <p:spPr>
          <a:xfrm>
            <a:off x="521640" y="1088280"/>
            <a:ext cx="8099280" cy="32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Vier Inhal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75" name="Gruppieren 6"/>
          <p:cNvGrpSpPr/>
          <p:nvPr/>
        </p:nvGrpSpPr>
        <p:grpSpPr>
          <a:xfrm>
            <a:off x="-5040" y="4950720"/>
            <a:ext cx="9147240" cy="196200"/>
            <a:chOff x="-5040" y="4950720"/>
            <a:chExt cx="9147240" cy="196200"/>
          </a:xfrm>
        </p:grpSpPr>
        <p:sp>
          <p:nvSpPr>
            <p:cNvPr id="1276" name="bk object 18"/>
            <p:cNvSpPr/>
            <p:nvPr/>
          </p:nvSpPr>
          <p:spPr>
            <a:xfrm>
              <a:off x="-5040" y="4950720"/>
              <a:ext cx="483120" cy="196200"/>
            </a:xfrm>
            <a:custGeom>
              <a:avLst/>
              <a:gdLst>
                <a:gd name="textAreaLeft" fmla="*/ 0 w 483120"/>
                <a:gd name="textAreaRight" fmla="*/ 484920 w 48312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77" name="bk object 18"/>
            <p:cNvSpPr/>
            <p:nvPr/>
          </p:nvSpPr>
          <p:spPr>
            <a:xfrm>
              <a:off x="522360" y="4950720"/>
              <a:ext cx="8619840" cy="196200"/>
            </a:xfrm>
            <a:custGeom>
              <a:avLst/>
              <a:gdLst>
                <a:gd name="textAreaLeft" fmla="*/ 0 w 8619840"/>
                <a:gd name="textAreaRight" fmla="*/ 8621640 w 8619840"/>
                <a:gd name="textAreaTop" fmla="*/ 0 h 196200"/>
                <a:gd name="textAreaBottom" fmla="*/ 198000 h 19620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78" name="Holder 3"/>
            <p:cNvSpPr/>
            <p:nvPr/>
          </p:nvSpPr>
          <p:spPr>
            <a:xfrm>
              <a:off x="8194680" y="4966200"/>
              <a:ext cx="447840" cy="165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279" name="Gerader Verbinder 11"/>
          <p:cNvCxnSpPr/>
          <p:nvPr/>
        </p:nvCxnSpPr>
        <p:spPr>
          <a:xfrm>
            <a:off x="521280" y="974520"/>
            <a:ext cx="6833880" cy="180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1280" name="Grafik 9"/>
          <p:cNvGrpSpPr/>
          <p:nvPr/>
        </p:nvGrpSpPr>
        <p:grpSpPr>
          <a:xfrm>
            <a:off x="7741440" y="394200"/>
            <a:ext cx="1048320" cy="619200"/>
            <a:chOff x="7741440" y="394200"/>
            <a:chExt cx="1048320" cy="619200"/>
          </a:xfrm>
        </p:grpSpPr>
        <p:grpSp>
          <p:nvGrpSpPr>
            <p:cNvPr id="1281" name="Grafik 9"/>
            <p:cNvGrpSpPr/>
            <p:nvPr/>
          </p:nvGrpSpPr>
          <p:grpSpPr>
            <a:xfrm>
              <a:off x="7741440" y="394200"/>
              <a:ext cx="883080" cy="430560"/>
              <a:chOff x="7741440" y="394200"/>
              <a:chExt cx="883080" cy="430560"/>
            </a:xfrm>
          </p:grpSpPr>
          <p:sp>
            <p:nvSpPr>
              <p:cNvPr id="1282" name="Freihandform: Form 20"/>
              <p:cNvSpPr/>
              <p:nvPr/>
            </p:nvSpPr>
            <p:spPr>
              <a:xfrm>
                <a:off x="8358120" y="480600"/>
                <a:ext cx="266400" cy="26676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266760"/>
                  <a:gd name="textAreaBottom" fmla="*/ 268560 h 26676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83" name="Freihandform: Form 21"/>
              <p:cNvSpPr/>
              <p:nvPr/>
            </p:nvSpPr>
            <p:spPr>
              <a:xfrm>
                <a:off x="774144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84" name="Freihandform: Form 22"/>
              <p:cNvSpPr/>
              <p:nvPr/>
            </p:nvSpPr>
            <p:spPr>
              <a:xfrm>
                <a:off x="8050680" y="394200"/>
                <a:ext cx="266400" cy="346680"/>
              </a:xfrm>
              <a:custGeom>
                <a:avLst/>
                <a:gdLst>
                  <a:gd name="textAreaLeft" fmla="*/ 0 w 266400"/>
                  <a:gd name="textAreaRight" fmla="*/ 268200 w 266400"/>
                  <a:gd name="textAreaTop" fmla="*/ 0 h 346680"/>
                  <a:gd name="textAreaBottom" fmla="*/ 348480 h 34668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85" name="Freihandform: Form 23"/>
              <p:cNvSpPr/>
              <p:nvPr/>
            </p:nvSpPr>
            <p:spPr>
              <a:xfrm>
                <a:off x="784800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86" name="Freihandform: Form 24"/>
              <p:cNvSpPr/>
              <p:nvPr/>
            </p:nvSpPr>
            <p:spPr>
              <a:xfrm>
                <a:off x="795816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87" name="Freihandform: Form 25"/>
              <p:cNvSpPr/>
              <p:nvPr/>
            </p:nvSpPr>
            <p:spPr>
              <a:xfrm>
                <a:off x="8212320" y="817560"/>
                <a:ext cx="7200" cy="7200"/>
              </a:xfrm>
              <a:custGeom>
                <a:avLst/>
                <a:gdLst>
                  <a:gd name="textAreaLeft" fmla="*/ 0 w 7200"/>
                  <a:gd name="textAreaRight" fmla="*/ 9000 w 7200"/>
                  <a:gd name="textAreaTop" fmla="*/ 0 h 7200"/>
                  <a:gd name="textAreaBottom" fmla="*/ 9000 h 720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" tIns="-36000" rIns="360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288" name="Freihandform: Form 26"/>
            <p:cNvSpPr/>
            <p:nvPr/>
          </p:nvSpPr>
          <p:spPr>
            <a:xfrm>
              <a:off x="774144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89" name="Freihandform: Form 27"/>
            <p:cNvSpPr/>
            <p:nvPr/>
          </p:nvSpPr>
          <p:spPr>
            <a:xfrm>
              <a:off x="779976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90" name="Freihandform: Form 28"/>
            <p:cNvSpPr/>
            <p:nvPr/>
          </p:nvSpPr>
          <p:spPr>
            <a:xfrm>
              <a:off x="784908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291" name="Grafik 9"/>
            <p:cNvGrpSpPr/>
            <p:nvPr/>
          </p:nvGrpSpPr>
          <p:grpSpPr>
            <a:xfrm>
              <a:off x="7872120" y="834120"/>
              <a:ext cx="73440" cy="39960"/>
              <a:chOff x="7872120" y="834120"/>
              <a:chExt cx="73440" cy="39960"/>
            </a:xfrm>
          </p:grpSpPr>
          <p:sp>
            <p:nvSpPr>
              <p:cNvPr id="1292" name="Freihandform: Form 30"/>
              <p:cNvSpPr/>
              <p:nvPr/>
            </p:nvSpPr>
            <p:spPr>
              <a:xfrm>
                <a:off x="787212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93" name="Freihandform: Form 31"/>
              <p:cNvSpPr/>
              <p:nvPr/>
            </p:nvSpPr>
            <p:spPr>
              <a:xfrm>
                <a:off x="7922160" y="834120"/>
                <a:ext cx="23400" cy="39960"/>
              </a:xfrm>
              <a:custGeom>
                <a:avLst/>
                <a:gdLst>
                  <a:gd name="textAreaLeft" fmla="*/ 0 w 23400"/>
                  <a:gd name="textAreaRight" fmla="*/ 25200 w 23400"/>
                  <a:gd name="textAreaTop" fmla="*/ 0 h 39960"/>
                  <a:gd name="textAreaBottom" fmla="*/ 41760 h 3996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294" name="Freihandform: Form 32"/>
            <p:cNvSpPr/>
            <p:nvPr/>
          </p:nvSpPr>
          <p:spPr>
            <a:xfrm>
              <a:off x="795924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295" name="Grafik 9"/>
            <p:cNvGrpSpPr/>
            <p:nvPr/>
          </p:nvGrpSpPr>
          <p:grpSpPr>
            <a:xfrm>
              <a:off x="7979760" y="812160"/>
              <a:ext cx="77400" cy="63720"/>
              <a:chOff x="7979760" y="812160"/>
              <a:chExt cx="77400" cy="63720"/>
            </a:xfrm>
          </p:grpSpPr>
          <p:sp>
            <p:nvSpPr>
              <p:cNvPr id="1296" name="Freihandform: Form 34"/>
              <p:cNvSpPr/>
              <p:nvPr/>
            </p:nvSpPr>
            <p:spPr>
              <a:xfrm>
                <a:off x="7979760" y="834120"/>
                <a:ext cx="32760" cy="417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41760"/>
                  <a:gd name="textAreaBottom" fmla="*/ 43560 h 4176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97" name="Freihandform: Form 35"/>
              <p:cNvSpPr/>
              <p:nvPr/>
            </p:nvSpPr>
            <p:spPr>
              <a:xfrm>
                <a:off x="8024400" y="812160"/>
                <a:ext cx="32760" cy="615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61560"/>
                  <a:gd name="textAreaBottom" fmla="*/ 63360 h 6156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298" name="Freihandform: Form 36"/>
            <p:cNvSpPr/>
            <p:nvPr/>
          </p:nvSpPr>
          <p:spPr>
            <a:xfrm>
              <a:off x="8106480" y="817920"/>
              <a:ext cx="41760" cy="56160"/>
            </a:xfrm>
            <a:custGeom>
              <a:avLst/>
              <a:gdLst>
                <a:gd name="textAreaLeft" fmla="*/ 0 w 41760"/>
                <a:gd name="textAreaRight" fmla="*/ 43560 w 41760"/>
                <a:gd name="textAreaTop" fmla="*/ 0 h 56160"/>
                <a:gd name="textAreaBottom" fmla="*/ 57960 h 5616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0880" tIns="12960" rIns="2088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99" name="Freihandform: Form 37"/>
            <p:cNvSpPr/>
            <p:nvPr/>
          </p:nvSpPr>
          <p:spPr>
            <a:xfrm>
              <a:off x="8164800" y="834120"/>
              <a:ext cx="34560" cy="41760"/>
            </a:xfrm>
            <a:custGeom>
              <a:avLst/>
              <a:gdLst>
                <a:gd name="textAreaLeft" fmla="*/ 0 w 34560"/>
                <a:gd name="textAreaRight" fmla="*/ 36360 w 34560"/>
                <a:gd name="textAreaTop" fmla="*/ 0 h 41760"/>
                <a:gd name="textAreaBottom" fmla="*/ 43560 h 4176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280" tIns="-1440" rIns="1728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00" name="Freihandform: Form 38"/>
            <p:cNvSpPr/>
            <p:nvPr/>
          </p:nvSpPr>
          <p:spPr>
            <a:xfrm>
              <a:off x="8213400" y="835200"/>
              <a:ext cx="5400" cy="38160"/>
            </a:xfrm>
            <a:custGeom>
              <a:avLst/>
              <a:gdLst>
                <a:gd name="textAreaLeft" fmla="*/ 0 w 5400"/>
                <a:gd name="textAreaRight" fmla="*/ 7200 w 5400"/>
                <a:gd name="textAreaTop" fmla="*/ 0 h 38160"/>
                <a:gd name="textAreaBottom" fmla="*/ 39960 h 3816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301" name="Grafik 9"/>
            <p:cNvGrpSpPr/>
            <p:nvPr/>
          </p:nvGrpSpPr>
          <p:grpSpPr>
            <a:xfrm>
              <a:off x="7741440" y="834120"/>
              <a:ext cx="1048320" cy="179280"/>
              <a:chOff x="7741440" y="834120"/>
              <a:chExt cx="1048320" cy="179280"/>
            </a:xfrm>
          </p:grpSpPr>
          <p:sp>
            <p:nvSpPr>
              <p:cNvPr id="1302" name="Freihandform: Form 40"/>
              <p:cNvSpPr/>
              <p:nvPr/>
            </p:nvSpPr>
            <p:spPr>
              <a:xfrm>
                <a:off x="8236440" y="834120"/>
                <a:ext cx="32760" cy="39960"/>
              </a:xfrm>
              <a:custGeom>
                <a:avLst/>
                <a:gdLst>
                  <a:gd name="textAreaLeft" fmla="*/ 0 w 32760"/>
                  <a:gd name="textAreaRight" fmla="*/ 34560 w 32760"/>
                  <a:gd name="textAreaTop" fmla="*/ 0 h 39960"/>
                  <a:gd name="textAreaBottom" fmla="*/ 41760 h 3996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03" name="Freihandform: Form 41"/>
              <p:cNvSpPr/>
              <p:nvPr/>
            </p:nvSpPr>
            <p:spPr>
              <a:xfrm>
                <a:off x="8284680" y="834120"/>
                <a:ext cx="34560" cy="41760"/>
              </a:xfrm>
              <a:custGeom>
                <a:avLst/>
                <a:gdLst>
                  <a:gd name="textAreaLeft" fmla="*/ 0 w 34560"/>
                  <a:gd name="textAreaRight" fmla="*/ 36360 w 34560"/>
                  <a:gd name="textAreaTop" fmla="*/ 0 h 41760"/>
                  <a:gd name="textAreaBottom" fmla="*/ 43560 h 4176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280" tIns="-1440" rIns="1728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04" name="Freihandform: Form 42"/>
              <p:cNvSpPr/>
              <p:nvPr/>
            </p:nvSpPr>
            <p:spPr>
              <a:xfrm>
                <a:off x="7741440" y="914040"/>
                <a:ext cx="882720" cy="61560"/>
              </a:xfrm>
              <a:custGeom>
                <a:avLst/>
                <a:gdLst>
                  <a:gd name="textAreaLeft" fmla="*/ 0 w 882720"/>
                  <a:gd name="textAreaRight" fmla="*/ 884520 w 882720"/>
                  <a:gd name="textAreaTop" fmla="*/ 0 h 61560"/>
                  <a:gd name="textAreaBottom" fmla="*/ 63360 h 6156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05" name="Freihandform: Form 43"/>
              <p:cNvSpPr/>
              <p:nvPr/>
            </p:nvSpPr>
            <p:spPr>
              <a:xfrm>
                <a:off x="8677440" y="915480"/>
                <a:ext cx="112320" cy="97920"/>
              </a:xfrm>
              <a:custGeom>
                <a:avLst/>
                <a:gdLst>
                  <a:gd name="textAreaLeft" fmla="*/ 0 w 112320"/>
                  <a:gd name="textAreaRight" fmla="*/ 114120 w 112320"/>
                  <a:gd name="textAreaTop" fmla="*/ 0 h 97920"/>
                  <a:gd name="textAreaBottom" fmla="*/ 99720 h 9792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160" tIns="45000" rIns="5616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306" name="Freihandform: Form 44"/>
          <p:cNvSpPr/>
          <p:nvPr/>
        </p:nvSpPr>
        <p:spPr>
          <a:xfrm>
            <a:off x="-5040" y="407880"/>
            <a:ext cx="335520" cy="293040"/>
          </a:xfrm>
          <a:custGeom>
            <a:avLst/>
            <a:gdLst>
              <a:gd name="textAreaLeft" fmla="*/ 0 w 335520"/>
              <a:gd name="textAreaRight" fmla="*/ 337320 w 335520"/>
              <a:gd name="textAreaTop" fmla="*/ 0 h 293040"/>
              <a:gd name="textAreaBottom" fmla="*/ 294840 h 29304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07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880" cy="4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08" name="PlaceHolder 2"/>
          <p:cNvSpPr>
            <a:spLocks noGrp="1"/>
          </p:cNvSpPr>
          <p:nvPr>
            <p:ph type="ftr" idx="52"/>
          </p:nvPr>
        </p:nvSpPr>
        <p:spPr>
          <a:xfrm>
            <a:off x="628560" y="4975560"/>
            <a:ext cx="712800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9" name="PlaceHolder 3"/>
          <p:cNvSpPr>
            <a:spLocks noGrp="1"/>
          </p:cNvSpPr>
          <p:nvPr>
            <p:ph type="sldNum" idx="53"/>
          </p:nvPr>
        </p:nvSpPr>
        <p:spPr>
          <a:xfrm>
            <a:off x="35640" y="4975560"/>
            <a:ext cx="33552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B1724A47-2F21-4DCB-9573-0CF39C71F9F1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0" name="PlaceHolder 4"/>
          <p:cNvSpPr>
            <a:spLocks noGrp="1"/>
          </p:cNvSpPr>
          <p:nvPr>
            <p:ph type="body"/>
          </p:nvPr>
        </p:nvSpPr>
        <p:spPr>
          <a:xfrm>
            <a:off x="522360" y="1422360"/>
            <a:ext cx="3939840" cy="163656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11" name="PlaceHolder 5"/>
          <p:cNvSpPr>
            <a:spLocks noGrp="1"/>
          </p:cNvSpPr>
          <p:nvPr>
            <p:ph type="body"/>
          </p:nvPr>
        </p:nvSpPr>
        <p:spPr>
          <a:xfrm>
            <a:off x="4680000" y="1422360"/>
            <a:ext cx="3939840" cy="163656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12" name="PlaceHolder 6"/>
          <p:cNvSpPr>
            <a:spLocks noGrp="1"/>
          </p:cNvSpPr>
          <p:nvPr>
            <p:ph type="body"/>
          </p:nvPr>
        </p:nvSpPr>
        <p:spPr>
          <a:xfrm>
            <a:off x="522360" y="3187800"/>
            <a:ext cx="3939840" cy="163656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13" name="PlaceHolder 7"/>
          <p:cNvSpPr>
            <a:spLocks noGrp="1"/>
          </p:cNvSpPr>
          <p:nvPr>
            <p:ph type="body"/>
          </p:nvPr>
        </p:nvSpPr>
        <p:spPr>
          <a:xfrm>
            <a:off x="4680000" y="3187800"/>
            <a:ext cx="3941640" cy="163656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7.xml"/><Relationship Id="rId3" Type="http://schemas.openxmlformats.org/officeDocument/2006/relationships/slideLayout" Target="../slideLayouts/slideLayout8.xml"/><Relationship Id="rId4" Type="http://schemas.openxmlformats.org/officeDocument/2006/relationships/slideLayout" Target="../slideLayouts/slideLayout9.xml"/><Relationship Id="rId5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2.xml"/><Relationship Id="rId8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4.xml"/><Relationship Id="rId10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16.xml"/><Relationship Id="rId12" Type="http://schemas.openxmlformats.org/officeDocument/2006/relationships/slideLayout" Target="../slideLayouts/slideLayout17.xml"/><Relationship Id="rId13" Type="http://schemas.openxmlformats.org/officeDocument/2006/relationships/slideLayout" Target="../slideLayouts/slideLayout18.xml"/><Relationship Id="rId14" Type="http://schemas.openxmlformats.org/officeDocument/2006/relationships/slideLayout" Target="../slideLayouts/slideLayout19.xml"/><Relationship Id="rId15" Type="http://schemas.openxmlformats.org/officeDocument/2006/relationships/slideLayout" Target="../slideLayouts/slideLayout20.xml"/><Relationship Id="rId16" Type="http://schemas.openxmlformats.org/officeDocument/2006/relationships/slideLayout" Target="../slideLayouts/slideLayout21.xml"/><Relationship Id="rId17" Type="http://schemas.openxmlformats.org/officeDocument/2006/relationships/slideLayout" Target="../slideLayouts/slideLayout22.xml"/><Relationship Id="rId18" Type="http://schemas.openxmlformats.org/officeDocument/2006/relationships/slideLayout" Target="../slideLayouts/slideLayout23.xml"/><Relationship Id="rId19" Type="http://schemas.openxmlformats.org/officeDocument/2006/relationships/slideLayout" Target="../slideLayouts/slideLayout24.xml"/><Relationship Id="rId20" Type="http://schemas.openxmlformats.org/officeDocument/2006/relationships/slideLayout" Target="../slideLayouts/slideLayout25.xml"/><Relationship Id="rId21" Type="http://schemas.openxmlformats.org/officeDocument/2006/relationships/slideLayout" Target="../slideLayouts/slideLayout26.xml"/><Relationship Id="rId22" Type="http://schemas.openxmlformats.org/officeDocument/2006/relationships/slideLayout" Target="../slideLayouts/slideLayout27.xml"/><Relationship Id="rId23" Type="http://schemas.openxmlformats.org/officeDocument/2006/relationships/slideLayout" Target="../slideLayouts/slideLayout28.xml"/><Relationship Id="rId24" Type="http://schemas.openxmlformats.org/officeDocument/2006/relationships/slideLayout" Target="../slideLayouts/slideLayout29.xml"/><Relationship Id="rId25" Type="http://schemas.openxmlformats.org/officeDocument/2006/relationships/slideLayout" Target="../slideLayouts/slideLayout30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2"/>
    <p:sldLayoutId id="2147483657" r:id="rId3"/>
    <p:sldLayoutId id="2147483658" r:id="rId4"/>
    <p:sldLayoutId id="2147483659" r:id="rId5"/>
    <p:sldLayoutId id="2147483660" r:id="rId6"/>
    <p:sldLayoutId id="2147483661" r:id="rId7"/>
    <p:sldLayoutId id="2147483662" r:id="rId8"/>
    <p:sldLayoutId id="2147483663" r:id="rId9"/>
    <p:sldLayoutId id="2147483664" r:id="rId10"/>
    <p:sldLayoutId id="2147483665" r:id="rId11"/>
    <p:sldLayoutId id="2147483666" r:id="rId12"/>
    <p:sldLayoutId id="2147483667" r:id="rId13"/>
    <p:sldLayoutId id="2147483668" r:id="rId14"/>
    <p:sldLayoutId id="2147483669" r:id="rId15"/>
    <p:sldLayoutId id="2147483670" r:id="rId16"/>
    <p:sldLayoutId id="2147483671" r:id="rId17"/>
    <p:sldLayoutId id="2147483672" r:id="rId18"/>
    <p:sldLayoutId id="2147483673" r:id="rId19"/>
    <p:sldLayoutId id="2147483674" r:id="rId20"/>
    <p:sldLayoutId id="2147483675" r:id="rId21"/>
    <p:sldLayoutId id="2147483676" r:id="rId22"/>
    <p:sldLayoutId id="2147483677" r:id="rId23"/>
    <p:sldLayoutId id="2147483678" r:id="rId24"/>
    <p:sldLayoutId id="2147483679" r:id="rId2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3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3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3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slideLayout" Target="../slideLayouts/slideLayout23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3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23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23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23.xml"/><Relationship Id="rId4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23.xml"/><Relationship Id="rId3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png"/><Relationship Id="rId3" Type="http://schemas.openxmlformats.org/officeDocument/2006/relationships/slideLayout" Target="../slideLayouts/slideLayout23.xml"/><Relationship Id="rId4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23.xml"/><Relationship Id="rId3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23.xml"/><Relationship Id="rId3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23.xml"/><Relationship Id="rId3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23.xml"/><Relationship Id="rId3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23.xml"/><Relationship Id="rId3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23.xml"/><Relationship Id="rId3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23.xml"/><Relationship Id="rId3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4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0" name="PlaceHolder 1"/>
          <p:cNvSpPr>
            <a:spLocks noGrp="1"/>
          </p:cNvSpPr>
          <p:nvPr>
            <p:ph type="title" hasCustomPrompt="1"/>
          </p:nvPr>
        </p:nvSpPr>
        <p:spPr>
          <a:xfrm>
            <a:off x="3654360" y="2268000"/>
            <a:ext cx="4948200" cy="1068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  <a:ea typeface="Source Han Sans CN"/>
              </a:rPr>
              <a:t>OS Development</a:t>
            </a:r>
            <a:br>
              <a:rPr sz="3600"/>
            </a:br>
            <a:br>
              <a:rPr sz="3600"/>
            </a:br>
            <a:r>
              <a:rPr lang="de-DE" sz="2400" b="0" u="none" strike="noStrike">
                <a:solidFill>
                  <a:schemeClr val="dk2"/>
                </a:solidFill>
                <a:effectLst/>
                <a:uFillTx/>
                <a:latin typeface="Arial"/>
                <a:ea typeface="Source Han Sans CN"/>
              </a:rPr>
              <a:t>3. Programming model of the</a:t>
            </a:r>
            <a:br>
              <a:rPr sz="2400"/>
            </a:br>
            <a:r>
              <a:rPr lang="de-DE" sz="2400" b="0" u="none" strike="noStrike">
                <a:solidFill>
                  <a:schemeClr val="dk2"/>
                </a:solidFill>
                <a:effectLst/>
                <a:uFillTx/>
                <a:latin typeface="Arial"/>
                <a:ea typeface="Source Han Sans CN"/>
              </a:rPr>
              <a:t>    x86_64 processor architecture</a:t>
            </a:r>
            <a:endParaRPr lang="de-DE" sz="24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21" name="PlaceHolder 2"/>
          <p:cNvSpPr>
            <a:spLocks noGrp="1"/>
          </p:cNvSpPr>
          <p:nvPr>
            <p:ph type="subTitle"/>
          </p:nvPr>
        </p:nvSpPr>
        <p:spPr>
          <a:xfrm>
            <a:off x="3654360" y="3494160"/>
            <a:ext cx="4399200" cy="60300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Prof. Dr. Michael Schöttner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Dr. Fabian Ruhland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2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880" cy="4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Preview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23" name="PlaceHolder 2"/>
          <p:cNvSpPr>
            <a:spLocks noGrp="1"/>
          </p:cNvSpPr>
          <p:nvPr>
            <p:ph type="ftr" idx="57"/>
          </p:nvPr>
        </p:nvSpPr>
        <p:spPr>
          <a:xfrm>
            <a:off x="628560" y="4975560"/>
            <a:ext cx="712800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686160">
              <a:lnSpc>
                <a:spcPct val="100000"/>
              </a:lnSpc>
              <a:buNone/>
              <a:tabLst>
                <a:tab pos="0" algn="l"/>
              </a:tabLst>
              <a:def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68616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 Programming model of the x86_64 processor architecture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4" name="PlaceHolder 3"/>
          <p:cNvSpPr>
            <a:spLocks noGrp="1"/>
          </p:cNvSpPr>
          <p:nvPr>
            <p:ph/>
          </p:nvPr>
        </p:nvSpPr>
        <p:spPr>
          <a:xfrm>
            <a:off x="521640" y="1206720"/>
            <a:ext cx="8094600" cy="370620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History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x86 programming model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Address translation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Protection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Tasks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Summary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25" name="Rounded Rectangle 1"/>
          <p:cNvSpPr/>
          <p:nvPr/>
        </p:nvSpPr>
        <p:spPr>
          <a:xfrm>
            <a:off x="372960" y="1146240"/>
            <a:ext cx="3261240" cy="419040"/>
          </a:xfrm>
          <a:prstGeom prst="roundRect">
            <a:avLst>
              <a:gd name="adj" fmla="val 16667"/>
            </a:avLst>
          </a:prstGeom>
          <a:noFill/>
          <a:ln w="25400">
            <a:solidFill>
              <a:srgbClr val="FE1001"/>
            </a:solidFill>
          </a:ln>
          <a:effectLst>
            <a:outerShdw algn="tl" blurRad="38160" dir="2700000" dist="12218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35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9"/>
          </p:nvPr>
        </p:nvSpPr>
        <p:spPr/>
        <p:txBody>
          <a:bodyPr/>
          <a:p>
            <a:fld id="{BBF6ED63-02DD-4E1D-A57A-546E2FADDFA5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6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880" cy="4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History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27" name="Rectangular Callout 1"/>
          <p:cNvSpPr/>
          <p:nvPr/>
        </p:nvSpPr>
        <p:spPr>
          <a:xfrm>
            <a:off x="6390360" y="3319920"/>
            <a:ext cx="2572560" cy="477360"/>
          </a:xfrm>
          <a:prstGeom prst="wedgeRectCallout">
            <a:avLst>
              <a:gd name="adj1" fmla="val -98216"/>
              <a:gd name="adj2" fmla="val 99499"/>
            </a:avLst>
          </a:prstGeom>
          <a:noFill/>
          <a:ln>
            <a:solidFill>
              <a:srgbClr val="59595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pPr algn="ctr" defTabSz="686160">
              <a:lnSpc>
                <a:spcPct val="100000"/>
              </a:lnSpc>
            </a:pPr>
            <a:r>
              <a:rPr lang="en-GB" sz="9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</a:t>
            </a:r>
            <a:r>
              <a:rPr lang="en-DE" sz="9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dvanced Vector Extensions (based on SSE)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686160">
              <a:lnSpc>
                <a:spcPct val="100000"/>
              </a:lnSpc>
            </a:pPr>
            <a:r>
              <a:rPr lang="en-DE" sz="9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Transactional Synchronozation Extensions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686160">
              <a:lnSpc>
                <a:spcPct val="100000"/>
              </a:lnSpc>
            </a:pPr>
            <a:r>
              <a:rPr lang="en-DE" sz="9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Fuse-Multiply-Add Instructions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8" name="Rectangular Callout 2"/>
          <p:cNvSpPr/>
          <p:nvPr/>
        </p:nvSpPr>
        <p:spPr>
          <a:xfrm>
            <a:off x="7353360" y="3983040"/>
            <a:ext cx="1583640" cy="318240"/>
          </a:xfrm>
          <a:prstGeom prst="wedgeRectCallout">
            <a:avLst>
              <a:gd name="adj1" fmla="val -126339"/>
              <a:gd name="adj2" fmla="val 61820"/>
            </a:avLst>
          </a:prstGeom>
          <a:noFill/>
          <a:ln>
            <a:solidFill>
              <a:srgbClr val="59595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pPr algn="ctr" defTabSz="686160">
              <a:lnSpc>
                <a:spcPct val="100000"/>
              </a:lnSpc>
            </a:pPr>
            <a:r>
              <a:rPr lang="de-DE" sz="9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Deep-Learning (DL) Boost </a:t>
            </a:r>
            <a:br>
              <a:rPr sz="900"/>
            </a:br>
            <a:r>
              <a:rPr lang="de-DE" sz="9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→ AVX extension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9" name="Rectangular Callout 3"/>
          <p:cNvSpPr/>
          <p:nvPr/>
        </p:nvSpPr>
        <p:spPr>
          <a:xfrm>
            <a:off x="7884360" y="4471560"/>
            <a:ext cx="1078200" cy="441360"/>
          </a:xfrm>
          <a:prstGeom prst="wedgeRectCallout">
            <a:avLst>
              <a:gd name="adj1" fmla="val -96019"/>
              <a:gd name="adj2" fmla="val -10804"/>
            </a:avLst>
          </a:prstGeom>
          <a:noFill/>
          <a:ln>
            <a:solidFill>
              <a:srgbClr val="59595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pPr algn="ctr" defTabSz="686160">
              <a:lnSpc>
                <a:spcPct val="100000"/>
              </a:lnSpc>
            </a:pPr>
            <a:r>
              <a:rPr lang="de-DE" sz="9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 = Performance</a:t>
            </a:r>
            <a:br>
              <a:rPr sz="900"/>
            </a:br>
            <a:r>
              <a:rPr lang="de-DE" sz="9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 = Efficiency </a:t>
            </a:r>
            <a:br>
              <a:rPr sz="900"/>
            </a:br>
            <a:r>
              <a:rPr lang="de-DE" sz="9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Hybrid Cores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0" name="PlaceHolder 2"/>
          <p:cNvSpPr>
            <a:spLocks noGrp="1"/>
          </p:cNvSpPr>
          <p:nvPr>
            <p:ph type="subTitle"/>
          </p:nvPr>
        </p:nvSpPr>
        <p:spPr>
          <a:xfrm>
            <a:off x="521640" y="1205280"/>
            <a:ext cx="8094600" cy="3709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8086 (1978)  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- Prime father of the PC processor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80286 (1982)  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- Segmentation based memory protection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80386 (1985)  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- Paging → Memory protection based on pages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Pentium (1993)  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- superscalar, 64-bit data bus, MMX, APIC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Pentium II (1997) 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- RISC-like micro instructions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Pentium III (1999) 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- SSE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Pentium 4 (2000) 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- SSE2, Hyperthreading, Intel 64 / EM64T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Core (2005) 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- Dual Core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Core 2 (2006) 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- Quad Core, 64 bit (x86_64)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Has-/Broad-well (2013) 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- AVX2, TSX, FMA3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Rocket / Tiger Lake (2021) 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- DL-Boost, Memory encryption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Alder Lake (2021)  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- Division in P- and E-cores (max. 8 + 8)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1" name="Fußzeilenplatzhalter 1"/>
          <p:cNvSpPr/>
          <p:nvPr/>
        </p:nvSpPr>
        <p:spPr>
          <a:xfrm>
            <a:off x="628560" y="4975560"/>
            <a:ext cx="7128000" cy="14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3.1 History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9"/>
          </p:nvPr>
        </p:nvSpPr>
        <p:spPr/>
        <p:txBody>
          <a:bodyPr/>
          <a:p>
            <a:fld id="{BFC79106-5601-4407-8F82-17821D2F28FA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2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880" cy="4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Preview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33" name="PlaceHolder 2"/>
          <p:cNvSpPr>
            <a:spLocks noGrp="1"/>
          </p:cNvSpPr>
          <p:nvPr>
            <p:ph type="ftr" idx="58"/>
          </p:nvPr>
        </p:nvSpPr>
        <p:spPr>
          <a:xfrm>
            <a:off x="628560" y="4975560"/>
            <a:ext cx="712800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686160">
              <a:lnSpc>
                <a:spcPct val="100000"/>
              </a:lnSpc>
              <a:buNone/>
              <a:tabLst>
                <a:tab pos="0" algn="l"/>
              </a:tabLst>
              <a:def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68616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 Programming model of the x86_64 processor architecture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4" name="PlaceHolder 3"/>
          <p:cNvSpPr>
            <a:spLocks noGrp="1"/>
          </p:cNvSpPr>
          <p:nvPr>
            <p:ph/>
          </p:nvPr>
        </p:nvSpPr>
        <p:spPr>
          <a:xfrm>
            <a:off x="521640" y="1206720"/>
            <a:ext cx="8094600" cy="370620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History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x86 programming model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Address translation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Protection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Tasks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Summary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35" name="Rounded Rectangle 1"/>
          <p:cNvSpPr/>
          <p:nvPr/>
        </p:nvSpPr>
        <p:spPr>
          <a:xfrm>
            <a:off x="372960" y="1722240"/>
            <a:ext cx="3261240" cy="419040"/>
          </a:xfrm>
          <a:prstGeom prst="roundRect">
            <a:avLst>
              <a:gd name="adj" fmla="val 16667"/>
            </a:avLst>
          </a:prstGeom>
          <a:noFill/>
          <a:ln w="25400">
            <a:solidFill>
              <a:srgbClr val="FE1001"/>
            </a:solidFill>
          </a:ln>
          <a:effectLst>
            <a:outerShdw algn="tl" blurRad="38160" dir="2700000" dist="12218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35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9"/>
          </p:nvPr>
        </p:nvSpPr>
        <p:spPr/>
        <p:txBody>
          <a:bodyPr/>
          <a:p>
            <a:fld id="{517C7DC5-0FBD-4F20-B7BA-5F6DE9390CD3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6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880" cy="4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8086 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37" name="PlaceHolder 2"/>
          <p:cNvSpPr>
            <a:spLocks noGrp="1"/>
          </p:cNvSpPr>
          <p:nvPr>
            <p:ph/>
          </p:nvPr>
        </p:nvSpPr>
        <p:spPr>
          <a:xfrm>
            <a:off x="521640" y="1206720"/>
            <a:ext cx="8094600" cy="370620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16-bit architecture, little endian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20-bit address bus → 1 MiB max. physical memory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Few registers (from todays standpoint)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123 instructions (1-4 byte length)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Segmented memory (64 KiB segments)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Stil relevant today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On multicore systems, other cores startup in real moe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38" name="Fußzeilenplatzhalter 2"/>
          <p:cNvSpPr/>
          <p:nvPr/>
        </p:nvSpPr>
        <p:spPr>
          <a:xfrm>
            <a:off x="628560" y="4975560"/>
            <a:ext cx="7128000" cy="14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3.2 x86 programming model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9"/>
          </p:nvPr>
        </p:nvSpPr>
        <p:spPr/>
        <p:txBody>
          <a:bodyPr/>
          <a:p>
            <a:fld id="{0853D7D6-984E-48D9-B993-27F9616BAEFD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9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880" cy="4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8086: Registers 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40" name="TextBox 5"/>
          <p:cNvSpPr/>
          <p:nvPr/>
        </p:nvSpPr>
        <p:spPr>
          <a:xfrm>
            <a:off x="2215440" y="4936320"/>
            <a:ext cx="4575240" cy="22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1" name="Fußzeilenplatzhalter 3"/>
          <p:cNvSpPr/>
          <p:nvPr/>
        </p:nvSpPr>
        <p:spPr>
          <a:xfrm>
            <a:off x="628560" y="4975560"/>
            <a:ext cx="7128000" cy="14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3.2 x86 programming model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2" name="TextBox 6"/>
          <p:cNvSpPr/>
          <p:nvPr/>
        </p:nvSpPr>
        <p:spPr>
          <a:xfrm>
            <a:off x="2215800" y="4936680"/>
            <a:ext cx="45752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686160">
              <a:lnSpc>
                <a:spcPct val="100000"/>
              </a:lnSpc>
            </a:pPr>
            <a:r>
              <a:rPr lang="en-GB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Picture based on: Volkmar Sieh / Daniel Lohmann, University Erlangen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43" name=""/>
          <p:cNvPicPr/>
          <p:nvPr/>
        </p:nvPicPr>
        <p:blipFill>
          <a:blip r:embed="rId1"/>
          <a:stretch/>
        </p:blipFill>
        <p:spPr>
          <a:xfrm>
            <a:off x="1800000" y="1031040"/>
            <a:ext cx="5038560" cy="3885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39"/>
          </p:nvPr>
        </p:nvSpPr>
        <p:spPr/>
        <p:txBody>
          <a:bodyPr/>
          <a:p>
            <a:fld id="{E3DE62B5-85DF-480F-9E00-87366AB0DFFF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4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880" cy="4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8086: Registers 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45" name="TextBox 5"/>
          <p:cNvSpPr/>
          <p:nvPr/>
        </p:nvSpPr>
        <p:spPr>
          <a:xfrm>
            <a:off x="2215440" y="4936320"/>
            <a:ext cx="45752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686160">
              <a:lnSpc>
                <a:spcPct val="100000"/>
              </a:lnSpc>
            </a:pPr>
            <a:r>
              <a:rPr lang="en-GB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Picture based on: Volkmar Sieh / Daniel Lohmann, University Erlangen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6" name="Fußzeilenplatzhalter 4"/>
          <p:cNvSpPr/>
          <p:nvPr/>
        </p:nvSpPr>
        <p:spPr>
          <a:xfrm>
            <a:off x="628560" y="4975560"/>
            <a:ext cx="1585440" cy="14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3.2 x86 programming model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47" name=""/>
          <p:cNvPicPr/>
          <p:nvPr/>
        </p:nvPicPr>
        <p:blipFill>
          <a:blip r:embed="rId1"/>
          <a:stretch/>
        </p:blipFill>
        <p:spPr>
          <a:xfrm>
            <a:off x="2082240" y="1045800"/>
            <a:ext cx="4432320" cy="3848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39"/>
          </p:nvPr>
        </p:nvSpPr>
        <p:spPr/>
        <p:txBody>
          <a:bodyPr/>
          <a:p>
            <a:fld id="{A3870302-29C5-4B03-AC5C-741E6AB249A6}" type="slidenum">
              <a:t>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8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880" cy="4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8086: Segmented Memory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49" name="Inhaltsplatzhalter 7"/>
          <p:cNvSpPr/>
          <p:nvPr/>
        </p:nvSpPr>
        <p:spPr>
          <a:xfrm>
            <a:off x="521640" y="1206720"/>
            <a:ext cx="8094600" cy="370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Logical addresses consist of: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Segment selector (determined by a segment register)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Offset (usually given by a general purpose register or directly encoded into the instruction)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Physical address calculation: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0" name="Fußzeilenplatzhalter 5"/>
          <p:cNvSpPr/>
          <p:nvPr/>
        </p:nvSpPr>
        <p:spPr>
          <a:xfrm>
            <a:off x="628560" y="4975560"/>
            <a:ext cx="1530000" cy="14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3.2 x86 programming model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1" name="TextBox 7"/>
          <p:cNvSpPr/>
          <p:nvPr/>
        </p:nvSpPr>
        <p:spPr>
          <a:xfrm>
            <a:off x="2215800" y="4936680"/>
            <a:ext cx="45752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686160">
              <a:lnSpc>
                <a:spcPct val="100000"/>
              </a:lnSpc>
            </a:pPr>
            <a:r>
              <a:rPr lang="en-GB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Picture based on: Volkmar Sieh / Daniel Lohmann, University Erlangen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52" name=""/>
          <p:cNvPicPr/>
          <p:nvPr/>
        </p:nvPicPr>
        <p:blipFill>
          <a:blip r:embed="rId1"/>
          <a:stretch/>
        </p:blipFill>
        <p:spPr>
          <a:xfrm>
            <a:off x="2340000" y="2520000"/>
            <a:ext cx="4138560" cy="230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39"/>
          </p:nvPr>
        </p:nvSpPr>
        <p:spPr/>
        <p:txBody>
          <a:bodyPr/>
          <a:p>
            <a:fld id="{4C91541E-D658-4E9D-9AEF-59DB2D2B7F6B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3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880" cy="4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8086: Segmented Memory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pic>
        <p:nvPicPr>
          <p:cNvPr id="1354" name="Picture 5" descr="bill_gates_01.jpg"/>
          <p:cNvPicPr/>
          <p:nvPr/>
        </p:nvPicPr>
        <p:blipFill>
          <a:blip r:embed="rId1"/>
          <a:stretch/>
        </p:blipFill>
        <p:spPr>
          <a:xfrm>
            <a:off x="1763640" y="1278720"/>
            <a:ext cx="5110920" cy="3379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55" name="Rounded Rectangular Callout 4"/>
          <p:cNvSpPr/>
          <p:nvPr/>
        </p:nvSpPr>
        <p:spPr>
          <a:xfrm>
            <a:off x="5220000" y="1300680"/>
            <a:ext cx="2374560" cy="604440"/>
          </a:xfrm>
          <a:prstGeom prst="wedgeRoundRectCallout">
            <a:avLst>
              <a:gd name="adj1" fmla="val -69732"/>
              <a:gd name="adj2" fmla="val 160452"/>
              <a:gd name="adj3" fmla="val 16667"/>
            </a:avLst>
          </a:prstGeom>
          <a:solidFill>
            <a:srgbClr val="FFFFB3"/>
          </a:solidFill>
          <a:ln w="9525">
            <a:solidFill>
              <a:srgbClr val="CCCCC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686160">
              <a:lnSpc>
                <a:spcPct val="93000"/>
              </a:lnSpc>
            </a:pPr>
            <a:r>
              <a:rPr lang="en-US" sz="1350" b="0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640K</a:t>
            </a:r>
            <a:r>
              <a:rPr lang="en-US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ought to be enough for anybody.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6" name="Fußzeilenplatzhalter 6"/>
          <p:cNvSpPr/>
          <p:nvPr/>
        </p:nvSpPr>
        <p:spPr>
          <a:xfrm>
            <a:off x="628560" y="4975560"/>
            <a:ext cx="7128000" cy="14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3.2 x86 programming model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39"/>
          </p:nvPr>
        </p:nvSpPr>
        <p:spPr/>
        <p:txBody>
          <a:bodyPr/>
          <a:p>
            <a:fld id="{A0A8220F-8D7C-47C2-AACD-C0A226C4810A}" type="slidenum">
              <a:t>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7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880" cy="4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8086: I/O-Port vs. Memory Addresses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58" name="Inhaltsplatzhalter 7"/>
          <p:cNvSpPr/>
          <p:nvPr/>
        </p:nvSpPr>
        <p:spPr>
          <a:xfrm>
            <a:off x="521640" y="1206720"/>
            <a:ext cx="8094600" cy="370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I/O-port and memory addresses: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Differentiation through CPU pin </a:t>
            </a:r>
            <a:r>
              <a:rPr lang="de-DE" sz="14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M/IO</a:t>
            </a: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.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16 address lanes for I/O → 16-bit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Still supported today (even in Protected Mode and Long Mode)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Additionally: Memory Mapped I/O (e.g., for video cards)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Memory access goes to a device instead of memory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9" name="Fußzeilenplatzhalter 7"/>
          <p:cNvSpPr/>
          <p:nvPr/>
        </p:nvSpPr>
        <p:spPr>
          <a:xfrm>
            <a:off x="628560" y="4975560"/>
            <a:ext cx="7128000" cy="14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3.2 x86 programming model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60" name=""/>
          <p:cNvPicPr/>
          <p:nvPr/>
        </p:nvPicPr>
        <p:blipFill>
          <a:blip r:embed="rId1"/>
          <a:stretch/>
        </p:blipFill>
        <p:spPr>
          <a:xfrm>
            <a:off x="2556000" y="3335400"/>
            <a:ext cx="3628080" cy="1379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39"/>
          </p:nvPr>
        </p:nvSpPr>
        <p:spPr/>
        <p:txBody>
          <a:bodyPr/>
          <a:p>
            <a:fld id="{E4C9DE32-F939-409D-9B76-499F94890615}" type="slidenum">
              <a:t>10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880" cy="4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IA-32 – The 32-bit Intel Architecture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62" name="Inhaltsplatzhalter 7"/>
          <p:cNvSpPr/>
          <p:nvPr/>
        </p:nvSpPr>
        <p:spPr>
          <a:xfrm>
            <a:off x="521640" y="1206720"/>
            <a:ext cx="8094600" cy="370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First IA-32 CPU was the Intel 80386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The term </a:t>
            </a:r>
            <a:r>
              <a:rPr lang="de-DE" sz="14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IA-32</a:t>
            </a: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was introduced much later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32-bit technology: register, data und address bus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From Pentium Pro: 64 Bit data und 36 bit address bus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Complex protection and multitasking support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Protected Mode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Originally introduced with the 80286 (16-Bit)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Compatibility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With older operating systems through Real Mode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With older applications through </a:t>
            </a:r>
            <a:r>
              <a:rPr lang="de-DE" sz="14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Virtual 8086 Mode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Segmentation based memory model (mostly used as </a:t>
            </a:r>
            <a:r>
              <a:rPr lang="de-DE" sz="16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Flat Memory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)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Page based </a:t>
            </a:r>
            <a:r>
              <a:rPr lang="de-DE" sz="16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Memory Management Unit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(MMU)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3" name="Fußzeilenplatzhalter 8"/>
          <p:cNvSpPr/>
          <p:nvPr/>
        </p:nvSpPr>
        <p:spPr>
          <a:xfrm>
            <a:off x="628560" y="4975560"/>
            <a:ext cx="7128000" cy="14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3.2 x86 programming model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39"/>
          </p:nvPr>
        </p:nvSpPr>
        <p:spPr/>
        <p:txBody>
          <a:bodyPr/>
          <a:p>
            <a:fld id="{5529AF6B-39D8-4341-AAE4-4531A6604856}" type="slidenum">
              <a:t>11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4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880" cy="4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x86-64: 64-bit CPU Architecture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65" name="Inhaltsplatzhalter 7"/>
          <p:cNvSpPr/>
          <p:nvPr/>
        </p:nvSpPr>
        <p:spPr>
          <a:xfrm>
            <a:off x="521640" y="1206720"/>
            <a:ext cx="8094600" cy="370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x86-64: Original name of 64 bit extension by AMD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Sometimes abbreviated as </a:t>
            </a:r>
            <a:r>
              <a:rPr lang="de-DE" sz="14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x64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Later replaced by </a:t>
            </a:r>
            <a:r>
              <a:rPr lang="de-DE" sz="14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AMD64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Intel licensed x86-64 from AMD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Intel 64 is Intel’s own label (for the same architecture)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Minimal differences in instruction set compared to AMD64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Completely different than the own </a:t>
            </a:r>
            <a:r>
              <a:rPr lang="de-DE" sz="14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IA-64</a:t>
            </a: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(Itanium) architechture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6" name="Fußzeilenplatzhalter 9"/>
          <p:cNvSpPr/>
          <p:nvPr/>
        </p:nvSpPr>
        <p:spPr>
          <a:xfrm>
            <a:off x="628560" y="4975560"/>
            <a:ext cx="7128000" cy="14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3.2 x86 programming model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39"/>
          </p:nvPr>
        </p:nvSpPr>
        <p:spPr/>
        <p:txBody>
          <a:bodyPr/>
          <a:p>
            <a:fld id="{50459AD0-C99F-4430-A575-AA23DF686F05}" type="slidenum">
              <a:t>12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7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880" cy="4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x86-64: 64-bit CPU Architecture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68" name="Inhaltsplatzhalter 7"/>
          <p:cNvSpPr/>
          <p:nvPr/>
        </p:nvSpPr>
        <p:spPr>
          <a:xfrm>
            <a:off x="521640" y="1206720"/>
            <a:ext cx="8094600" cy="370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Additional registers (all 64 bit long)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Paging must be enabled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Segmentation strongly restricted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New feature (among others): </a:t>
            </a:r>
            <a:r>
              <a:rPr lang="de-DE" sz="16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No Execute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protection per page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9" name="Fußzeilenplatzhalter 10"/>
          <p:cNvSpPr/>
          <p:nvPr/>
        </p:nvSpPr>
        <p:spPr>
          <a:xfrm>
            <a:off x="628560" y="4975560"/>
            <a:ext cx="7128000" cy="14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3.2 x86 programming model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39"/>
          </p:nvPr>
        </p:nvSpPr>
        <p:spPr/>
        <p:txBody>
          <a:bodyPr/>
          <a:p>
            <a:fld id="{B2162AC5-6DBD-4BC0-A53B-25CC74817543}" type="slidenum">
              <a:t>13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0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880" cy="4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x86-64: CPU modes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71" name="Inhaltsplatzhalter 7"/>
          <p:cNvSpPr/>
          <p:nvPr/>
        </p:nvSpPr>
        <p:spPr>
          <a:xfrm>
            <a:off x="521640" y="1206720"/>
            <a:ext cx="8094600" cy="370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Real Mode = 16 bit addressing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ource Han Sans CN"/>
              </a:rPr>
              <a:t>Protected Mode = 32 bit addressing (also called IA-32)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ource Han Sans CN"/>
              </a:rPr>
              <a:t>Long Mode = 64 Bit addressing (also called IA-32e)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i="1" u="none" strike="noStrike">
                <a:solidFill>
                  <a:schemeClr val="dk1"/>
                </a:solidFill>
                <a:effectLst/>
                <a:uFillTx/>
                <a:latin typeface="Arial"/>
                <a:ea typeface="Source Han Sans CN"/>
              </a:rPr>
              <a:t>e</a:t>
            </a: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ource Han Sans CN"/>
              </a:rPr>
              <a:t> meaning </a:t>
            </a:r>
            <a:r>
              <a:rPr lang="de-DE" sz="1400" b="0" i="1" u="none" strike="noStrike">
                <a:solidFill>
                  <a:schemeClr val="dk1"/>
                </a:solidFill>
                <a:effectLst/>
                <a:uFillTx/>
                <a:latin typeface="Arial"/>
                <a:ea typeface="Source Han Sans CN"/>
              </a:rPr>
              <a:t>extension</a:t>
            </a: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ource Han Sans CN"/>
              </a:rPr>
              <a:t> 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ource Han Sans CN"/>
              </a:rPr>
              <a:t>Used in the Intel manuals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ource Han Sans CN"/>
              </a:rPr>
              <a:t>To differentiate against IA-64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ource Han Sans CN"/>
              </a:rPr>
              <a:t>(Compatibility Mode)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ource Han Sans CN"/>
              </a:rPr>
              <a:t>Supporting Protected Mode applications in Long Mode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2" name="Fußzeilenplatzhalter 11"/>
          <p:cNvSpPr/>
          <p:nvPr/>
        </p:nvSpPr>
        <p:spPr>
          <a:xfrm>
            <a:off x="628560" y="4975560"/>
            <a:ext cx="7128000" cy="14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3.2 x86 programming model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39"/>
          </p:nvPr>
        </p:nvSpPr>
        <p:spPr/>
        <p:txBody>
          <a:bodyPr/>
          <a:p>
            <a:fld id="{D169F80E-E19B-402B-AD19-25C1EB327424}" type="slidenum">
              <a:t>14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3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880" cy="4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x86-64</a:t>
            </a:r>
            <a:r>
              <a:rPr lang="en-GB" sz="27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: Registers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74" name="TextBox 3"/>
          <p:cNvSpPr/>
          <p:nvPr/>
        </p:nvSpPr>
        <p:spPr>
          <a:xfrm>
            <a:off x="0" y="4936320"/>
            <a:ext cx="91422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686160">
              <a:lnSpc>
                <a:spcPct val="100000"/>
              </a:lnSpc>
            </a:pPr>
            <a:r>
              <a:rPr lang="en-GB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Picture: Horst Schirmeier, TU Dresden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75" name="Picture 4"/>
          <p:cNvPicPr/>
          <p:nvPr/>
        </p:nvPicPr>
        <p:blipFill>
          <a:blip r:embed="rId1"/>
          <a:srcRect l="1031" t="0" r="0" b="588"/>
          <a:stretch/>
        </p:blipFill>
        <p:spPr>
          <a:xfrm>
            <a:off x="1115640" y="1154880"/>
            <a:ext cx="6908760" cy="350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76" name="Rectangle 1"/>
          <p:cNvSpPr/>
          <p:nvPr/>
        </p:nvSpPr>
        <p:spPr>
          <a:xfrm>
            <a:off x="6228360" y="4015080"/>
            <a:ext cx="2014560" cy="790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DE" sz="135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377" name="Fußzeilenplatzhalter 13"/>
          <p:cNvSpPr/>
          <p:nvPr/>
        </p:nvSpPr>
        <p:spPr>
          <a:xfrm>
            <a:off x="628560" y="4975560"/>
            <a:ext cx="7128000" cy="14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3.2 x86 programming model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39"/>
          </p:nvPr>
        </p:nvSpPr>
        <p:spPr/>
        <p:txBody>
          <a:bodyPr/>
          <a:p>
            <a:fld id="{70FD2D3B-E531-4407-A219-F568774390EF}" type="slidenum">
              <a:t>15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8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880" cy="4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x86-64</a:t>
            </a:r>
            <a:r>
              <a:rPr lang="en-GB" sz="27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: Registers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79" name="TextBox 3"/>
          <p:cNvSpPr/>
          <p:nvPr/>
        </p:nvSpPr>
        <p:spPr>
          <a:xfrm>
            <a:off x="35640" y="4936320"/>
            <a:ext cx="90712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686160">
              <a:lnSpc>
                <a:spcPct val="100000"/>
              </a:lnSpc>
            </a:pPr>
            <a:r>
              <a:rPr lang="en-GB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Picture: Horst Schirmeier, TU Dresden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80" name="Picture 4"/>
          <p:cNvPicPr/>
          <p:nvPr/>
        </p:nvPicPr>
        <p:blipFill>
          <a:blip r:embed="rId1"/>
          <a:srcRect l="0" t="1861" r="0" b="0"/>
          <a:stretch/>
        </p:blipFill>
        <p:spPr>
          <a:xfrm>
            <a:off x="1328400" y="1134720"/>
            <a:ext cx="6824880" cy="3756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81" name="Fußzeilenplatzhalter 14"/>
          <p:cNvSpPr/>
          <p:nvPr/>
        </p:nvSpPr>
        <p:spPr>
          <a:xfrm>
            <a:off x="628560" y="4975560"/>
            <a:ext cx="7128000" cy="14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3.2 x86 programming model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39"/>
          </p:nvPr>
        </p:nvSpPr>
        <p:spPr/>
        <p:txBody>
          <a:bodyPr/>
          <a:p>
            <a:fld id="{7DCA5121-4D26-4D5D-A2BD-4F314439E781}" type="slidenum">
              <a:t>16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880" cy="4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Preview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83" name="PlaceHolder 2"/>
          <p:cNvSpPr>
            <a:spLocks noGrp="1"/>
          </p:cNvSpPr>
          <p:nvPr>
            <p:ph type="ftr" idx="59"/>
          </p:nvPr>
        </p:nvSpPr>
        <p:spPr>
          <a:xfrm>
            <a:off x="628560" y="4975560"/>
            <a:ext cx="712800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686160">
              <a:lnSpc>
                <a:spcPct val="100000"/>
              </a:lnSpc>
              <a:buNone/>
              <a:tabLst>
                <a:tab pos="0" algn="l"/>
              </a:tabLst>
              <a:def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68616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 Programming model of the x86_64 processor architecture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4" name="PlaceHolder 3"/>
          <p:cNvSpPr>
            <a:spLocks noGrp="1"/>
          </p:cNvSpPr>
          <p:nvPr>
            <p:ph/>
          </p:nvPr>
        </p:nvSpPr>
        <p:spPr>
          <a:xfrm>
            <a:off x="521640" y="1206720"/>
            <a:ext cx="8094600" cy="370620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History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x86 programming model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Address translation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Protection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Tasks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Summary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85" name="Rounded Rectangle 1"/>
          <p:cNvSpPr/>
          <p:nvPr/>
        </p:nvSpPr>
        <p:spPr>
          <a:xfrm>
            <a:off x="372960" y="2359080"/>
            <a:ext cx="3261240" cy="419040"/>
          </a:xfrm>
          <a:prstGeom prst="roundRect">
            <a:avLst>
              <a:gd name="adj" fmla="val 16667"/>
            </a:avLst>
          </a:prstGeom>
          <a:noFill/>
          <a:ln w="25400">
            <a:solidFill>
              <a:srgbClr val="FE1001"/>
            </a:solidFill>
          </a:ln>
          <a:effectLst>
            <a:outerShdw algn="tl" blurRad="38160" dir="2700000" dist="12218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35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9"/>
          </p:nvPr>
        </p:nvSpPr>
        <p:spPr/>
        <p:txBody>
          <a:bodyPr/>
          <a:p>
            <a:fld id="{BB3C8538-FA5E-48DD-8244-E19D003B329F}" type="slidenum">
              <a:t>17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TextBox 4"/>
          <p:cNvSpPr/>
          <p:nvPr/>
        </p:nvSpPr>
        <p:spPr>
          <a:xfrm>
            <a:off x="35640" y="4936320"/>
            <a:ext cx="90712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686160">
              <a:lnSpc>
                <a:spcPct val="100000"/>
              </a:lnSpc>
            </a:pPr>
            <a:r>
              <a:rPr lang="en-GB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Picture: Horst Schirmeier, TU Dresden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7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880" cy="4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x86-64</a:t>
            </a:r>
            <a:r>
              <a:rPr lang="en-GB" sz="27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: Addressing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88" name="PlaceHolder 2"/>
          <p:cNvSpPr>
            <a:spLocks noGrp="1"/>
          </p:cNvSpPr>
          <p:nvPr>
            <p:ph type="ftr" idx="60"/>
          </p:nvPr>
        </p:nvSpPr>
        <p:spPr>
          <a:xfrm>
            <a:off x="628560" y="4975560"/>
            <a:ext cx="358164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686160">
              <a:lnSpc>
                <a:spcPct val="100000"/>
              </a:lnSpc>
              <a:buNone/>
              <a:tabLst>
                <a:tab pos="0" algn="l"/>
              </a:tabLst>
              <a:def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68616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3.3 Address Translation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9" name="Inhaltsplatzhalter 7"/>
          <p:cNvSpPr/>
          <p:nvPr/>
        </p:nvSpPr>
        <p:spPr>
          <a:xfrm>
            <a:off x="521640" y="1206720"/>
            <a:ext cx="8094600" cy="370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Effective addresses (EA) are calculated using the following scheme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general purpose registers can be used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br>
              <a:rPr sz="600"/>
            </a:br>
            <a:endParaRPr lang="de-DE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Example:         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MOV </a:t>
            </a:r>
            <a:r>
              <a:rPr lang="de-DE" sz="1600" b="1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RAX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, array[</a:t>
            </a:r>
            <a:r>
              <a:rPr lang="de-DE" sz="1600" b="1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RSI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 * 4]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Lesen aus einem Array mit 4 Byte großen Elementen und RSI als Index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New in x86-64: Addressing relative to instruction pointer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90" name="Picture 3"/>
          <p:cNvPicPr/>
          <p:nvPr/>
        </p:nvPicPr>
        <p:blipFill>
          <a:blip r:embed="rId1"/>
          <a:stretch/>
        </p:blipFill>
        <p:spPr>
          <a:xfrm>
            <a:off x="757800" y="1798920"/>
            <a:ext cx="6908760" cy="163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91" name="Picture 7"/>
          <p:cNvPicPr/>
          <p:nvPr/>
        </p:nvPicPr>
        <p:blipFill>
          <a:blip r:embed="rId2"/>
          <a:stretch/>
        </p:blipFill>
        <p:spPr>
          <a:xfrm>
            <a:off x="683640" y="4231080"/>
            <a:ext cx="3156840" cy="478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39"/>
          </p:nvPr>
        </p:nvSpPr>
        <p:spPr/>
        <p:txBody>
          <a:bodyPr/>
          <a:p>
            <a:fld id="{C90E06A1-1831-4CAB-A2B4-43023007C699}" type="slidenum">
              <a:t>18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2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880" cy="4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Protected Mode – Segments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93" name="Inhaltsplatzhalter 7"/>
          <p:cNvSpPr/>
          <p:nvPr/>
        </p:nvSpPr>
        <p:spPr>
          <a:xfrm>
            <a:off x="521640" y="1206720"/>
            <a:ext cx="8094600" cy="370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Each segment has a start address and a length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Segment registers store </a:t>
            </a:r>
            <a:r>
              <a:rPr lang="de-DE" sz="16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segment selectors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= Index into the GDT/LDT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LDT was rarely used by operating systems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 program (in execution) consists of multiple memory segments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At least CODE, DATA and STACK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Linear address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is segment start address + effective address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Effective address = Value in a </a:t>
            </a: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general purpose register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Linear address = physical address, if the paging unit is turned off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4" name="PlaceHolder 4"/>
          <p:cNvSpPr/>
          <p:nvPr/>
        </p:nvSpPr>
        <p:spPr>
          <a:xfrm>
            <a:off x="628920" y="4975560"/>
            <a:ext cx="3581640" cy="14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3.3 Address Translation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39"/>
          </p:nvPr>
        </p:nvSpPr>
        <p:spPr/>
        <p:txBody>
          <a:bodyPr/>
          <a:p>
            <a:fld id="{0E7190DE-77A8-48B3-9CF2-F367AB429874}" type="slidenum">
              <a:t>19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5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880" cy="4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Protected Mode – Segments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96" name="Inhaltsplatzhalter 7"/>
          <p:cNvSpPr/>
          <p:nvPr/>
        </p:nvSpPr>
        <p:spPr>
          <a:xfrm>
            <a:off x="521640" y="1206720"/>
            <a:ext cx="8094600" cy="370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Flat memory: 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Practically all modern 32-bit operating systems set all segments to start address 0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This way, segments do not influence address calculation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Furthermore, only four GDT entry are used (CODE + DATA, each for </a:t>
            </a:r>
            <a:r>
              <a:rPr lang="de-DE" sz="14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User</a:t>
            </a: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and </a:t>
            </a:r>
            <a:r>
              <a:rPr lang="de-DE" sz="14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Kernel Mode</a:t>
            </a: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); LDT remains completely unused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Segmentation cannot be turned off (because of protection), but Paging is not required in IA-32 Protected Mode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7" name="PlaceHolder 5"/>
          <p:cNvSpPr/>
          <p:nvPr/>
        </p:nvSpPr>
        <p:spPr>
          <a:xfrm>
            <a:off x="628920" y="4975560"/>
            <a:ext cx="3581640" cy="14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3.3 Address Translation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39"/>
          </p:nvPr>
        </p:nvSpPr>
        <p:spPr/>
        <p:txBody>
          <a:bodyPr/>
          <a:p>
            <a:fld id="{71123698-214E-45EC-88D8-DE57F1258CEA}" type="slidenum">
              <a:t>20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8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880" cy="4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Protected Mode – Segments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99" name="TextBox 3"/>
          <p:cNvSpPr/>
          <p:nvPr/>
        </p:nvSpPr>
        <p:spPr>
          <a:xfrm>
            <a:off x="2988000" y="4936320"/>
            <a:ext cx="4595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686160">
              <a:lnSpc>
                <a:spcPct val="100000"/>
              </a:lnSpc>
            </a:pPr>
            <a:r>
              <a:rPr lang="en-GB" sz="900" b="0" u="none" strike="noStrike">
                <a:solidFill>
                  <a:schemeClr val="lt1"/>
                </a:solidFill>
                <a:effectLst/>
                <a:uFillTx/>
                <a:latin typeface="Arial"/>
                <a:ea typeface="Source Han Sans CN"/>
              </a:rPr>
              <a:t>Picture based on: Volkmar Sieh / Daniel Lohmann, University Erlangen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0" name="PlaceHolder 6"/>
          <p:cNvSpPr/>
          <p:nvPr/>
        </p:nvSpPr>
        <p:spPr>
          <a:xfrm>
            <a:off x="628920" y="4975560"/>
            <a:ext cx="3581640" cy="14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3.3 Address Translation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01" name=""/>
          <p:cNvPicPr/>
          <p:nvPr/>
        </p:nvPicPr>
        <p:blipFill>
          <a:blip r:embed="rId1"/>
          <a:stretch/>
        </p:blipFill>
        <p:spPr>
          <a:xfrm>
            <a:off x="2052000" y="1044000"/>
            <a:ext cx="5039280" cy="3822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39"/>
          </p:nvPr>
        </p:nvSpPr>
        <p:spPr/>
        <p:txBody>
          <a:bodyPr/>
          <a:p>
            <a:fld id="{CAC20235-5266-4A83-B784-6D40042A0191}" type="slidenum">
              <a:t>21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2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880" cy="4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Long Mode: Segmentation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pic>
        <p:nvPicPr>
          <p:cNvPr id="1403" name="graphics2"/>
          <p:cNvPicPr/>
          <p:nvPr/>
        </p:nvPicPr>
        <p:blipFill>
          <a:blip r:embed="rId1"/>
          <a:srcRect l="0" t="0" r="52436" b="0"/>
          <a:stretch/>
        </p:blipFill>
        <p:spPr>
          <a:xfrm>
            <a:off x="5508000" y="1632600"/>
            <a:ext cx="3369600" cy="3112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pic>
      <p:sp>
        <p:nvSpPr>
          <p:cNvPr id="1404" name="Inhaltsplatzhalter 7"/>
          <p:cNvSpPr/>
          <p:nvPr/>
        </p:nvSpPr>
        <p:spPr>
          <a:xfrm>
            <a:off x="521640" y="1206720"/>
            <a:ext cx="8094600" cy="370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16-bit Selectors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Start addresses are ignored in almost all segments,</a:t>
            </a:r>
            <a:br>
              <a:rPr sz="1600"/>
            </a:b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except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FS and GS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No limit check; essentially only the ring number</a:t>
            </a:r>
            <a:br>
              <a:rPr sz="1600"/>
            </a:b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 CS remains relevant (= CPL)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05" name="graphics1"/>
          <p:cNvPicPr/>
          <p:nvPr/>
        </p:nvPicPr>
        <p:blipFill>
          <a:blip r:embed="rId2"/>
          <a:srcRect l="46531" t="0" r="0" b="0"/>
          <a:stretch/>
        </p:blipFill>
        <p:spPr>
          <a:xfrm>
            <a:off x="4140000" y="2620080"/>
            <a:ext cx="1627200" cy="21250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pic>
      <p:sp>
        <p:nvSpPr>
          <p:cNvPr id="1406" name="PlaceHolder 7"/>
          <p:cNvSpPr/>
          <p:nvPr/>
        </p:nvSpPr>
        <p:spPr>
          <a:xfrm>
            <a:off x="628920" y="4975560"/>
            <a:ext cx="3581640" cy="14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3.3 Address Translation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39"/>
          </p:nvPr>
        </p:nvSpPr>
        <p:spPr/>
        <p:txBody>
          <a:bodyPr/>
          <a:p>
            <a:fld id="{CD0A6820-96DE-4554-BA58-7FA03BCEB6B5}" type="slidenum">
              <a:t>22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7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880" cy="4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Long Mode: Paging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408" name="Inhaltsplatzhalter 7"/>
          <p:cNvSpPr/>
          <p:nvPr/>
        </p:nvSpPr>
        <p:spPr>
          <a:xfrm>
            <a:off x="521640" y="1206720"/>
            <a:ext cx="8094600" cy="370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Paging is required in Long Mode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The basic paging configuration is handled by the CRx </a:t>
            </a:r>
            <a:r>
              <a:rPr lang="de-DE" sz="16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ontrol </a:t>
            </a:r>
            <a:r>
              <a:rPr lang="de-DE" sz="16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R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egisters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9" name="TextBox 3"/>
          <p:cNvSpPr/>
          <p:nvPr/>
        </p:nvSpPr>
        <p:spPr>
          <a:xfrm>
            <a:off x="3307320" y="4936320"/>
            <a:ext cx="45752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686160">
              <a:lnSpc>
                <a:spcPct val="100000"/>
              </a:lnSpc>
            </a:pPr>
            <a:r>
              <a:rPr lang="en-GB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Picture: Horst Schiermeier, TU Dresden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10" name="Picture 4"/>
          <p:cNvPicPr/>
          <p:nvPr/>
        </p:nvPicPr>
        <p:blipFill>
          <a:blip r:embed="rId1"/>
          <a:stretch/>
        </p:blipFill>
        <p:spPr>
          <a:xfrm>
            <a:off x="1691640" y="2775240"/>
            <a:ext cx="5468400" cy="174204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1411" name="Straight Arrow Connector 7"/>
          <p:cNvCxnSpPr/>
          <p:nvPr/>
        </p:nvCxnSpPr>
        <p:spPr>
          <a:xfrm flipH="1">
            <a:off x="4716000" y="2596320"/>
            <a:ext cx="217800" cy="268200"/>
          </a:xfrm>
          <a:prstGeom prst="straightConnector1">
            <a:avLst/>
          </a:prstGeom>
          <a:ln w="0">
            <a:solidFill>
              <a:srgbClr val="808080"/>
            </a:solidFill>
            <a:tailEnd len="lg" type="triangle" w="med"/>
          </a:ln>
        </p:spPr>
      </p:cxnSp>
      <p:sp>
        <p:nvSpPr>
          <p:cNvPr id="1412" name="TextBox 9"/>
          <p:cNvSpPr/>
          <p:nvPr/>
        </p:nvSpPr>
        <p:spPr>
          <a:xfrm>
            <a:off x="4390920" y="2274840"/>
            <a:ext cx="147960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686160">
              <a:lnSpc>
                <a:spcPct val="100000"/>
              </a:lnSpc>
            </a:pPr>
            <a:r>
              <a:rPr lang="en-DE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Physical Address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3" name="PlaceHolder 8"/>
          <p:cNvSpPr/>
          <p:nvPr/>
        </p:nvSpPr>
        <p:spPr>
          <a:xfrm>
            <a:off x="628920" y="4975560"/>
            <a:ext cx="3581640" cy="14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3.3 Address Translation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39"/>
          </p:nvPr>
        </p:nvSpPr>
        <p:spPr/>
        <p:txBody>
          <a:bodyPr/>
          <a:p>
            <a:fld id="{3208FBB2-5513-4F0A-9CB4-660261BBD3EA}" type="slidenum">
              <a:t>23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4" name="TextBox 43"/>
          <p:cNvSpPr/>
          <p:nvPr/>
        </p:nvSpPr>
        <p:spPr>
          <a:xfrm>
            <a:off x="35640" y="4936320"/>
            <a:ext cx="90712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5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880" cy="4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Long Mode: Page Tables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416" name="Inhaltsplatzhalter 7"/>
          <p:cNvSpPr/>
          <p:nvPr/>
        </p:nvSpPr>
        <p:spPr>
          <a:xfrm>
            <a:off x="521640" y="1206720"/>
            <a:ext cx="8094600" cy="370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 or five levels</a:t>
            </a:r>
            <a:br>
              <a:rPr sz="1600"/>
            </a:b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 page tables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17" name="Picture 42"/>
          <p:cNvPicPr/>
          <p:nvPr/>
        </p:nvPicPr>
        <p:blipFill>
          <a:blip r:embed="rId1"/>
          <a:stretch/>
        </p:blipFill>
        <p:spPr>
          <a:xfrm>
            <a:off x="2563560" y="1159200"/>
            <a:ext cx="5967360" cy="3681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18" name="PlaceHolder 9"/>
          <p:cNvSpPr/>
          <p:nvPr/>
        </p:nvSpPr>
        <p:spPr>
          <a:xfrm>
            <a:off x="628920" y="4975560"/>
            <a:ext cx="3581640" cy="14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3.3 Address Translation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9" name="TextBox 11"/>
          <p:cNvSpPr/>
          <p:nvPr/>
        </p:nvSpPr>
        <p:spPr>
          <a:xfrm>
            <a:off x="3307320" y="4936680"/>
            <a:ext cx="45752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686160">
              <a:lnSpc>
                <a:spcPct val="100000"/>
              </a:lnSpc>
            </a:pPr>
            <a:r>
              <a:rPr lang="en-GB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Picture: Horst Schiermeier, TU Dresden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39"/>
          </p:nvPr>
        </p:nvSpPr>
        <p:spPr/>
        <p:txBody>
          <a:bodyPr/>
          <a:p>
            <a:fld id="{B2554B99-EDA2-42A4-ACF5-AE58A0D784B5}" type="slidenum">
              <a:t>24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0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880" cy="4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Long Mode: TLB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421" name="Inhaltsplatzhalter 7"/>
          <p:cNvSpPr/>
          <p:nvPr/>
        </p:nvSpPr>
        <p:spPr>
          <a:xfrm>
            <a:off x="521640" y="1206720"/>
            <a:ext cx="8297280" cy="370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Problem: Paging slows down memory accesses, since the page tables need to be accessed each time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Solution: </a:t>
            </a:r>
            <a:r>
              <a:rPr lang="de-DE" sz="16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Translation Lookaside Buffer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(TLB):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Fully associative cache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Tag: consists of page table indices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Data: Page Frame address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Size (80386): 32 entries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With normal applications, the TlB reaches a hit rate of ~98%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Remarks: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Writing the CR3 register invalidates the TLB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8200" lvl="2" indent="-26676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Not anymore since Intel Westmere (2010) → TLB Tag has additional 12-bit </a:t>
            </a:r>
            <a:r>
              <a:rPr lang="de-DE" sz="12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Process Context ID</a:t>
            </a: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(PCID)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When protection/access bits in a page table entry are modifired, the corresponding TLB entry must be deleted (INVLPG instruction)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2" name="PlaceHolder 10"/>
          <p:cNvSpPr/>
          <p:nvPr/>
        </p:nvSpPr>
        <p:spPr>
          <a:xfrm>
            <a:off x="628920" y="4975560"/>
            <a:ext cx="3581640" cy="14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3.3 Address Translation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39"/>
          </p:nvPr>
        </p:nvSpPr>
        <p:spPr/>
        <p:txBody>
          <a:bodyPr/>
          <a:p>
            <a:fld id="{1834B651-A08F-4FB0-9CC6-3BBD32172F03}" type="slidenum">
              <a:t>25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880" cy="4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Preview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424" name="PlaceHolder 2"/>
          <p:cNvSpPr>
            <a:spLocks noGrp="1"/>
          </p:cNvSpPr>
          <p:nvPr>
            <p:ph type="ftr" idx="61"/>
          </p:nvPr>
        </p:nvSpPr>
        <p:spPr>
          <a:xfrm>
            <a:off x="628560" y="4975560"/>
            <a:ext cx="712800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686160">
              <a:lnSpc>
                <a:spcPct val="100000"/>
              </a:lnSpc>
              <a:buNone/>
              <a:tabLst>
                <a:tab pos="0" algn="l"/>
              </a:tabLst>
              <a:def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68616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 Programming model of the x86_64 processor architecture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5" name="PlaceHolder 3"/>
          <p:cNvSpPr>
            <a:spLocks noGrp="1"/>
          </p:cNvSpPr>
          <p:nvPr>
            <p:ph/>
          </p:nvPr>
        </p:nvSpPr>
        <p:spPr>
          <a:xfrm>
            <a:off x="521640" y="1206720"/>
            <a:ext cx="8094600" cy="370620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History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x86 programming model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Address translation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Protection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Tasks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Summary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426" name="Rounded Rectangle 1"/>
          <p:cNvSpPr/>
          <p:nvPr/>
        </p:nvSpPr>
        <p:spPr>
          <a:xfrm>
            <a:off x="372960" y="2946240"/>
            <a:ext cx="3261240" cy="419040"/>
          </a:xfrm>
          <a:prstGeom prst="roundRect">
            <a:avLst>
              <a:gd name="adj" fmla="val 16667"/>
            </a:avLst>
          </a:prstGeom>
          <a:noFill/>
          <a:ln w="25400">
            <a:solidFill>
              <a:srgbClr val="FE1001"/>
            </a:solidFill>
          </a:ln>
          <a:effectLst>
            <a:outerShdw algn="tl" blurRad="38160" dir="2700000" dist="12218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35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9"/>
          </p:nvPr>
        </p:nvSpPr>
        <p:spPr/>
        <p:txBody>
          <a:bodyPr/>
          <a:p>
            <a:fld id="{1E8E3CCF-F65A-48B7-A6C3-501AA047D2E0}" type="slidenum">
              <a:t>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7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880" cy="4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Protection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428" name="PlaceHolder 2"/>
          <p:cNvSpPr>
            <a:spLocks noGrp="1"/>
          </p:cNvSpPr>
          <p:nvPr>
            <p:ph type="ftr" idx="62"/>
          </p:nvPr>
        </p:nvSpPr>
        <p:spPr>
          <a:xfrm>
            <a:off x="628560" y="4975560"/>
            <a:ext cx="712800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686160">
              <a:lnSpc>
                <a:spcPct val="100000"/>
              </a:lnSpc>
              <a:buNone/>
              <a:tabLst>
                <a:tab pos="0" algn="l"/>
              </a:tabLst>
              <a:def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68616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3.4 Protection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9" name="Inhaltsplatzhalter 7"/>
          <p:cNvSpPr/>
          <p:nvPr/>
        </p:nvSpPr>
        <p:spPr>
          <a:xfrm>
            <a:off x="521640" y="1206720"/>
            <a:ext cx="8297280" cy="370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Goals: 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Protection against unauthorized memory accesses and code execution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Protection against kernel crashes or crashes of other processes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Requirements: Coda and Data...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are classified in regard to their trustability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and this classification is enforce by the operating system, with the help of the process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9"/>
          </p:nvPr>
        </p:nvSpPr>
        <p:spPr/>
        <p:txBody>
          <a:bodyPr/>
          <a:p>
            <a:fld id="{887EA16E-F20A-444E-BF9D-164CFF7FE024}" type="slidenum">
              <a:t>27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0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880" cy="4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Protection Rings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431" name="PlaceHolder 2"/>
          <p:cNvSpPr>
            <a:spLocks noGrp="1"/>
          </p:cNvSpPr>
          <p:nvPr>
            <p:ph type="ftr" idx="63"/>
          </p:nvPr>
        </p:nvSpPr>
        <p:spPr>
          <a:xfrm>
            <a:off x="628560" y="4975560"/>
            <a:ext cx="712800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686160">
              <a:lnSpc>
                <a:spcPct val="100000"/>
              </a:lnSpc>
              <a:buNone/>
              <a:tabLst>
                <a:tab pos="0" algn="l"/>
              </a:tabLst>
              <a:def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68616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3.4 Protection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1432" name="Group 23"/>
          <p:cNvGrpSpPr/>
          <p:nvPr/>
        </p:nvGrpSpPr>
        <p:grpSpPr>
          <a:xfrm>
            <a:off x="3996360" y="1495080"/>
            <a:ext cx="3166200" cy="3166200"/>
            <a:chOff x="3996360" y="1495080"/>
            <a:chExt cx="3166200" cy="3166200"/>
          </a:xfrm>
        </p:grpSpPr>
        <p:sp>
          <p:nvSpPr>
            <p:cNvPr id="1433" name="Oval 9"/>
            <p:cNvSpPr/>
            <p:nvPr/>
          </p:nvSpPr>
          <p:spPr>
            <a:xfrm>
              <a:off x="3996360" y="1495080"/>
              <a:ext cx="3166200" cy="3166200"/>
            </a:xfrm>
            <a:prstGeom prst="ellipse">
              <a:avLst/>
            </a:prstGeom>
            <a:solidFill>
              <a:srgbClr val="FFFFB3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DE" sz="1350" b="0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34" name="Oval 8"/>
            <p:cNvSpPr/>
            <p:nvPr/>
          </p:nvSpPr>
          <p:spPr>
            <a:xfrm>
              <a:off x="4428360" y="1971720"/>
              <a:ext cx="2302560" cy="2257920"/>
            </a:xfrm>
            <a:prstGeom prst="ellipse">
              <a:avLst/>
            </a:prstGeom>
            <a:solidFill>
              <a:schemeClr val="bg2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DE" sz="1350" b="0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35" name="Oval 21"/>
            <p:cNvSpPr/>
            <p:nvPr/>
          </p:nvSpPr>
          <p:spPr>
            <a:xfrm>
              <a:off x="4788360" y="2287080"/>
              <a:ext cx="1582200" cy="15822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DE" sz="1350" b="0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36" name="Oval 22"/>
            <p:cNvSpPr/>
            <p:nvPr/>
          </p:nvSpPr>
          <p:spPr>
            <a:xfrm>
              <a:off x="5108400" y="2607120"/>
              <a:ext cx="942840" cy="942840"/>
            </a:xfrm>
            <a:prstGeom prst="ellipse">
              <a:avLst/>
            </a:prstGeom>
            <a:solidFill>
              <a:srgbClr val="E39F9F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DE" sz="1350" b="0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437" name="Inhaltsplatzhalter 7"/>
          <p:cNvSpPr/>
          <p:nvPr/>
        </p:nvSpPr>
        <p:spPr>
          <a:xfrm>
            <a:off x="521640" y="1206720"/>
            <a:ext cx="8297280" cy="370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Each segment descriptor (Code/Data)</a:t>
            </a:r>
            <a:br>
              <a:rPr sz="1600"/>
            </a:b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has two bits, determining which privilege</a:t>
            </a:r>
            <a:br>
              <a:rPr sz="1600"/>
            </a:b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level the segment is assigned to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 to four privilege levels possible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 practice, only two are used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438" name="Group 31"/>
          <p:cNvGrpSpPr/>
          <p:nvPr/>
        </p:nvGrpSpPr>
        <p:grpSpPr>
          <a:xfrm>
            <a:off x="4081320" y="2971080"/>
            <a:ext cx="1620000" cy="214200"/>
            <a:chOff x="4081320" y="2971080"/>
            <a:chExt cx="1620000" cy="214200"/>
          </a:xfrm>
        </p:grpSpPr>
        <p:sp>
          <p:nvSpPr>
            <p:cNvPr id="1439" name="Oval 26"/>
            <p:cNvSpPr/>
            <p:nvPr/>
          </p:nvSpPr>
          <p:spPr>
            <a:xfrm>
              <a:off x="5487120" y="2971080"/>
              <a:ext cx="214200" cy="214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686160">
                <a:lnSpc>
                  <a:spcPct val="100000"/>
                </a:lnSpc>
              </a:pPr>
              <a:r>
                <a:rPr lang="en-DE" sz="1350" b="0" u="none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0</a:t>
              </a:r>
              <a:endParaRPr lang="de-DE" sz="135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40" name="Oval 27"/>
            <p:cNvSpPr/>
            <p:nvPr/>
          </p:nvSpPr>
          <p:spPr>
            <a:xfrm>
              <a:off x="4855320" y="2971080"/>
              <a:ext cx="214200" cy="214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686160">
                <a:lnSpc>
                  <a:spcPct val="100000"/>
                </a:lnSpc>
              </a:pPr>
              <a:r>
                <a:rPr lang="en-DE" sz="1350" b="0" u="none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1</a:t>
              </a:r>
              <a:endParaRPr lang="de-DE" sz="135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41" name="Oval 28"/>
            <p:cNvSpPr/>
            <p:nvPr/>
          </p:nvSpPr>
          <p:spPr>
            <a:xfrm>
              <a:off x="4479120" y="2971080"/>
              <a:ext cx="214200" cy="214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686160">
                <a:lnSpc>
                  <a:spcPct val="100000"/>
                </a:lnSpc>
              </a:pPr>
              <a:r>
                <a:rPr lang="en-DE" sz="1350" b="0" u="none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2</a:t>
              </a:r>
              <a:endParaRPr lang="de-DE" sz="135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42" name="Oval 29"/>
            <p:cNvSpPr/>
            <p:nvPr/>
          </p:nvSpPr>
          <p:spPr>
            <a:xfrm>
              <a:off x="4081320" y="2971080"/>
              <a:ext cx="214200" cy="214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686160">
                <a:lnSpc>
                  <a:spcPct val="100000"/>
                </a:lnSpc>
              </a:pPr>
              <a:r>
                <a:rPr lang="en-DE" sz="1350" b="0" u="none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3</a:t>
              </a:r>
              <a:endParaRPr lang="de-DE" sz="135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443" name="TextBox 34"/>
          <p:cNvSpPr/>
          <p:nvPr/>
        </p:nvSpPr>
        <p:spPr>
          <a:xfrm>
            <a:off x="5364000" y="3215520"/>
            <a:ext cx="45972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686160">
              <a:lnSpc>
                <a:spcPct val="100000"/>
              </a:lnSpc>
            </a:pPr>
            <a:r>
              <a:rPr lang="en-DE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Daten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4" name="TextBox 35"/>
          <p:cNvSpPr/>
          <p:nvPr/>
        </p:nvSpPr>
        <p:spPr>
          <a:xfrm>
            <a:off x="5373360" y="2719440"/>
            <a:ext cx="41184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686160">
              <a:lnSpc>
                <a:spcPct val="100000"/>
              </a:lnSpc>
            </a:pPr>
            <a:r>
              <a:rPr lang="en-DE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Code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5" name="TextBox 36"/>
          <p:cNvSpPr/>
          <p:nvPr/>
        </p:nvSpPr>
        <p:spPr>
          <a:xfrm>
            <a:off x="5364000" y="3591360"/>
            <a:ext cx="45972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686160">
              <a:lnSpc>
                <a:spcPct val="100000"/>
              </a:lnSpc>
            </a:pPr>
            <a:r>
              <a:rPr lang="en-DE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Daten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6" name="TextBox 37"/>
          <p:cNvSpPr/>
          <p:nvPr/>
        </p:nvSpPr>
        <p:spPr>
          <a:xfrm>
            <a:off x="5364000" y="3951360"/>
            <a:ext cx="45972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686160">
              <a:lnSpc>
                <a:spcPct val="100000"/>
              </a:lnSpc>
            </a:pPr>
            <a:r>
              <a:rPr lang="en-DE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Daten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7" name="TextBox 38"/>
          <p:cNvSpPr/>
          <p:nvPr/>
        </p:nvSpPr>
        <p:spPr>
          <a:xfrm>
            <a:off x="5364000" y="4311360"/>
            <a:ext cx="45972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686160">
              <a:lnSpc>
                <a:spcPct val="100000"/>
              </a:lnSpc>
            </a:pPr>
            <a:r>
              <a:rPr lang="en-DE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Daten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8" name="TextBox 39"/>
          <p:cNvSpPr/>
          <p:nvPr/>
        </p:nvSpPr>
        <p:spPr>
          <a:xfrm>
            <a:off x="5364000" y="2359080"/>
            <a:ext cx="41184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686160">
              <a:lnSpc>
                <a:spcPct val="100000"/>
              </a:lnSpc>
            </a:pPr>
            <a:r>
              <a:rPr lang="en-DE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Code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9" name="TextBox 40"/>
          <p:cNvSpPr/>
          <p:nvPr/>
        </p:nvSpPr>
        <p:spPr>
          <a:xfrm>
            <a:off x="5364000" y="2007000"/>
            <a:ext cx="41184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686160">
              <a:lnSpc>
                <a:spcPct val="100000"/>
              </a:lnSpc>
            </a:pPr>
            <a:r>
              <a:rPr lang="en-DE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Code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0" name="TextBox 41"/>
          <p:cNvSpPr/>
          <p:nvPr/>
        </p:nvSpPr>
        <p:spPr>
          <a:xfrm>
            <a:off x="5364000" y="1638720"/>
            <a:ext cx="41184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686160">
              <a:lnSpc>
                <a:spcPct val="100000"/>
              </a:lnSpc>
            </a:pPr>
            <a:r>
              <a:rPr lang="en-DE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Code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9"/>
          </p:nvPr>
        </p:nvSpPr>
        <p:spPr/>
        <p:txBody>
          <a:bodyPr/>
          <a:p>
            <a:fld id="{43E5C0E8-B6F8-4197-907B-5A6CFD281415}" type="slidenum">
              <a:t>28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1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880" cy="4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Protection Rings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452" name="PlaceHolder 2"/>
          <p:cNvSpPr>
            <a:spLocks noGrp="1"/>
          </p:cNvSpPr>
          <p:nvPr>
            <p:ph type="ftr" idx="64"/>
          </p:nvPr>
        </p:nvSpPr>
        <p:spPr>
          <a:xfrm>
            <a:off x="628560" y="4975560"/>
            <a:ext cx="712800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686160">
              <a:lnSpc>
                <a:spcPct val="100000"/>
              </a:lnSpc>
              <a:buNone/>
              <a:tabLst>
                <a:tab pos="0" algn="l"/>
              </a:tabLst>
              <a:def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68616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3.4 Protection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1453" name="Group 23"/>
          <p:cNvGrpSpPr/>
          <p:nvPr/>
        </p:nvGrpSpPr>
        <p:grpSpPr>
          <a:xfrm>
            <a:off x="3996360" y="1495080"/>
            <a:ext cx="3166200" cy="3166200"/>
            <a:chOff x="3996360" y="1495080"/>
            <a:chExt cx="3166200" cy="3166200"/>
          </a:xfrm>
        </p:grpSpPr>
        <p:sp>
          <p:nvSpPr>
            <p:cNvPr id="1454" name="Oval 9"/>
            <p:cNvSpPr/>
            <p:nvPr/>
          </p:nvSpPr>
          <p:spPr>
            <a:xfrm>
              <a:off x="3996360" y="1495080"/>
              <a:ext cx="3166200" cy="3166200"/>
            </a:xfrm>
            <a:prstGeom prst="ellipse">
              <a:avLst/>
            </a:prstGeom>
            <a:solidFill>
              <a:srgbClr val="FFFFB3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DE" sz="1350" b="0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55" name="Oval 8"/>
            <p:cNvSpPr/>
            <p:nvPr/>
          </p:nvSpPr>
          <p:spPr>
            <a:xfrm>
              <a:off x="4428360" y="1971720"/>
              <a:ext cx="2302560" cy="2257920"/>
            </a:xfrm>
            <a:prstGeom prst="ellipse">
              <a:avLst/>
            </a:prstGeom>
            <a:solidFill>
              <a:schemeClr val="bg2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DE" sz="1350" b="0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56" name="Oval 21"/>
            <p:cNvSpPr/>
            <p:nvPr/>
          </p:nvSpPr>
          <p:spPr>
            <a:xfrm>
              <a:off x="4788360" y="2287080"/>
              <a:ext cx="1582200" cy="15822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DE" sz="1350" b="0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57" name="Oval 22"/>
            <p:cNvSpPr/>
            <p:nvPr/>
          </p:nvSpPr>
          <p:spPr>
            <a:xfrm>
              <a:off x="5108400" y="2607120"/>
              <a:ext cx="942840" cy="942840"/>
            </a:xfrm>
            <a:prstGeom prst="ellipse">
              <a:avLst/>
            </a:prstGeom>
            <a:solidFill>
              <a:srgbClr val="E39F9F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DE" sz="1350" b="0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458" name="Inhaltsplatzhalter 7"/>
          <p:cNvSpPr/>
          <p:nvPr/>
        </p:nvSpPr>
        <p:spPr>
          <a:xfrm>
            <a:off x="521640" y="1206720"/>
            <a:ext cx="8297280" cy="370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Smaller ring numbers grant more privileges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Ring 3 is meant for applications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= User Mode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Ring 0 is meant for the OS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= Kernel/Supervisor Mode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459" name="Group 31"/>
          <p:cNvGrpSpPr/>
          <p:nvPr/>
        </p:nvGrpSpPr>
        <p:grpSpPr>
          <a:xfrm>
            <a:off x="4081320" y="2971080"/>
            <a:ext cx="1620000" cy="214200"/>
            <a:chOff x="4081320" y="2971080"/>
            <a:chExt cx="1620000" cy="214200"/>
          </a:xfrm>
        </p:grpSpPr>
        <p:sp>
          <p:nvSpPr>
            <p:cNvPr id="1460" name="Oval 26"/>
            <p:cNvSpPr/>
            <p:nvPr/>
          </p:nvSpPr>
          <p:spPr>
            <a:xfrm>
              <a:off x="5487120" y="2971080"/>
              <a:ext cx="214200" cy="214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686160">
                <a:lnSpc>
                  <a:spcPct val="100000"/>
                </a:lnSpc>
              </a:pPr>
              <a:r>
                <a:rPr lang="en-DE" sz="1350" b="0" u="none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0</a:t>
              </a:r>
              <a:endParaRPr lang="de-DE" sz="135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61" name="Oval 27"/>
            <p:cNvSpPr/>
            <p:nvPr/>
          </p:nvSpPr>
          <p:spPr>
            <a:xfrm>
              <a:off x="4855320" y="2971080"/>
              <a:ext cx="214200" cy="214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686160">
                <a:lnSpc>
                  <a:spcPct val="100000"/>
                </a:lnSpc>
              </a:pPr>
              <a:r>
                <a:rPr lang="en-DE" sz="1350" b="0" u="none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1</a:t>
              </a:r>
              <a:endParaRPr lang="de-DE" sz="135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62" name="Oval 28"/>
            <p:cNvSpPr/>
            <p:nvPr/>
          </p:nvSpPr>
          <p:spPr>
            <a:xfrm>
              <a:off x="4479120" y="2971080"/>
              <a:ext cx="214200" cy="214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686160">
                <a:lnSpc>
                  <a:spcPct val="100000"/>
                </a:lnSpc>
              </a:pPr>
              <a:r>
                <a:rPr lang="en-DE" sz="1350" b="0" u="none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2</a:t>
              </a:r>
              <a:endParaRPr lang="de-DE" sz="135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63" name="Oval 29"/>
            <p:cNvSpPr/>
            <p:nvPr/>
          </p:nvSpPr>
          <p:spPr>
            <a:xfrm>
              <a:off x="4081320" y="2971080"/>
              <a:ext cx="214200" cy="214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686160">
                <a:lnSpc>
                  <a:spcPct val="100000"/>
                </a:lnSpc>
              </a:pPr>
              <a:r>
                <a:rPr lang="en-DE" sz="1350" b="0" u="none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3</a:t>
              </a:r>
              <a:endParaRPr lang="de-DE" sz="135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464" name="TextBox 1"/>
          <p:cNvSpPr/>
          <p:nvPr/>
        </p:nvSpPr>
        <p:spPr>
          <a:xfrm>
            <a:off x="5186160" y="1695240"/>
            <a:ext cx="835200" cy="205200"/>
          </a:xfrm>
          <a:prstGeom prst="rect">
            <a:avLst/>
          </a:prstGeom>
          <a:solidFill>
            <a:srgbClr val="B3B5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686160">
              <a:lnSpc>
                <a:spcPct val="100000"/>
              </a:lnSpc>
            </a:pPr>
            <a:r>
              <a:rPr lang="en-DE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Application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5" name="TextBox 2"/>
          <p:cNvSpPr/>
          <p:nvPr/>
        </p:nvSpPr>
        <p:spPr>
          <a:xfrm>
            <a:off x="5464800" y="2707200"/>
            <a:ext cx="246600" cy="205200"/>
          </a:xfrm>
          <a:prstGeom prst="rect">
            <a:avLst/>
          </a:prstGeom>
          <a:solidFill>
            <a:srgbClr val="B3B5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686160">
              <a:lnSpc>
                <a:spcPct val="100000"/>
              </a:lnSpc>
            </a:pPr>
            <a:r>
              <a:rPr lang="en-DE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OS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9"/>
          </p:nvPr>
        </p:nvSpPr>
        <p:spPr/>
        <p:txBody>
          <a:bodyPr/>
          <a:p>
            <a:fld id="{E908D2DE-8F8B-42EF-A796-61C9DAB5CF18}" type="slidenum">
              <a:t>29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6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880" cy="4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Protection Rings and Gates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467" name="PlaceHolder 2"/>
          <p:cNvSpPr>
            <a:spLocks noGrp="1"/>
          </p:cNvSpPr>
          <p:nvPr>
            <p:ph type="ftr" idx="65"/>
          </p:nvPr>
        </p:nvSpPr>
        <p:spPr>
          <a:xfrm>
            <a:off x="628560" y="4975560"/>
            <a:ext cx="712800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686160">
              <a:lnSpc>
                <a:spcPct val="100000"/>
              </a:lnSpc>
              <a:buNone/>
              <a:tabLst>
                <a:tab pos="0" algn="l"/>
              </a:tabLst>
              <a:def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68616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3.4 Protection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1468" name="Group 23"/>
          <p:cNvGrpSpPr/>
          <p:nvPr/>
        </p:nvGrpSpPr>
        <p:grpSpPr>
          <a:xfrm>
            <a:off x="3996360" y="1495080"/>
            <a:ext cx="3166200" cy="3166200"/>
            <a:chOff x="3996360" y="1495080"/>
            <a:chExt cx="3166200" cy="3166200"/>
          </a:xfrm>
        </p:grpSpPr>
        <p:sp>
          <p:nvSpPr>
            <p:cNvPr id="1469" name="Oval 9"/>
            <p:cNvSpPr/>
            <p:nvPr/>
          </p:nvSpPr>
          <p:spPr>
            <a:xfrm>
              <a:off x="3996360" y="1495080"/>
              <a:ext cx="3166200" cy="3166200"/>
            </a:xfrm>
            <a:prstGeom prst="ellipse">
              <a:avLst/>
            </a:prstGeom>
            <a:solidFill>
              <a:srgbClr val="FFFFB3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DE" sz="1350" b="0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70" name="Oval 8"/>
            <p:cNvSpPr/>
            <p:nvPr/>
          </p:nvSpPr>
          <p:spPr>
            <a:xfrm>
              <a:off x="4428360" y="1971720"/>
              <a:ext cx="2302560" cy="2257920"/>
            </a:xfrm>
            <a:prstGeom prst="ellipse">
              <a:avLst/>
            </a:prstGeom>
            <a:solidFill>
              <a:schemeClr val="bg2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DE" sz="1350" b="0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71" name="Oval 21"/>
            <p:cNvSpPr/>
            <p:nvPr/>
          </p:nvSpPr>
          <p:spPr>
            <a:xfrm>
              <a:off x="4788360" y="2287080"/>
              <a:ext cx="1582200" cy="15822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DE" sz="1350" b="0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72" name="Oval 22"/>
            <p:cNvSpPr/>
            <p:nvPr/>
          </p:nvSpPr>
          <p:spPr>
            <a:xfrm>
              <a:off x="5108400" y="2607120"/>
              <a:ext cx="942840" cy="942840"/>
            </a:xfrm>
            <a:prstGeom prst="ellipse">
              <a:avLst/>
            </a:prstGeom>
            <a:solidFill>
              <a:srgbClr val="E39F9F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DE" sz="1350" b="0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473" name="Inhaltsplatzhalter 7"/>
          <p:cNvSpPr/>
          <p:nvPr/>
        </p:nvSpPr>
        <p:spPr>
          <a:xfrm>
            <a:off x="521640" y="1206720"/>
            <a:ext cx="8297280" cy="370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Accessing memory of an inner ring is forbidden and</a:t>
            </a:r>
            <a:br>
              <a:rPr sz="1600"/>
            </a:b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such accesses are prohibited by the MMU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General Protection Fault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Code of an inner ring can only</a:t>
            </a:r>
            <a:br>
              <a:rPr sz="1600"/>
            </a:b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be </a:t>
            </a: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called via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de-DE" sz="1600" b="1" u="none" strike="noStrike">
                <a:solidFill>
                  <a:srgbClr val="0070C0"/>
                </a:solidFill>
                <a:effectLst/>
                <a:uFillTx/>
                <a:latin typeface="Arial"/>
              </a:rPr>
              <a:t>Gates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Allow direct calls from ring 3</a:t>
            </a:r>
            <a:br>
              <a:rPr sz="1400"/>
            </a:b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 ring 0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Memory accesses and calls</a:t>
            </a:r>
            <a:br>
              <a:rPr sz="1600"/>
            </a:b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 outer rings are always allowed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474" name="Group 31"/>
          <p:cNvGrpSpPr/>
          <p:nvPr/>
        </p:nvGrpSpPr>
        <p:grpSpPr>
          <a:xfrm>
            <a:off x="4081320" y="2971080"/>
            <a:ext cx="1620000" cy="214200"/>
            <a:chOff x="4081320" y="2971080"/>
            <a:chExt cx="1620000" cy="214200"/>
          </a:xfrm>
        </p:grpSpPr>
        <p:sp>
          <p:nvSpPr>
            <p:cNvPr id="1475" name="Oval 26"/>
            <p:cNvSpPr/>
            <p:nvPr/>
          </p:nvSpPr>
          <p:spPr>
            <a:xfrm>
              <a:off x="5487120" y="2971080"/>
              <a:ext cx="214200" cy="214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686160">
                <a:lnSpc>
                  <a:spcPct val="100000"/>
                </a:lnSpc>
              </a:pPr>
              <a:r>
                <a:rPr lang="en-DE" sz="1350" b="0" u="none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0</a:t>
              </a:r>
              <a:endParaRPr lang="de-DE" sz="135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76" name="Oval 27"/>
            <p:cNvSpPr/>
            <p:nvPr/>
          </p:nvSpPr>
          <p:spPr>
            <a:xfrm>
              <a:off x="4855320" y="2971080"/>
              <a:ext cx="214200" cy="214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686160">
                <a:lnSpc>
                  <a:spcPct val="100000"/>
                </a:lnSpc>
              </a:pPr>
              <a:r>
                <a:rPr lang="en-DE" sz="1350" b="0" u="none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1</a:t>
              </a:r>
              <a:endParaRPr lang="de-DE" sz="135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77" name="Oval 28"/>
            <p:cNvSpPr/>
            <p:nvPr/>
          </p:nvSpPr>
          <p:spPr>
            <a:xfrm>
              <a:off x="4479120" y="2971080"/>
              <a:ext cx="214200" cy="214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686160">
                <a:lnSpc>
                  <a:spcPct val="100000"/>
                </a:lnSpc>
              </a:pPr>
              <a:r>
                <a:rPr lang="en-DE" sz="1350" b="0" u="none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2</a:t>
              </a:r>
              <a:endParaRPr lang="de-DE" sz="135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78" name="Oval 29"/>
            <p:cNvSpPr/>
            <p:nvPr/>
          </p:nvSpPr>
          <p:spPr>
            <a:xfrm>
              <a:off x="4081320" y="2971080"/>
              <a:ext cx="214200" cy="214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686160">
                <a:lnSpc>
                  <a:spcPct val="100000"/>
                </a:lnSpc>
              </a:pPr>
              <a:r>
                <a:rPr lang="en-DE" sz="1350" b="0" u="none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3</a:t>
              </a:r>
              <a:endParaRPr lang="de-DE" sz="135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479" name="Circular Arrow 5"/>
          <p:cNvSpPr/>
          <p:nvPr/>
        </p:nvSpPr>
        <p:spPr>
          <a:xfrm rot="8845200">
            <a:off x="5619960" y="2278440"/>
            <a:ext cx="1366200" cy="1150200"/>
          </a:xfrm>
          <a:prstGeom prst="circularArrow">
            <a:avLst>
              <a:gd name="adj1" fmla="val 8530"/>
              <a:gd name="adj2" fmla="val 934561"/>
              <a:gd name="adj3" fmla="val 20796558"/>
              <a:gd name="adj4" fmla="val 11575910"/>
              <a:gd name="adj5" fmla="val 9938"/>
            </a:avLst>
          </a:prstGeom>
          <a:solidFill>
            <a:srgbClr val="00FA00"/>
          </a:solidFill>
          <a:ln w="9525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480" name="Block Arc 3"/>
          <p:cNvSpPr/>
          <p:nvPr/>
        </p:nvSpPr>
        <p:spPr>
          <a:xfrm>
            <a:off x="5815080" y="2771280"/>
            <a:ext cx="1203480" cy="558000"/>
          </a:xfrm>
          <a:prstGeom prst="blockArc">
            <a:avLst>
              <a:gd name="adj1" fmla="val 10768193"/>
              <a:gd name="adj2" fmla="val 21482835"/>
              <a:gd name="adj3" fmla="val 19968"/>
            </a:avLst>
          </a:prstGeom>
          <a:solidFill>
            <a:srgbClr val="B3B5FF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cxnSp>
        <p:nvCxnSpPr>
          <p:cNvPr id="1481" name="Straight Connector 10"/>
          <p:cNvCxnSpPr/>
          <p:nvPr/>
        </p:nvCxnSpPr>
        <p:spPr>
          <a:xfrm flipV="1">
            <a:off x="6444000" y="1476720"/>
            <a:ext cx="361800" cy="1379160"/>
          </a:xfrm>
          <a:prstGeom prst="straightConnector1">
            <a:avLst/>
          </a:prstGeom>
          <a:ln w="12700">
            <a:solidFill>
              <a:srgbClr val="000000"/>
            </a:solidFill>
            <a:round/>
          </a:ln>
        </p:spPr>
      </p:cxnSp>
      <p:sp>
        <p:nvSpPr>
          <p:cNvPr id="1482" name="TextBox 14"/>
          <p:cNvSpPr/>
          <p:nvPr/>
        </p:nvSpPr>
        <p:spPr>
          <a:xfrm>
            <a:off x="6800040" y="1324800"/>
            <a:ext cx="558000" cy="29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686160">
              <a:lnSpc>
                <a:spcPct val="100000"/>
              </a:lnSpc>
            </a:pPr>
            <a:r>
              <a:rPr lang="en-DE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Gate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3" name="Right Arrow 15"/>
          <p:cNvSpPr/>
          <p:nvPr/>
        </p:nvSpPr>
        <p:spPr>
          <a:xfrm rot="6903600">
            <a:off x="4748760" y="3717720"/>
            <a:ext cx="1086480" cy="23544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FA00"/>
          </a:solidFill>
          <a:ln w="9525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DE" sz="135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9"/>
          </p:nvPr>
        </p:nvSpPr>
        <p:spPr/>
        <p:txBody>
          <a:bodyPr/>
          <a:p>
            <a:fld id="{079B8076-65C6-44D5-BE67-78242BD15C67}" type="slidenum">
              <a:t>30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4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880" cy="4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Segment Descriptors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485" name="PlaceHolder 2"/>
          <p:cNvSpPr>
            <a:spLocks noGrp="1"/>
          </p:cNvSpPr>
          <p:nvPr>
            <p:ph type="ftr" idx="66"/>
          </p:nvPr>
        </p:nvSpPr>
        <p:spPr>
          <a:xfrm>
            <a:off x="628560" y="4975560"/>
            <a:ext cx="712800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686160">
              <a:lnSpc>
                <a:spcPct val="100000"/>
              </a:lnSpc>
              <a:buNone/>
              <a:tabLst>
                <a:tab pos="0" algn="l"/>
              </a:tabLst>
              <a:def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68616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3.4 Protection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6" name="Inhaltsplatzhalter 7"/>
          <p:cNvSpPr/>
          <p:nvPr/>
        </p:nvSpPr>
        <p:spPr>
          <a:xfrm>
            <a:off x="521640" y="1206720"/>
            <a:ext cx="8297280" cy="370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Are entries in the Global Descriptor Table (GDT) and allow code protection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(IA-32: additional protection via limit (= end of segment))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8 byte per entry (Exception: system segments use 16 byte in x86_64)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87" name="Picture 1"/>
          <p:cNvPicPr/>
          <p:nvPr/>
        </p:nvPicPr>
        <p:blipFill>
          <a:blip r:embed="rId1"/>
          <a:stretch/>
        </p:blipFill>
        <p:spPr>
          <a:xfrm>
            <a:off x="1619640" y="2228760"/>
            <a:ext cx="6546600" cy="264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88" name="TextBox 2"/>
          <p:cNvSpPr/>
          <p:nvPr/>
        </p:nvSpPr>
        <p:spPr>
          <a:xfrm>
            <a:off x="2803320" y="4936320"/>
            <a:ext cx="45752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686160">
              <a:lnSpc>
                <a:spcPct val="100000"/>
              </a:lnSpc>
            </a:pPr>
            <a:r>
              <a:rPr lang="en-GB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Picture: Volkmar Sieh / Daniel Lohmann, University Erlangen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9" name="Rectangle 4"/>
          <p:cNvSpPr/>
          <p:nvPr/>
        </p:nvSpPr>
        <p:spPr>
          <a:xfrm>
            <a:off x="7281360" y="4447080"/>
            <a:ext cx="1105200" cy="35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DE" sz="135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490" name="Rectangular Callout 3"/>
          <p:cNvSpPr/>
          <p:nvPr/>
        </p:nvSpPr>
        <p:spPr>
          <a:xfrm>
            <a:off x="6448680" y="2791080"/>
            <a:ext cx="1793880" cy="1078200"/>
          </a:xfrm>
          <a:prstGeom prst="wedgeRectCallout">
            <a:avLst>
              <a:gd name="adj1" fmla="val -27997"/>
              <a:gd name="adj2" fmla="val 38719"/>
            </a:avLst>
          </a:prstGeom>
          <a:solidFill>
            <a:schemeClr val="bg1"/>
          </a:solidFill>
          <a:ln>
            <a:solidFill>
              <a:srgbClr val="59595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pPr algn="ctr" defTabSz="686160">
              <a:lnSpc>
                <a:spcPct val="100000"/>
              </a:lnSpc>
            </a:pPr>
            <a:r>
              <a:rPr lang="de-DE" sz="14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TYPE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686160">
              <a:lnSpc>
                <a:spcPct val="100000"/>
              </a:lnSpc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Code/Data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686160">
              <a:lnSpc>
                <a:spcPct val="100000"/>
              </a:lnSpc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Read/Write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686160">
              <a:lnSpc>
                <a:spcPct val="100000"/>
              </a:lnSpc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Non-/Conforming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1" name="Rectangular Callout 5"/>
          <p:cNvSpPr/>
          <p:nvPr/>
        </p:nvSpPr>
        <p:spPr>
          <a:xfrm>
            <a:off x="126000" y="4011120"/>
            <a:ext cx="1347840" cy="754560"/>
          </a:xfrm>
          <a:prstGeom prst="wedgeRectCallout">
            <a:avLst>
              <a:gd name="adj1" fmla="val -27997"/>
              <a:gd name="adj2" fmla="val 38719"/>
            </a:avLst>
          </a:prstGeom>
          <a:solidFill>
            <a:schemeClr val="bg1"/>
          </a:solidFill>
          <a:ln>
            <a:solidFill>
              <a:srgbClr val="59595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pPr algn="ctr" defTabSz="686160">
              <a:lnSpc>
                <a:spcPct val="100000"/>
              </a:lnSpc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System Segments</a:t>
            </a:r>
            <a:br>
              <a:rPr sz="1200"/>
            </a:b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(Call-Gate, Task </a:t>
            </a:r>
            <a:br>
              <a:rPr sz="1200"/>
            </a:b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State Segment)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9"/>
          </p:nvPr>
        </p:nvSpPr>
        <p:spPr/>
        <p:txBody>
          <a:bodyPr/>
          <a:p>
            <a:fld id="{C9F5CA06-3BB7-480F-AB88-56398322E5E2}" type="slidenum">
              <a:t>31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2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880" cy="4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Flat Memory Model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493" name="PlaceHolder 2"/>
          <p:cNvSpPr>
            <a:spLocks noGrp="1"/>
          </p:cNvSpPr>
          <p:nvPr>
            <p:ph type="ftr" idx="67"/>
          </p:nvPr>
        </p:nvSpPr>
        <p:spPr>
          <a:xfrm>
            <a:off x="628560" y="4975560"/>
            <a:ext cx="712800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686160">
              <a:lnSpc>
                <a:spcPct val="100000"/>
              </a:lnSpc>
              <a:buNone/>
              <a:tabLst>
                <a:tab pos="0" algn="l"/>
              </a:tabLst>
              <a:def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68616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3.4 Protection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4" name="TextBox 2"/>
          <p:cNvSpPr/>
          <p:nvPr/>
        </p:nvSpPr>
        <p:spPr>
          <a:xfrm>
            <a:off x="3523320" y="4936320"/>
            <a:ext cx="45752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686160">
              <a:lnSpc>
                <a:spcPct val="100000"/>
              </a:lnSpc>
            </a:pPr>
            <a:r>
              <a:rPr lang="en-GB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Picture: Horst Schirmeier, TU Dresden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495" name="Group 8"/>
          <p:cNvGrpSpPr/>
          <p:nvPr/>
        </p:nvGrpSpPr>
        <p:grpSpPr>
          <a:xfrm>
            <a:off x="1403640" y="2286720"/>
            <a:ext cx="6476760" cy="1663200"/>
            <a:chOff x="1403640" y="2286720"/>
            <a:chExt cx="6476760" cy="1663200"/>
          </a:xfrm>
        </p:grpSpPr>
        <p:pic>
          <p:nvPicPr>
            <p:cNvPr id="1496" name="Picture 5"/>
            <p:cNvPicPr/>
            <p:nvPr/>
          </p:nvPicPr>
          <p:blipFill>
            <a:blip r:embed="rId1"/>
            <a:stretch/>
          </p:blipFill>
          <p:spPr>
            <a:xfrm>
              <a:off x="1619640" y="2329920"/>
              <a:ext cx="6260760" cy="162000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497" name="Rectangle 7"/>
            <p:cNvSpPr/>
            <p:nvPr/>
          </p:nvSpPr>
          <p:spPr>
            <a:xfrm>
              <a:off x="1403640" y="2286720"/>
              <a:ext cx="4966920" cy="3290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DE" sz="1350" b="0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498" name="Inhaltsplatzhalter 7"/>
          <p:cNvSpPr/>
          <p:nvPr/>
        </p:nvSpPr>
        <p:spPr>
          <a:xfrm>
            <a:off x="521640" y="1206720"/>
            <a:ext cx="8297280" cy="370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Most 32-bit PC operating systems have not used segmentation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32-bit effective address = linear address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 Long Mode (64 bit) the segment base address is </a:t>
            </a:r>
            <a:r>
              <a:rPr lang="de-DE" sz="1600" b="0" u="sng" strike="noStrike">
                <a:solidFill>
                  <a:schemeClr val="dk1"/>
                </a:solidFill>
                <a:effectLst/>
                <a:uFillTx/>
                <a:latin typeface="Arial"/>
              </a:rPr>
              <a:t>ignored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by the processor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Protection via Paging: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Each process only sees its own </a:t>
            </a:r>
            <a:r>
              <a:rPr lang="de-DE" sz="16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virtual address space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Page level access control (see next slides)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9"/>
          </p:nvPr>
        </p:nvSpPr>
        <p:spPr/>
        <p:txBody>
          <a:bodyPr/>
          <a:p>
            <a:fld id="{15C94AB0-A75D-4C9C-A5DD-D60DBDE55A48}" type="slidenum">
              <a:t>32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9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880" cy="4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Page Table Entry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500" name="PlaceHolder 2"/>
          <p:cNvSpPr>
            <a:spLocks noGrp="1"/>
          </p:cNvSpPr>
          <p:nvPr>
            <p:ph type="ftr" idx="68"/>
          </p:nvPr>
        </p:nvSpPr>
        <p:spPr>
          <a:xfrm>
            <a:off x="628560" y="4975560"/>
            <a:ext cx="712800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686160">
              <a:lnSpc>
                <a:spcPct val="100000"/>
              </a:lnSpc>
              <a:buNone/>
              <a:tabLst>
                <a:tab pos="0" algn="l"/>
              </a:tabLst>
              <a:def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68616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3.4 Protection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1" name="TextBox 2"/>
          <p:cNvSpPr/>
          <p:nvPr/>
        </p:nvSpPr>
        <p:spPr>
          <a:xfrm>
            <a:off x="3523320" y="4936320"/>
            <a:ext cx="45752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686160">
              <a:lnSpc>
                <a:spcPct val="100000"/>
              </a:lnSpc>
            </a:pPr>
            <a:r>
              <a:rPr lang="en-GB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Picture: Horst Schirmeier, TU Dresden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2" name="Inhaltsplatzhalter 7"/>
          <p:cNvSpPr/>
          <p:nvPr/>
        </p:nvSpPr>
        <p:spPr>
          <a:xfrm>
            <a:off x="521640" y="1206720"/>
            <a:ext cx="8297280" cy="370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Flags are settable on all levels of the page table hierarchy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Protection bits: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R/W = Read/Write → Protection agains write accesses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NX = No eXecute → Do not execute code inside data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U/S = User/Supervisor → Access allowed for all or only in ring 0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Available = AVL = These bits are free to use by the operating system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03" name="Picture 1"/>
          <p:cNvPicPr/>
          <p:nvPr/>
        </p:nvPicPr>
        <p:blipFill>
          <a:blip r:embed="rId1"/>
          <a:stretch/>
        </p:blipFill>
        <p:spPr>
          <a:xfrm>
            <a:off x="1512720" y="2863080"/>
            <a:ext cx="6116760" cy="1285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39"/>
          </p:nvPr>
        </p:nvSpPr>
        <p:spPr/>
        <p:txBody>
          <a:bodyPr/>
          <a:p>
            <a:fld id="{1F6BD40A-3406-4E6A-98B8-596054B3D1D0}" type="slidenum">
              <a:t>33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4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880" cy="4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x86_64: Summary - Protection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505" name="PlaceHolder 2"/>
          <p:cNvSpPr>
            <a:spLocks noGrp="1"/>
          </p:cNvSpPr>
          <p:nvPr>
            <p:ph type="ftr" idx="69"/>
          </p:nvPr>
        </p:nvSpPr>
        <p:spPr>
          <a:xfrm>
            <a:off x="628560" y="4975560"/>
            <a:ext cx="712800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686160">
              <a:lnSpc>
                <a:spcPct val="100000"/>
              </a:lnSpc>
              <a:buNone/>
              <a:tabLst>
                <a:tab pos="0" algn="l"/>
              </a:tabLst>
              <a:def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68616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3.4 Protection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6" name="Inhaltsplatzhalter 7"/>
          <p:cNvSpPr/>
          <p:nvPr/>
        </p:nvSpPr>
        <p:spPr>
          <a:xfrm>
            <a:off x="521640" y="1206720"/>
            <a:ext cx="8297280" cy="370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Modern 64-bit operating systems only need the followin GDT entries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One data segment descriptor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Two code segment descriptors (one with DPL = 0 and one with DPL = 3)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Protection is enforced via Paging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Protection bits (NX, U/S, R/W)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Page Tables: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8200" lvl="2" indent="-26676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Which pages are present/accessible?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9"/>
          </p:nvPr>
        </p:nvSpPr>
        <p:spPr/>
        <p:txBody>
          <a:bodyPr/>
          <a:p>
            <a:fld id="{0345FB5F-78C6-45C5-8257-E7D9786BE746}" type="slidenum">
              <a:t>34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7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880" cy="4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Preview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508" name="PlaceHolder 2"/>
          <p:cNvSpPr>
            <a:spLocks noGrp="1"/>
          </p:cNvSpPr>
          <p:nvPr>
            <p:ph type="ftr" idx="70"/>
          </p:nvPr>
        </p:nvSpPr>
        <p:spPr>
          <a:xfrm>
            <a:off x="628560" y="4975560"/>
            <a:ext cx="712800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686160">
              <a:lnSpc>
                <a:spcPct val="100000"/>
              </a:lnSpc>
              <a:buNone/>
              <a:tabLst>
                <a:tab pos="0" algn="l"/>
              </a:tabLst>
              <a:def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68616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 Programming model of the x86_64 processor architecture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9" name="PlaceHolder 3"/>
          <p:cNvSpPr>
            <a:spLocks noGrp="1"/>
          </p:cNvSpPr>
          <p:nvPr>
            <p:ph/>
          </p:nvPr>
        </p:nvSpPr>
        <p:spPr>
          <a:xfrm>
            <a:off x="521640" y="1206720"/>
            <a:ext cx="8094600" cy="370620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History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x86 programming model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Address translation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Protection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Tasks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Summary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510" name="Rounded Rectangle 1"/>
          <p:cNvSpPr/>
          <p:nvPr/>
        </p:nvSpPr>
        <p:spPr>
          <a:xfrm>
            <a:off x="372960" y="3522240"/>
            <a:ext cx="3261240" cy="419040"/>
          </a:xfrm>
          <a:prstGeom prst="roundRect">
            <a:avLst>
              <a:gd name="adj" fmla="val 16667"/>
            </a:avLst>
          </a:prstGeom>
          <a:noFill/>
          <a:ln w="25400">
            <a:solidFill>
              <a:srgbClr val="FE1001"/>
            </a:solidFill>
          </a:ln>
          <a:effectLst>
            <a:outerShdw algn="tl" blurRad="38160" dir="2700000" dist="12218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35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9"/>
          </p:nvPr>
        </p:nvSpPr>
        <p:spPr/>
        <p:txBody>
          <a:bodyPr/>
          <a:p>
            <a:fld id="{B3C0EBEA-52EB-4CF0-999C-1823E15DB62A}" type="slidenum">
              <a:t>35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1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880" cy="4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IA-32: HW Support for Multitasking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512" name="Inhaltsplatzhalter 7"/>
          <p:cNvSpPr/>
          <p:nvPr/>
        </p:nvSpPr>
        <p:spPr>
          <a:xfrm>
            <a:off x="521640" y="1206720"/>
            <a:ext cx="8297280" cy="370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State of a task is stored in a </a:t>
            </a:r>
            <a:r>
              <a:rPr lang="de-DE" sz="16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Task State Segment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(TSS)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Stores all registers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Stack pointer for each ring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CR3 register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I/O permission bitmap (see next slides)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Current TSS determined by </a:t>
            </a:r>
            <a:r>
              <a:rPr lang="de-DE" sz="16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Task Register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(TR) of a CPU core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Each core has its own TR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Task switch with hardware support via a </a:t>
            </a:r>
            <a:r>
              <a:rPr lang="de-DE" sz="16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Task Gate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Not used in most operating systems and instead implemented in software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3" name="PlaceHolder 11"/>
          <p:cNvSpPr/>
          <p:nvPr/>
        </p:nvSpPr>
        <p:spPr>
          <a:xfrm>
            <a:off x="628560" y="4975560"/>
            <a:ext cx="7128000" cy="14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3.5 Tasks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39"/>
          </p:nvPr>
        </p:nvSpPr>
        <p:spPr/>
        <p:txBody>
          <a:bodyPr/>
          <a:p>
            <a:fld id="{EE872D97-796F-4D6E-9ED4-B2072F434538}" type="slidenum">
              <a:t>36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4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880" cy="4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Long Mode: Multitasking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515" name="Inhaltsplatzhalter 7"/>
          <p:cNvSpPr/>
          <p:nvPr/>
        </p:nvSpPr>
        <p:spPr>
          <a:xfrm>
            <a:off x="521640" y="1206720"/>
            <a:ext cx="8297280" cy="370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No HW support for task switching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TSS existent, but only stores: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Stack pointer per ring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IST = </a:t>
            </a:r>
            <a:r>
              <a:rPr lang="de-DE" sz="14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Interrupt Stack Table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I/O permission bitmap (see next slide)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IST allows separate stacks for interrupt handlers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IST number can be specified in entries inside the</a:t>
            </a:r>
            <a:br>
              <a:rPr sz="1400"/>
            </a:b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Interrupt-Descriptor Table (IDT)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16" name="Picture 2"/>
          <p:cNvPicPr/>
          <p:nvPr/>
        </p:nvPicPr>
        <p:blipFill>
          <a:blip r:embed="rId1"/>
          <a:stretch/>
        </p:blipFill>
        <p:spPr>
          <a:xfrm>
            <a:off x="5652000" y="1278720"/>
            <a:ext cx="3046680" cy="3268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17" name="TextBox 8"/>
          <p:cNvSpPr/>
          <p:nvPr/>
        </p:nvSpPr>
        <p:spPr>
          <a:xfrm>
            <a:off x="3523680" y="4936680"/>
            <a:ext cx="45752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686160">
              <a:lnSpc>
                <a:spcPct val="100000"/>
              </a:lnSpc>
            </a:pPr>
            <a:r>
              <a:rPr lang="en-GB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Picture: Horst Schirmeier, TU Dresden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8" name="PlaceHolder 12"/>
          <p:cNvSpPr/>
          <p:nvPr/>
        </p:nvSpPr>
        <p:spPr>
          <a:xfrm>
            <a:off x="628560" y="4975560"/>
            <a:ext cx="7128000" cy="14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3.5 Tasks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39"/>
          </p:nvPr>
        </p:nvSpPr>
        <p:spPr/>
        <p:txBody>
          <a:bodyPr/>
          <a:p>
            <a:fld id="{420453CA-DDB5-4EAD-B131-5CE21CCB49B2}" type="slidenum">
              <a:t>37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9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880" cy="4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Long Mode: I/O Permission Bitmap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520" name="Inhaltsplatzhalter 7"/>
          <p:cNvSpPr/>
          <p:nvPr/>
        </p:nvSpPr>
        <p:spPr>
          <a:xfrm>
            <a:off x="521640" y="1206720"/>
            <a:ext cx="8297280" cy="370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Access protection for I/O-ports (only little relevance nowadays)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I/O privilege level (IOPL) represented by two bits inside the RFLAGS register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Port access is granted if CPL ≤ IOPL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Otherwise, the I/O permission bitmap is used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8200" lvl="2" indent="-26676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One bit for each port; if a bit is set, access is denied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Access protection for memory mapped I/O via page tables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21" name="Picture 1"/>
          <p:cNvPicPr/>
          <p:nvPr/>
        </p:nvPicPr>
        <p:blipFill>
          <a:blip r:embed="rId1"/>
          <a:srcRect l="0" t="0" r="570" b="0"/>
          <a:stretch/>
        </p:blipFill>
        <p:spPr>
          <a:xfrm>
            <a:off x="1504800" y="2910600"/>
            <a:ext cx="6081840" cy="176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22" name="Rectangle 3"/>
          <p:cNvSpPr/>
          <p:nvPr/>
        </p:nvSpPr>
        <p:spPr>
          <a:xfrm>
            <a:off x="7209360" y="4375080"/>
            <a:ext cx="529200" cy="3283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DE" sz="135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523" name="Rectangle 4"/>
          <p:cNvSpPr/>
          <p:nvPr/>
        </p:nvSpPr>
        <p:spPr>
          <a:xfrm>
            <a:off x="1440000" y="4284000"/>
            <a:ext cx="1870560" cy="46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DE" sz="135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524" name="TextBox 10"/>
          <p:cNvSpPr/>
          <p:nvPr/>
        </p:nvSpPr>
        <p:spPr>
          <a:xfrm>
            <a:off x="3523680" y="4936680"/>
            <a:ext cx="45752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686160">
              <a:lnSpc>
                <a:spcPct val="100000"/>
              </a:lnSpc>
            </a:pPr>
            <a:r>
              <a:rPr lang="en-GB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Picture: Horst Schirmeier, TU Dresden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5" name="PlaceHolder 13"/>
          <p:cNvSpPr/>
          <p:nvPr/>
        </p:nvSpPr>
        <p:spPr>
          <a:xfrm>
            <a:off x="628560" y="4975560"/>
            <a:ext cx="7128000" cy="14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3.5 Tasks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39"/>
          </p:nvPr>
        </p:nvSpPr>
        <p:spPr/>
        <p:txBody>
          <a:bodyPr/>
          <a:p>
            <a:fld id="{A401BE35-089C-4653-B2AE-AADEBA488921}" type="slidenum">
              <a:t>38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6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880" cy="4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Preview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527" name="PlaceHolder 2"/>
          <p:cNvSpPr>
            <a:spLocks noGrp="1"/>
          </p:cNvSpPr>
          <p:nvPr>
            <p:ph type="ftr" idx="71"/>
          </p:nvPr>
        </p:nvSpPr>
        <p:spPr>
          <a:xfrm>
            <a:off x="628560" y="4975560"/>
            <a:ext cx="7128000" cy="14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686160">
              <a:lnSpc>
                <a:spcPct val="100000"/>
              </a:lnSpc>
              <a:buNone/>
              <a:tabLst>
                <a:tab pos="0" algn="l"/>
              </a:tabLst>
              <a:def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68616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 Programming model of the x86_64 processor architecture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8" name="PlaceHolder 3"/>
          <p:cNvSpPr>
            <a:spLocks noGrp="1"/>
          </p:cNvSpPr>
          <p:nvPr>
            <p:ph/>
          </p:nvPr>
        </p:nvSpPr>
        <p:spPr>
          <a:xfrm>
            <a:off x="521640" y="1206720"/>
            <a:ext cx="8094600" cy="370620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History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x86 programming model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Address translation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Protection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Tasks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Summary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529" name="Rounded Rectangle 1"/>
          <p:cNvSpPr/>
          <p:nvPr/>
        </p:nvSpPr>
        <p:spPr>
          <a:xfrm>
            <a:off x="372960" y="4098600"/>
            <a:ext cx="3261240" cy="419040"/>
          </a:xfrm>
          <a:prstGeom prst="roundRect">
            <a:avLst>
              <a:gd name="adj" fmla="val 16667"/>
            </a:avLst>
          </a:prstGeom>
          <a:noFill/>
          <a:ln w="25400">
            <a:solidFill>
              <a:srgbClr val="FE1001"/>
            </a:solidFill>
          </a:ln>
          <a:effectLst>
            <a:outerShdw algn="tl" blurRad="38160" dir="2700000" dist="12218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35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9"/>
          </p:nvPr>
        </p:nvSpPr>
        <p:spPr/>
        <p:txBody>
          <a:bodyPr/>
          <a:p>
            <a:fld id="{BBA6B87C-2CC5-4711-9EED-656622789CC3}" type="slidenum">
              <a:t>39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0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880" cy="4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Summary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531" name="Inhaltsplatzhalter 7"/>
          <p:cNvSpPr/>
          <p:nvPr/>
        </p:nvSpPr>
        <p:spPr>
          <a:xfrm>
            <a:off x="521640" y="1206720"/>
            <a:ext cx="8297280" cy="370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x86-64 architecture is highly complex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Virtual memory with four or five level paging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Page based memory protection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I/O-port access protection per task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Can execute 16-bit code in IA-32 Protected Mode or 32-bit code in Long Mode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Rarely used features were removed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Segmentation (mostly)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Hardware support for task switching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Still backwards compatible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Processor and cores still start up in Real Mode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2" name="Rectangle 3"/>
          <p:cNvSpPr/>
          <p:nvPr/>
        </p:nvSpPr>
        <p:spPr>
          <a:xfrm>
            <a:off x="7353360" y="4375080"/>
            <a:ext cx="529200" cy="3283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DE" sz="135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533" name="PlaceHolder 14"/>
          <p:cNvSpPr/>
          <p:nvPr/>
        </p:nvSpPr>
        <p:spPr>
          <a:xfrm>
            <a:off x="628560" y="4975560"/>
            <a:ext cx="7128000" cy="14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3.6 Summary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39"/>
          </p:nvPr>
        </p:nvSpPr>
        <p:spPr/>
        <p:txBody>
          <a:bodyPr/>
          <a:p>
            <a:fld id="{3823B8FE-8431-4DAE-A90B-CC69B2DCC227}" type="slidenum">
              <a:t>40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4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4880" cy="45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More Features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535" name="Inhaltsplatzhalter 7"/>
          <p:cNvSpPr/>
          <p:nvPr/>
        </p:nvSpPr>
        <p:spPr>
          <a:xfrm>
            <a:off x="521640" y="1206720"/>
            <a:ext cx="8297280" cy="370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Virtualization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Virtual 8086 Mode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8200" lvl="2" indent="-26676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16-bit application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Intel-VT, AMD-V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8200" lvl="2" indent="-26676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HW support for VMware, VirtualBox, etc.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8200" lvl="2" indent="-26676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Hypervisor runs in ring -1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AVX: Advanced Vector Extensions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TSX: Transactional Synchronozation Extensions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Hybrid Cores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6" name="Rectangle 3"/>
          <p:cNvSpPr/>
          <p:nvPr/>
        </p:nvSpPr>
        <p:spPr>
          <a:xfrm>
            <a:off x="7353360" y="4375080"/>
            <a:ext cx="529200" cy="3283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DE" sz="135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537" name="PlaceHolder 15"/>
          <p:cNvSpPr/>
          <p:nvPr/>
        </p:nvSpPr>
        <p:spPr>
          <a:xfrm>
            <a:off x="628560" y="4975560"/>
            <a:ext cx="7128000" cy="14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3.6 Summary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39"/>
          </p:nvPr>
        </p:nvSpPr>
        <p:spPr/>
        <p:txBody>
          <a:bodyPr/>
          <a:p>
            <a:fld id="{81F74CEA-4870-42F4-8E6C-44FB911E8326}" type="slidenum">
              <a:t>41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HHU_PPT_Vorlage">
  <a:themeElements>
    <a:clrScheme name="HHU">
      <a:dk1>
        <a:srgbClr val="000000"/>
      </a:dk1>
      <a:lt1>
        <a:srgbClr val="FFFFFF"/>
      </a:lt1>
      <a:dk2>
        <a:srgbClr val="006AB3"/>
      </a:dk2>
      <a:lt2>
        <a:srgbClr val="CCCCCC"/>
      </a:lt2>
      <a:accent1>
        <a:srgbClr val="003964"/>
      </a:accent1>
      <a:accent2>
        <a:srgbClr val="57BAB1"/>
      </a:accent2>
      <a:accent3>
        <a:srgbClr val="EE7F00"/>
      </a:accent3>
      <a:accent4>
        <a:srgbClr val="BE0A26"/>
      </a:accent4>
      <a:accent5>
        <a:srgbClr val="8CB110"/>
      </a:accent5>
      <a:accent6>
        <a:srgbClr val="B5CBD6"/>
      </a:accent6>
      <a:hlink>
        <a:srgbClr val="AEABAB"/>
      </a:hlink>
      <a:folHlink>
        <a:srgbClr val="D0CECE"/>
      </a:folHlink>
    </a:clrScheme>
    <a:fontScheme name="HHU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HHU_PPT_Vorlage">
  <a:themeElements>
    <a:clrScheme name="HHU">
      <a:dk1>
        <a:srgbClr val="000000"/>
      </a:dk1>
      <a:lt1>
        <a:srgbClr val="FFFFFF"/>
      </a:lt1>
      <a:dk2>
        <a:srgbClr val="006AB3"/>
      </a:dk2>
      <a:lt2>
        <a:srgbClr val="CCCCCC"/>
      </a:lt2>
      <a:accent1>
        <a:srgbClr val="003964"/>
      </a:accent1>
      <a:accent2>
        <a:srgbClr val="57BAB1"/>
      </a:accent2>
      <a:accent3>
        <a:srgbClr val="EE7F00"/>
      </a:accent3>
      <a:accent4>
        <a:srgbClr val="BE0A26"/>
      </a:accent4>
      <a:accent5>
        <a:srgbClr val="8CB110"/>
      </a:accent5>
      <a:accent6>
        <a:srgbClr val="B5CBD6"/>
      </a:accent6>
      <a:hlink>
        <a:srgbClr val="AEABAB"/>
      </a:hlink>
      <a:folHlink>
        <a:srgbClr val="D0CECE"/>
      </a:folHlink>
    </a:clrScheme>
    <a:fontScheme name="HHU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1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HHU_PPT_Vorlage</Template>
  <TotalTime>31443</TotalTime>
  <Application>LibreOffice/26.2.4.2$Linux_X86_64 LibreOffice_project/df4f15f06f7b375c1d16aa35fba92d50b262cd01</Application>
  <AppVersion>15.0000</AppVersion>
  <Words>2065</Words>
  <Paragraphs>464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2020-08-15T15:36:48Z</dcterms:created>
  <dc:creator>Microsoft Office User</dc:creator>
  <dc:description/>
  <dc:language>de-DE</dc:language>
  <cp:lastModifiedBy/>
  <cp:lastPrinted>2026-07-06T13:14:08Z</cp:lastPrinted>
  <dcterms:modified xsi:type="dcterms:W3CDTF">2026-07-06T13:35:34Z</dcterms:modified>
  <cp:revision>1345</cp:revision>
  <dc:subject/>
  <dc:title>Lorem ipsum  dolor sit amet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41</vt:i4>
  </property>
  <property fmtid="{D5CDD505-2E9C-101B-9397-08002B2CF9AE}" pid="3" name="PresentationFormat">
    <vt:lpwstr>Custom</vt:lpwstr>
  </property>
  <property fmtid="{D5CDD505-2E9C-101B-9397-08002B2CF9AE}" pid="4" name="Slides">
    <vt:i4>41</vt:i4>
  </property>
</Properties>
</file>