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PlaceHolder 4"/>
          <p:cNvSpPr>
            <a:spLocks noGrp="1"/>
          </p:cNvSpPr>
          <p:nvPr>
            <p:ph type="dt" idx="5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5"/>
          <p:cNvSpPr>
            <a:spLocks noGrp="1"/>
          </p:cNvSpPr>
          <p:nvPr>
            <p:ph type="ftr" idx="5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6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D93AA4F-57E1-4106-B946-0243683524C0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4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7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0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3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6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9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2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9200" cy="3085560"/>
          </a:xfrm>
          <a:prstGeom prst="rect">
            <a:avLst/>
          </a:prstGeom>
          <a:ln w="0">
            <a:noFill/>
          </a:ln>
        </p:spPr>
      </p:sp>
      <p:sp>
        <p:nvSpPr>
          <p:cNvPr id="1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7280" cy="3491640"/>
          </a:xfrm>
          <a:custGeom>
            <a:avLst/>
            <a:gdLst>
              <a:gd name="textAreaLeft" fmla="*/ 0 w 3167280"/>
              <a:gd name="textAreaRight" fmla="*/ 3168000 w 3167280"/>
              <a:gd name="textAreaTop" fmla="*/ 0 h 3491640"/>
              <a:gd name="textAreaBottom" fmla="*/ 3492360 h 349164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400280" cy="106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7480" cy="582840"/>
            <a:chOff x="522720" y="385200"/>
            <a:chExt cx="1527480" cy="58284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61280" cy="14256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2560"/>
                <a:gd name="textAreaBottom" fmla="*/ 143280 h 14256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3840" cy="39672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396720"/>
                <a:gd name="textAreaBottom" fmla="*/ 397440 h 39672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6680" cy="27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8880" cy="298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7280" cy="3491640"/>
          </a:xfrm>
          <a:custGeom>
            <a:avLst/>
            <a:gdLst>
              <a:gd name="textAreaLeft" fmla="*/ 0 w 3167280"/>
              <a:gd name="textAreaRight" fmla="*/ 3168000 w 3167280"/>
              <a:gd name="textAreaTop" fmla="*/ 0 h 3491640"/>
              <a:gd name="textAreaBottom" fmla="*/ 3492360 h 349164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6680" cy="27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899440"/>
            <a:ext cx="6399000" cy="54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7480" cy="582840"/>
            <a:chOff x="522720" y="385200"/>
            <a:chExt cx="1527480" cy="58284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61280" cy="14256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2560"/>
                <a:gd name="textAreaBottom" fmla="*/ 143280 h 14256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3840" cy="39672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396720"/>
                <a:gd name="textAreaBottom" fmla="*/ 397440 h 39672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6680" cy="27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6399000" cy="110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7480" cy="582840"/>
            <a:chOff x="522720" y="385200"/>
            <a:chExt cx="1527480" cy="58284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61280" cy="14256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2560"/>
                <a:gd name="textAreaBottom" fmla="*/ 143280 h 14256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3840" cy="39672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396720"/>
                <a:gd name="textAreaBottom" fmla="*/ 397440 h 39672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6680" cy="27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4935960" cy="110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7480" cy="582840"/>
            <a:chOff x="522720" y="385200"/>
            <a:chExt cx="1527480" cy="58284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61280" cy="14256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2560"/>
                <a:gd name="textAreaBottom" fmla="*/ 143280 h 14256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3840" cy="39672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396720"/>
                <a:gd name="textAreaBottom" fmla="*/ 397440 h 39672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 hasCustomPrompt="1"/>
          </p:nvPr>
        </p:nvSpPr>
        <p:spPr>
          <a:xfrm>
            <a:off x="5621040" y="1088280"/>
            <a:ext cx="3522240" cy="3825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6680" cy="27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250360"/>
            <a:ext cx="2829600" cy="118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7480" cy="582840"/>
            <a:chOff x="522720" y="385200"/>
            <a:chExt cx="1527480" cy="58284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61280" cy="14256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2560"/>
                <a:gd name="textAreaBottom" fmla="*/ 143280 h 14256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3840" cy="39672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396720"/>
                <a:gd name="textAreaBottom" fmla="*/ 397440 h 39672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 hasCustomPrompt="1"/>
          </p:nvPr>
        </p:nvSpPr>
        <p:spPr>
          <a:xfrm>
            <a:off x="3546000" y="1088280"/>
            <a:ext cx="5597280" cy="3825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6680" cy="27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3818520"/>
            <a:ext cx="5772960" cy="5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7480" cy="582840"/>
            <a:chOff x="522720" y="385200"/>
            <a:chExt cx="1527480" cy="58284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61280" cy="142560"/>
            </a:xfrm>
            <a:custGeom>
              <a:avLst/>
              <a:gdLst>
                <a:gd name="textAreaLeft" fmla="*/ 0 w 161280"/>
                <a:gd name="textAreaRight" fmla="*/ 162000 w 161280"/>
                <a:gd name="textAreaTop" fmla="*/ 0 h 142560"/>
                <a:gd name="textAreaBottom" fmla="*/ 143280 h 14256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3840" cy="39672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396720"/>
                <a:gd name="textAreaBottom" fmla="*/ 397440 h 39672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3840" cy="513000"/>
            </a:xfrm>
            <a:custGeom>
              <a:avLst/>
              <a:gdLst>
                <a:gd name="textAreaLeft" fmla="*/ 0 w 393840"/>
                <a:gd name="textAreaRight" fmla="*/ 394560 w 393840"/>
                <a:gd name="textAreaTop" fmla="*/ 0 h 513000"/>
                <a:gd name="textAreaBottom" fmla="*/ 513720 h 51300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6677640" cy="2395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 hasCustomPrompt="1"/>
          </p:nvPr>
        </p:nvSpPr>
        <p:spPr>
          <a:xfrm>
            <a:off x="6741000" y="1422360"/>
            <a:ext cx="2402280" cy="2395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99" name="Gruppieren 52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300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2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03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304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305" name="Freihandform: Form 35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Freihandform: Form 36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Freihandform: Form 37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Freihandform: Form 38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Freihandform: Form 39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Freihandform: Form 40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1" name="Freihandform: Form 17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2" name="Freihandform: Form 18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3" name="Freihandform: Form 19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14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315" name="Freihandform: Form 33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ihandform: Form 34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7" name="Freihandform: Form 21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18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319" name="Freihandform: Form 31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0" name="Freihandform: Form 32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1" name="Freihandform: Form 23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2" name="Freihandform: Form 24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Freihandform: Form 25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4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325" name="Freihandform: Form 27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Freihandform: Form 28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Freihandform: Form 29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Freihandform: Form 30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29" name="Grafik 11"/>
          <p:cNvSpPr/>
          <p:nvPr/>
        </p:nvSpPr>
        <p:spPr>
          <a:xfrm>
            <a:off x="0" y="0"/>
            <a:ext cx="3731400" cy="4914360"/>
          </a:xfrm>
          <a:custGeom>
            <a:avLst/>
            <a:gdLst>
              <a:gd name="textAreaLeft" fmla="*/ 0 w 3731400"/>
              <a:gd name="textAreaRight" fmla="*/ 3732120 w 3731400"/>
              <a:gd name="textAreaTop" fmla="*/ 0 h 4914360"/>
              <a:gd name="textAreaBottom" fmla="*/ 4915080 h 491436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1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EB491F8-F4D1-4C09-8E74-4A70596D14D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title" hasCustomPrompt="1"/>
          </p:nvPr>
        </p:nvSpPr>
        <p:spPr>
          <a:xfrm>
            <a:off x="4464000" y="330840"/>
            <a:ext cx="288864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333" name="Gerader Verbinder 45"/>
          <p:cNvCxnSpPr/>
          <p:nvPr/>
        </p:nvCxnSpPr>
        <p:spPr>
          <a:xfrm>
            <a:off x="4464000" y="974520"/>
            <a:ext cx="289008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334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824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764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337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8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9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0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1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342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343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4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5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7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8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49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0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1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2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353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4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5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6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357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8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9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0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1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2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363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4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67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1F05C44-9DBC-4EB9-9FA0-07C641D1289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451764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372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72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4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37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78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79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380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381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87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8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0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391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2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3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4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395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6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7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8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9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00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401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05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C0CDF57-ACC7-4963-A521-FA59A5817D5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224136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5"/>
          <p:cNvSpPr>
            <a:spLocks noGrp="1"/>
          </p:cNvSpPr>
          <p:nvPr>
            <p:ph type="body" hasCustomPrompt="1"/>
          </p:nvPr>
        </p:nvSpPr>
        <p:spPr>
          <a:xfrm>
            <a:off x="6921000" y="1422360"/>
            <a:ext cx="222228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372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72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3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414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5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6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17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18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419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420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3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4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5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6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7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8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9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430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2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3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434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6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7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8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9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440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1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2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3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4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45" name="Gruppieren 53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446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7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8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9" name="PlaceHolder 1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PlaceHolder 2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CE221E3-86FC-423D-BC2B-16A67980DC9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700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452" name="Gerader Verbinder 46"/>
          <p:cNvCxnSpPr/>
          <p:nvPr/>
        </p:nvCxnSpPr>
        <p:spPr>
          <a:xfrm>
            <a:off x="4625640" y="974520"/>
            <a:ext cx="272844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453" name="PlaceHolder 4"/>
          <p:cNvSpPr>
            <a:spLocks noGrp="1"/>
          </p:cNvSpPr>
          <p:nvPr>
            <p:ph type="body" hasCustomPrompt="1"/>
          </p:nvPr>
        </p:nvSpPr>
        <p:spPr>
          <a:xfrm>
            <a:off x="-6120" y="0"/>
            <a:ext cx="4276440" cy="4914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7080" cy="34869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6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56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457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458" name="Freihandform: Form 68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Freihandform: Form 69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Freihandform: Form 70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Freihandform: Form 71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Freihandform: Form 72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3" name="Freihandform: Form 73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4" name="Freihandform: Form 45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5" name="Freihandform: Form 4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6" name="Freihandform: Form 4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7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468" name="Freihandform: Form 66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9" name="Freihandform: Form 67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0" name="Freihandform: Form 50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1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472" name="Freihandform: Form 6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3" name="Freihandform: Form 6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4" name="Freihandform: Form 52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5" name="Freihandform: Form 5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6" name="Freihandform: Form 5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7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478" name="Freihandform: Form 6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Freihandform: Form 6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0" name="Freihandform: Form 6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1" name="Freihandform: Form 6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2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483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4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5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86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87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488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489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0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1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2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5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6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7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8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499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1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2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503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5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6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7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8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509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13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14" name="Gruppieren 54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51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18" name="PlaceHolder 1"/>
          <p:cNvSpPr>
            <a:spLocks noGrp="1"/>
          </p:cNvSpPr>
          <p:nvPr>
            <p:ph type="ftr" idx="15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 type="sldNum" idx="16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41CCA3C-D9CA-4A70-AE39-081DBBAD52B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700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521" name="Gerader Verbinder 47"/>
          <p:cNvCxnSpPr/>
          <p:nvPr/>
        </p:nvCxnSpPr>
        <p:spPr>
          <a:xfrm>
            <a:off x="4625640" y="974520"/>
            <a:ext cx="272844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522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0"/>
            <a:ext cx="4275360" cy="2430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5"/>
          <p:cNvSpPr>
            <a:spLocks noGrp="1"/>
          </p:cNvSpPr>
          <p:nvPr>
            <p:ph type="body" hasCustomPrompt="1"/>
          </p:nvPr>
        </p:nvSpPr>
        <p:spPr>
          <a:xfrm>
            <a:off x="0" y="2493720"/>
            <a:ext cx="4275360" cy="2420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9600" cy="34869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960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526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527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528" name="Freihandform: Form 69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9" name="Freihandform: Form 70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0" name="Freihandform: Form 71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1" name="Freihandform: Form 72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2" name="Freihandform: Form 73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3" name="Freihandform: Form 74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4" name="Freihandform: Form 45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5" name="Freihandform: Form 46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6" name="Freihandform: Form 49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37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538" name="Freihandform: Form 67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Freihandform: Form 68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0" name="Freihandform: Form 51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1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542" name="Freihandform: Form 65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Freihandform: Form 66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4" name="Freihandform: Form 53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5" name="Freihandform: Form 58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6" name="Freihandform: Form 59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7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548" name="Freihandform: Form 61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Freihandform: Form 62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Freihandform: Form 63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Freihandform: Form 64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2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553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4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5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56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57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558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559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0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1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3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4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5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6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7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8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569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0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1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2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573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5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6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7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8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579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1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2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83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2"/>
          <p:cNvSpPr>
            <a:spLocks noGrp="1"/>
          </p:cNvSpPr>
          <p:nvPr>
            <p:ph type="ftr" idx="17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18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EA23383-BE75-4805-B26B-202323B5899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454392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5"/>
          <p:cNvSpPr>
            <a:spLocks noGrp="1"/>
          </p:cNvSpPr>
          <p:nvPr>
            <p:ph type="body" hasCustomPrompt="1"/>
          </p:nvPr>
        </p:nvSpPr>
        <p:spPr>
          <a:xfrm>
            <a:off x="4599360" y="1422360"/>
            <a:ext cx="454392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0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591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2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3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94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95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596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597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8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0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1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2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3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4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5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06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607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9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10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611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13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4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16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617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8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0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21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 type="ftr" idx="19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20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E2B98A3-8E5F-4B75-8E43-196CC1ED07F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297828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5"/>
          <p:cNvSpPr>
            <a:spLocks noGrp="1"/>
          </p:cNvSpPr>
          <p:nvPr>
            <p:ph type="body" hasCustomPrompt="1"/>
          </p:nvPr>
        </p:nvSpPr>
        <p:spPr>
          <a:xfrm>
            <a:off x="3032640" y="1422360"/>
            <a:ext cx="307836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27" name="PlaceHolder 6"/>
          <p:cNvSpPr>
            <a:spLocks noGrp="1"/>
          </p:cNvSpPr>
          <p:nvPr>
            <p:ph type="body" hasCustomPrompt="1"/>
          </p:nvPr>
        </p:nvSpPr>
        <p:spPr>
          <a:xfrm>
            <a:off x="6165000" y="1422360"/>
            <a:ext cx="297828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28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9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630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1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2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33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34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635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636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8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9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42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3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4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45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646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48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49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650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2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3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4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5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656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9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60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 type="ftr" idx="21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22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668896E-634B-4F5B-AB75-FE49488B6D8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914328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6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667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8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9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70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71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672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673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4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5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6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7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9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0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1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82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683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4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5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86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687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9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0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1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2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693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4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97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2"/>
          <p:cNvSpPr>
            <a:spLocks noGrp="1"/>
          </p:cNvSpPr>
          <p:nvPr>
            <p:ph type="ftr" idx="23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PlaceHolder 3"/>
          <p:cNvSpPr>
            <a:spLocks noGrp="1"/>
          </p:cNvSpPr>
          <p:nvPr>
            <p:ph type="sldNum" idx="24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CF457FC-5753-459B-9FA4-FA7B996A757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2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703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4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5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06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07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708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709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0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1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2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3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15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6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7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18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719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0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21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22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723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4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25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6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7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28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729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2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33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2"/>
          <p:cNvSpPr>
            <a:spLocks noGrp="1"/>
          </p:cNvSpPr>
          <p:nvPr>
            <p:ph type="ftr" idx="25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PlaceHolder 3"/>
          <p:cNvSpPr>
            <a:spLocks noGrp="1"/>
          </p:cNvSpPr>
          <p:nvPr>
            <p:ph type="sldNum" idx="26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9D40734-FFAF-450E-A806-2B414267C69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7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738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9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0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41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42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743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744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5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9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50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1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2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53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754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56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57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758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9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0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1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2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63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764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68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 type="ftr" idx="27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28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D9124E4-96D1-4197-97E7-56D99836759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100360" cy="331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4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77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78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79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780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781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3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4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5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6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87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8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9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90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791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93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94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795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6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97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8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9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00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801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05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1"/>
          <p:cNvSpPr>
            <a:spLocks noGrp="1"/>
          </p:cNvSpPr>
          <p:nvPr>
            <p:ph type="ftr" idx="29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 type="sldNum" idx="30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C7D2BDA-8422-43AA-876D-6485F4DCF53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8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809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0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1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12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13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814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815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6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7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8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21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2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3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24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825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27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28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829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31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2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3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34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835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7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8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39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840" name="Gruppieren 49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841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2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3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9000" cy="91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45" name="Grafik 11"/>
          <p:cNvSpPr/>
          <p:nvPr/>
        </p:nvSpPr>
        <p:spPr>
          <a:xfrm>
            <a:off x="0" y="0"/>
            <a:ext cx="3731400" cy="4914360"/>
          </a:xfrm>
          <a:custGeom>
            <a:avLst/>
            <a:gdLst>
              <a:gd name="textAreaLeft" fmla="*/ 0 w 3731400"/>
              <a:gd name="textAreaRight" fmla="*/ 3732120 w 3731400"/>
              <a:gd name="textAreaTop" fmla="*/ 0 h 4914360"/>
              <a:gd name="textAreaBottom" fmla="*/ 4915080 h 491436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PlaceHolder 2"/>
          <p:cNvSpPr>
            <a:spLocks noGrp="1"/>
          </p:cNvSpPr>
          <p:nvPr>
            <p:ph type="ftr" idx="31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PlaceHolder 3"/>
          <p:cNvSpPr>
            <a:spLocks noGrp="1"/>
          </p:cNvSpPr>
          <p:nvPr>
            <p:ph type="sldNum" idx="32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25A4C5E-470A-4024-8E04-05911118790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848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849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850" name="Freihandform: Form 65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Freihandform: Form 66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2" name="Freihandform: Form 67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Freihandform: Form 68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Freihandform: Form 69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Freihandform: Form 70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6" name="Freihandform: Form 43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7" name="Freihandform: Form 44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8" name="Freihandform: Form 45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9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860" name="Freihandform: Form 63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Freihandform: Form 64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62" name="Freihandform: Form 47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63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864" name="Freihandform: Form 61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5" name="Freihandform: Form 62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66" name="Freihandform: Form 53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7" name="Freihandform: Form 54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8" name="Freihandform: Form 55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69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870" name="Freihandform: Form 57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1" name="Freihandform: Form 58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2" name="Freihandform: Form 59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3" name="Freihandform: Form 60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4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87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78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79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880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881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3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4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5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6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7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8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9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0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891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3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4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895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6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7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8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9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00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901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3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4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05" name="Freihandform: Form 44" hidden="1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906" name="Gruppieren 49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907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8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9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9000" cy="91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11" name="PlaceHolder 2"/>
          <p:cNvSpPr>
            <a:spLocks noGrp="1"/>
          </p:cNvSpPr>
          <p:nvPr>
            <p:ph type="ftr" idx="33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sldNum" idx="34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20B810C-8842-4EBB-B7F7-57F5AA3E805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913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914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915" name="Freihandform: Form 65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Freihandform: Form 66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Freihandform: Form 67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Freihandform: Form 68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ihandform: Form 69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Freihandform: Form 70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1" name="Freihandform: Form 43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2" name="Freihandform: Form 44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3" name="Freihandform: Form 45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4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925" name="Freihandform: Form 63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Freihandform: Form 64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7" name="Freihandform: Form 47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8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929" name="Freihandform: Form 61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Freihandform: Form 62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31" name="Freihandform: Form 53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Freihandform: Form 54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3" name="Freihandform: Form 55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4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935" name="Freihandform: Form 57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Freihandform: Form 58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Freihandform: Form 59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ihandform: Form 60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9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940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1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2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43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44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945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946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7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8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9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0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1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2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3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4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55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956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8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59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960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1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2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3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4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5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966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7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8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9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70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1" name="PlaceHolder 1"/>
          <p:cNvSpPr>
            <a:spLocks noGrp="1"/>
          </p:cNvSpPr>
          <p:nvPr>
            <p:ph type="title" hasCustomPrompt="1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72" name="PlaceHolder 2"/>
          <p:cNvSpPr>
            <a:spLocks noGrp="1"/>
          </p:cNvSpPr>
          <p:nvPr>
            <p:ph type="sldNum" idx="35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19AE510-0BC6-434A-9BBD-6191EBE82CF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PlaceHolder 3"/>
          <p:cNvSpPr>
            <a:spLocks noGrp="1"/>
          </p:cNvSpPr>
          <p:nvPr>
            <p:ph type="ftr" idx="36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PlaceHolder 4"/>
          <p:cNvSpPr>
            <a:spLocks noGrp="1"/>
          </p:cNvSpPr>
          <p:nvPr>
            <p:ph type="body" hasCustomPrompt="1"/>
          </p:nvPr>
        </p:nvSpPr>
        <p:spPr>
          <a:xfrm>
            <a:off x="5488200" y="1422360"/>
            <a:ext cx="365508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5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568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6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977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8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9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80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81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982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983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4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5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6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7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8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89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0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1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92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993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5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96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997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8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9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0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1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2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003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4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5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6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07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0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09" name="PlaceHolder 2"/>
          <p:cNvSpPr>
            <a:spLocks noGrp="1"/>
          </p:cNvSpPr>
          <p:nvPr>
            <p:ph type="sldNum" idx="37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A94134E-3959-49BD-B697-2B4F471015E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PlaceHolder 3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1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012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3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4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15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16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017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018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9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0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1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2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3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24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5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6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27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028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9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0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1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032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4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5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6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7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038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9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0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1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42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4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44" name="PlaceHolder 2"/>
          <p:cNvSpPr>
            <a:spLocks noGrp="1"/>
          </p:cNvSpPr>
          <p:nvPr>
            <p:ph type="ftr" idx="38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PlaceHolder 3"/>
          <p:cNvSpPr>
            <a:spLocks noGrp="1"/>
          </p:cNvSpPr>
          <p:nvPr>
            <p:ph type="sldNum" idx="39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85F553A-529F-4AC3-8BC5-DBBAB69C0A0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10036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47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049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0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1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52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53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054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055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6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7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8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9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0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61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2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3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64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065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6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67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68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069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1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2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3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4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075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6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7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8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79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8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81" name="PlaceHolder 2"/>
          <p:cNvSpPr>
            <a:spLocks noGrp="1"/>
          </p:cNvSpPr>
          <p:nvPr>
            <p:ph type="ftr" idx="40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41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BDF22BC-29B8-4AF6-8F44-8C3DE93B530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920" cy="34236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84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720" cy="34236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5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086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7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8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89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90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091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092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3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4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5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6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7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8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9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0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01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102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3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4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05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106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7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8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9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0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1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112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3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4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5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16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1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18" name="PlaceHolder 2"/>
          <p:cNvSpPr>
            <a:spLocks noGrp="1"/>
          </p:cNvSpPr>
          <p:nvPr>
            <p:ph type="ftr" idx="42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PlaceHolder 3"/>
          <p:cNvSpPr>
            <a:spLocks noGrp="1"/>
          </p:cNvSpPr>
          <p:nvPr>
            <p:ph type="sldNum" idx="43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90DF926-44E6-4C7E-8FA8-822223D9A9D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92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21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624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22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200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23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200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4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125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6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7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28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29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130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131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2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3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4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5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6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37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8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9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40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141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2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3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44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145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6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7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8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9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0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151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2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3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55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5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57" name="PlaceHolder 2"/>
          <p:cNvSpPr>
            <a:spLocks noGrp="1"/>
          </p:cNvSpPr>
          <p:nvPr>
            <p:ph type="sldNum" idx="44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2E1FC37-3CE1-4C31-9E0F-13E64BF54E6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PlaceHolder 3"/>
          <p:cNvSpPr>
            <a:spLocks noGrp="1"/>
          </p:cNvSpPr>
          <p:nvPr>
            <p:ph type="ftr" idx="45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PlaceHolder 4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809964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60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1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162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3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4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65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66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167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168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9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0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1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2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3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74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5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6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7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178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0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1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182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3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4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5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6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7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188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9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0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1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92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94" name="PlaceHolder 2"/>
          <p:cNvSpPr>
            <a:spLocks noGrp="1"/>
          </p:cNvSpPr>
          <p:nvPr>
            <p:ph type="sldNum" idx="46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2A80EF5-B7D6-460E-B4F4-DD5907B90F1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PlaceHolder 3"/>
          <p:cNvSpPr>
            <a:spLocks noGrp="1"/>
          </p:cNvSpPr>
          <p:nvPr>
            <p:ph type="ftr" idx="47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9020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7" name="PlaceHolder 5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530964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9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200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1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2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03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04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205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206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8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2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3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4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15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216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7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8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19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220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1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2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3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4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5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226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7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30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2" name="PlaceHolder 2"/>
          <p:cNvSpPr>
            <a:spLocks noGrp="1"/>
          </p:cNvSpPr>
          <p:nvPr>
            <p:ph type="sldNum" idx="48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1338B3F-EB41-4A95-A29F-52B82638971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PlaceHolder 3"/>
          <p:cNvSpPr>
            <a:spLocks noGrp="1"/>
          </p:cNvSpPr>
          <p:nvPr>
            <p:ph type="ftr" idx="49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9020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5" name="PlaceHolder 5"/>
          <p:cNvSpPr>
            <a:spLocks noGrp="1"/>
          </p:cNvSpPr>
          <p:nvPr>
            <p:ph type="body" hasCustomPrompt="1"/>
          </p:nvPr>
        </p:nvSpPr>
        <p:spPr>
          <a:xfrm>
            <a:off x="3311640" y="1422360"/>
            <a:ext cx="5309640" cy="3491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6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7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238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9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0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1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2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243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244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5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6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7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0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1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2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3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254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5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6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7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258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9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0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1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2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3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264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5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68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6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2"/>
          <p:cNvSpPr>
            <a:spLocks noGrp="1"/>
          </p:cNvSpPr>
          <p:nvPr>
            <p:ph type="ftr" idx="50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sldNum" idx="51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D5F625C-E677-4837-BE3A-FC283DE1DDE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920" cy="1637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3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0920" cy="1637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40920" cy="1637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5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2720" cy="1637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6" name="Gruppieren 6"/>
          <p:cNvGrpSpPr/>
          <p:nvPr/>
        </p:nvGrpSpPr>
        <p:grpSpPr>
          <a:xfrm>
            <a:off x="-5040" y="4950720"/>
            <a:ext cx="9148320" cy="197280"/>
            <a:chOff x="-5040" y="4950720"/>
            <a:chExt cx="9148320" cy="197280"/>
          </a:xfrm>
        </p:grpSpPr>
        <p:sp>
          <p:nvSpPr>
            <p:cNvPr id="1277" name="bk object 18"/>
            <p:cNvSpPr/>
            <p:nvPr/>
          </p:nvSpPr>
          <p:spPr>
            <a:xfrm>
              <a:off x="-5040" y="4950720"/>
              <a:ext cx="484200" cy="197280"/>
            </a:xfrm>
            <a:custGeom>
              <a:avLst/>
              <a:gdLst>
                <a:gd name="textAreaLeft" fmla="*/ 0 w 484200"/>
                <a:gd name="textAreaRight" fmla="*/ 484920 w 48420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8" name="bk object 18"/>
            <p:cNvSpPr/>
            <p:nvPr/>
          </p:nvSpPr>
          <p:spPr>
            <a:xfrm>
              <a:off x="522360" y="4950720"/>
              <a:ext cx="8620920" cy="197280"/>
            </a:xfrm>
            <a:custGeom>
              <a:avLst/>
              <a:gdLst>
                <a:gd name="textAreaLeft" fmla="*/ 0 w 8620920"/>
                <a:gd name="textAreaRight" fmla="*/ 8621640 w 8620920"/>
                <a:gd name="textAreaTop" fmla="*/ 0 h 197280"/>
                <a:gd name="textAreaBottom" fmla="*/ 198000 h 19728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9" name="Holder 3"/>
            <p:cNvSpPr/>
            <p:nvPr/>
          </p:nvSpPr>
          <p:spPr>
            <a:xfrm>
              <a:off x="8194680" y="4966200"/>
              <a:ext cx="448920" cy="16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80" name="Gerader Verbinder 11"/>
          <p:cNvCxnSpPr/>
          <p:nvPr/>
        </p:nvCxnSpPr>
        <p:spPr>
          <a:xfrm>
            <a:off x="521280" y="974520"/>
            <a:ext cx="6832800" cy="72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1" name="Grafik 9"/>
          <p:cNvGrpSpPr/>
          <p:nvPr/>
        </p:nvGrpSpPr>
        <p:grpSpPr>
          <a:xfrm>
            <a:off x="7741440" y="394200"/>
            <a:ext cx="1049400" cy="620280"/>
            <a:chOff x="7741440" y="394200"/>
            <a:chExt cx="1049400" cy="620280"/>
          </a:xfrm>
        </p:grpSpPr>
        <p:grpSp>
          <p:nvGrpSpPr>
            <p:cNvPr id="1282" name="Grafik 9"/>
            <p:cNvGrpSpPr/>
            <p:nvPr/>
          </p:nvGrpSpPr>
          <p:grpSpPr>
            <a:xfrm>
              <a:off x="7741440" y="394200"/>
              <a:ext cx="884160" cy="431640"/>
              <a:chOff x="7741440" y="394200"/>
              <a:chExt cx="884160" cy="431640"/>
            </a:xfrm>
          </p:grpSpPr>
          <p:sp>
            <p:nvSpPr>
              <p:cNvPr id="1283" name="Freihandform: Form 20"/>
              <p:cNvSpPr/>
              <p:nvPr/>
            </p:nvSpPr>
            <p:spPr>
              <a:xfrm>
                <a:off x="8358120" y="480600"/>
                <a:ext cx="267480" cy="26784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267840"/>
                  <a:gd name="textAreaBottom" fmla="*/ 268560 h 26784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4" name="Freihandform: Form 21"/>
              <p:cNvSpPr/>
              <p:nvPr/>
            </p:nvSpPr>
            <p:spPr>
              <a:xfrm>
                <a:off x="774144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Freihandform: Form 22"/>
              <p:cNvSpPr/>
              <p:nvPr/>
            </p:nvSpPr>
            <p:spPr>
              <a:xfrm>
                <a:off x="8050680" y="394200"/>
                <a:ext cx="267480" cy="347760"/>
              </a:xfrm>
              <a:custGeom>
                <a:avLst/>
                <a:gdLst>
                  <a:gd name="textAreaLeft" fmla="*/ 0 w 267480"/>
                  <a:gd name="textAreaRight" fmla="*/ 268200 w 267480"/>
                  <a:gd name="textAreaTop" fmla="*/ 0 h 347760"/>
                  <a:gd name="textAreaBottom" fmla="*/ 348480 h 34776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Freihandform: Form 23"/>
              <p:cNvSpPr/>
              <p:nvPr/>
            </p:nvSpPr>
            <p:spPr>
              <a:xfrm>
                <a:off x="784800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4"/>
              <p:cNvSpPr/>
              <p:nvPr/>
            </p:nvSpPr>
            <p:spPr>
              <a:xfrm>
                <a:off x="795816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Freihandform: Form 25"/>
              <p:cNvSpPr/>
              <p:nvPr/>
            </p:nvSpPr>
            <p:spPr>
              <a:xfrm>
                <a:off x="8212320" y="817560"/>
                <a:ext cx="8280" cy="828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8280"/>
                  <a:gd name="textAreaBottom" fmla="*/ 9000 h 828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4320" tIns="-36000" rIns="432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89" name="Freihandform: Form 26"/>
            <p:cNvSpPr/>
            <p:nvPr/>
          </p:nvSpPr>
          <p:spPr>
            <a:xfrm>
              <a:off x="774144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0" name="Freihandform: Form 27"/>
            <p:cNvSpPr/>
            <p:nvPr/>
          </p:nvSpPr>
          <p:spPr>
            <a:xfrm>
              <a:off x="779976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1" name="Freihandform: Form 28"/>
            <p:cNvSpPr/>
            <p:nvPr/>
          </p:nvSpPr>
          <p:spPr>
            <a:xfrm>
              <a:off x="784908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2" name="Grafik 9"/>
            <p:cNvGrpSpPr/>
            <p:nvPr/>
          </p:nvGrpSpPr>
          <p:grpSpPr>
            <a:xfrm>
              <a:off x="7872120" y="834120"/>
              <a:ext cx="74520" cy="41040"/>
              <a:chOff x="7872120" y="834120"/>
              <a:chExt cx="74520" cy="41040"/>
            </a:xfrm>
          </p:grpSpPr>
          <p:sp>
            <p:nvSpPr>
              <p:cNvPr id="1293" name="Freihandform: Form 30"/>
              <p:cNvSpPr/>
              <p:nvPr/>
            </p:nvSpPr>
            <p:spPr>
              <a:xfrm>
                <a:off x="787212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4" name="Freihandform: Form 31"/>
              <p:cNvSpPr/>
              <p:nvPr/>
            </p:nvSpPr>
            <p:spPr>
              <a:xfrm>
                <a:off x="7922160" y="834120"/>
                <a:ext cx="24480" cy="41040"/>
              </a:xfrm>
              <a:custGeom>
                <a:avLst/>
                <a:gdLst>
                  <a:gd name="textAreaLeft" fmla="*/ 0 w 24480"/>
                  <a:gd name="textAreaRight" fmla="*/ 25200 w 24480"/>
                  <a:gd name="textAreaTop" fmla="*/ 0 h 41040"/>
                  <a:gd name="textAreaBottom" fmla="*/ 41760 h 4104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5" name="Freihandform: Form 32"/>
            <p:cNvSpPr/>
            <p:nvPr/>
          </p:nvSpPr>
          <p:spPr>
            <a:xfrm>
              <a:off x="795924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6" name="Grafik 9"/>
            <p:cNvGrpSpPr/>
            <p:nvPr/>
          </p:nvGrpSpPr>
          <p:grpSpPr>
            <a:xfrm>
              <a:off x="7979760" y="812160"/>
              <a:ext cx="78480" cy="64800"/>
              <a:chOff x="7979760" y="812160"/>
              <a:chExt cx="78480" cy="64800"/>
            </a:xfrm>
          </p:grpSpPr>
          <p:sp>
            <p:nvSpPr>
              <p:cNvPr id="1297" name="Freihandform: Form 34"/>
              <p:cNvSpPr/>
              <p:nvPr/>
            </p:nvSpPr>
            <p:spPr>
              <a:xfrm>
                <a:off x="7979760" y="834120"/>
                <a:ext cx="33840" cy="428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2840"/>
                  <a:gd name="textAreaBottom" fmla="*/ 43560 h 4284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8" name="Freihandform: Form 35"/>
              <p:cNvSpPr/>
              <p:nvPr/>
            </p:nvSpPr>
            <p:spPr>
              <a:xfrm>
                <a:off x="8024400" y="812160"/>
                <a:ext cx="33840" cy="626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62640"/>
                  <a:gd name="textAreaBottom" fmla="*/ 63360 h 6264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9" name="Freihandform: Form 36"/>
            <p:cNvSpPr/>
            <p:nvPr/>
          </p:nvSpPr>
          <p:spPr>
            <a:xfrm>
              <a:off x="8106480" y="817920"/>
              <a:ext cx="42840" cy="57240"/>
            </a:xfrm>
            <a:custGeom>
              <a:avLst/>
              <a:gdLst>
                <a:gd name="textAreaLeft" fmla="*/ 0 w 42840"/>
                <a:gd name="textAreaRight" fmla="*/ 43560 w 42840"/>
                <a:gd name="textAreaTop" fmla="*/ 0 h 57240"/>
                <a:gd name="textAreaBottom" fmla="*/ 57960 h 5724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600" tIns="12960" rIns="2160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0" name="Freihandform: Form 37"/>
            <p:cNvSpPr/>
            <p:nvPr/>
          </p:nvSpPr>
          <p:spPr>
            <a:xfrm>
              <a:off x="8164800" y="834120"/>
              <a:ext cx="35640" cy="42840"/>
            </a:xfrm>
            <a:custGeom>
              <a:avLst/>
              <a:gdLst>
                <a:gd name="textAreaLeft" fmla="*/ 0 w 35640"/>
                <a:gd name="textAreaRight" fmla="*/ 36360 w 35640"/>
                <a:gd name="textAreaTop" fmla="*/ 0 h 42840"/>
                <a:gd name="textAreaBottom" fmla="*/ 43560 h 4284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-1440" rIns="1800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1" name="Freihandform: Form 38"/>
            <p:cNvSpPr/>
            <p:nvPr/>
          </p:nvSpPr>
          <p:spPr>
            <a:xfrm>
              <a:off x="8213400" y="835200"/>
              <a:ext cx="6480" cy="39240"/>
            </a:xfrm>
            <a:custGeom>
              <a:avLst/>
              <a:gdLst>
                <a:gd name="textAreaLeft" fmla="*/ 0 w 6480"/>
                <a:gd name="textAreaRight" fmla="*/ 7200 w 6480"/>
                <a:gd name="textAreaTop" fmla="*/ 0 h 39240"/>
                <a:gd name="textAreaBottom" fmla="*/ 39960 h 3924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2" name="Grafik 9"/>
            <p:cNvGrpSpPr/>
            <p:nvPr/>
          </p:nvGrpSpPr>
          <p:grpSpPr>
            <a:xfrm>
              <a:off x="7741440" y="834120"/>
              <a:ext cx="1049400" cy="180360"/>
              <a:chOff x="7741440" y="834120"/>
              <a:chExt cx="1049400" cy="180360"/>
            </a:xfrm>
          </p:grpSpPr>
          <p:sp>
            <p:nvSpPr>
              <p:cNvPr id="1303" name="Freihandform: Form 40"/>
              <p:cNvSpPr/>
              <p:nvPr/>
            </p:nvSpPr>
            <p:spPr>
              <a:xfrm>
                <a:off x="8236440" y="834120"/>
                <a:ext cx="33840" cy="41040"/>
              </a:xfrm>
              <a:custGeom>
                <a:avLst/>
                <a:gdLst>
                  <a:gd name="textAreaLeft" fmla="*/ 0 w 33840"/>
                  <a:gd name="textAreaRight" fmla="*/ 34560 w 33840"/>
                  <a:gd name="textAreaTop" fmla="*/ 0 h 41040"/>
                  <a:gd name="textAreaBottom" fmla="*/ 41760 h 4104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4" name="Freihandform: Form 41"/>
              <p:cNvSpPr/>
              <p:nvPr/>
            </p:nvSpPr>
            <p:spPr>
              <a:xfrm>
                <a:off x="8284680" y="834120"/>
                <a:ext cx="35640" cy="42840"/>
              </a:xfrm>
              <a:custGeom>
                <a:avLst/>
                <a:gdLst>
                  <a:gd name="textAreaLeft" fmla="*/ 0 w 35640"/>
                  <a:gd name="textAreaRight" fmla="*/ 36360 w 35640"/>
                  <a:gd name="textAreaTop" fmla="*/ 0 h 42840"/>
                  <a:gd name="textAreaBottom" fmla="*/ 43560 h 4284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8000" tIns="-1440" rIns="1800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Freihandform: Form 42"/>
              <p:cNvSpPr/>
              <p:nvPr/>
            </p:nvSpPr>
            <p:spPr>
              <a:xfrm>
                <a:off x="7741440" y="914040"/>
                <a:ext cx="883800" cy="62640"/>
              </a:xfrm>
              <a:custGeom>
                <a:avLst/>
                <a:gdLst>
                  <a:gd name="textAreaLeft" fmla="*/ 0 w 883800"/>
                  <a:gd name="textAreaRight" fmla="*/ 884520 w 883800"/>
                  <a:gd name="textAreaTop" fmla="*/ 0 h 62640"/>
                  <a:gd name="textAreaBottom" fmla="*/ 63360 h 6264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6" name="Freihandform: Form 43"/>
              <p:cNvSpPr/>
              <p:nvPr/>
            </p:nvSpPr>
            <p:spPr>
              <a:xfrm>
                <a:off x="8677440" y="915480"/>
                <a:ext cx="113400" cy="99000"/>
              </a:xfrm>
              <a:custGeom>
                <a:avLst/>
                <a:gdLst>
                  <a:gd name="textAreaLeft" fmla="*/ 0 w 113400"/>
                  <a:gd name="textAreaRight" fmla="*/ 114120 w 113400"/>
                  <a:gd name="textAreaTop" fmla="*/ 0 h 99000"/>
                  <a:gd name="textAreaBottom" fmla="*/ 99720 h 9900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880" tIns="45000" rIns="5688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07" name="Freihandform: Form 44"/>
          <p:cNvSpPr/>
          <p:nvPr/>
        </p:nvSpPr>
        <p:spPr>
          <a:xfrm>
            <a:off x="-5040" y="407880"/>
            <a:ext cx="336600" cy="294120"/>
          </a:xfrm>
          <a:custGeom>
            <a:avLst/>
            <a:gdLst>
              <a:gd name="textAreaLeft" fmla="*/ 0 w 336600"/>
              <a:gd name="textAreaRight" fmla="*/ 337320 w 336600"/>
              <a:gd name="textAreaTop" fmla="*/ 0 h 294120"/>
              <a:gd name="textAreaBottom" fmla="*/ 294840 h 29412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0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2"/>
          <p:cNvSpPr>
            <a:spLocks noGrp="1"/>
          </p:cNvSpPr>
          <p:nvPr>
            <p:ph type="ftr" idx="52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PlaceHolder 3"/>
          <p:cNvSpPr>
            <a:spLocks noGrp="1"/>
          </p:cNvSpPr>
          <p:nvPr>
            <p:ph type="sldNum" idx="53"/>
          </p:nvPr>
        </p:nvSpPr>
        <p:spPr>
          <a:xfrm>
            <a:off x="35640" y="4975560"/>
            <a:ext cx="33660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3039DEC-EC8C-4116-8103-FAD7F4A4B2E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92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720" cy="34916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360" cy="32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2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5165640" cy="106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OS Development</a:t>
            </a:r>
            <a:br>
              <a:rPr sz="3600"/>
            </a:br>
            <a:br>
              <a:rPr sz="36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Coroutines and Threads</a:t>
            </a:r>
            <a:endParaRPr lang="de-DE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400280" cy="6040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br>
              <a:rPr sz="1600"/>
            </a:b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3" name="PlaceHolder 2"/>
          <p:cNvSpPr>
            <a:spLocks noGrp="1"/>
          </p:cNvSpPr>
          <p:nvPr>
            <p:ph type="ftr" idx="57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 Coroutines and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Motivation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Virtual Parallelism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Coroutines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"/>
          <p:cNvSpPr/>
          <p:nvPr/>
        </p:nvSpPr>
        <p:spPr>
          <a:xfrm>
            <a:off x="372960" y="1146240"/>
            <a:ext cx="2398320" cy="4201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F0B75D03-FC4F-47D6-AF8A-A01367F65AA3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Motivation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2"/>
          <p:cNvSpPr>
            <a:spLocks noGrp="1"/>
          </p:cNvSpPr>
          <p:nvPr>
            <p:ph type="ftr" idx="58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5.1 Motivation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want to execute functions in parallel (asynchronous)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Example: Receive network message, or read data from a hard disk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9154760F-9145-4194-8D85-D7F5699CEBBF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2"/>
          <p:cNvSpPr>
            <a:spLocks noGrp="1"/>
          </p:cNvSpPr>
          <p:nvPr>
            <p:ph type="ftr" idx="59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 Coroutines and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Motivation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Virtual Parallelism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Coroutines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2" name="Rounded Rectangle 2"/>
          <p:cNvSpPr/>
          <p:nvPr/>
        </p:nvSpPr>
        <p:spPr>
          <a:xfrm>
            <a:off x="372960" y="1722240"/>
            <a:ext cx="2398320" cy="4201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007BA2DA-C9F4-406F-806E-D49DBAE3056C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Virtual Parallelism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4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Given: Functions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f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and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Goal: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f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and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g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should run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interlaced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35" name="Bild 1"/>
          <p:cNvPicPr/>
          <p:nvPr/>
        </p:nvPicPr>
        <p:blipFill>
          <a:blip r:embed="rId1"/>
          <a:stretch/>
        </p:blipFill>
        <p:spPr>
          <a:xfrm>
            <a:off x="1547640" y="1958400"/>
            <a:ext cx="5934600" cy="283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6" name="Fußzeilenplatzhalter 1"/>
          <p:cNvSpPr/>
          <p:nvPr/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5.2 Virtual Parallelism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CBE59625-E8FE-4FE1-A996-2CAB5E154138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Virtual Parallelism: Experiment 1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38" name="Bild 2"/>
          <p:cNvPicPr/>
          <p:nvPr/>
        </p:nvPicPr>
        <p:blipFill>
          <a:blip r:embed="rId1"/>
          <a:srcRect l="0" t="4012" r="0" b="0"/>
          <a:stretch/>
        </p:blipFill>
        <p:spPr>
          <a:xfrm>
            <a:off x="1115640" y="1062720"/>
            <a:ext cx="6490080" cy="384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9" name="Fußzeilenplatzhalter 2"/>
          <p:cNvSpPr/>
          <p:nvPr/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5.2 Virtual Parallelism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0" name=""/>
          <p:cNvSpPr/>
          <p:nvPr/>
        </p:nvSpPr>
        <p:spPr>
          <a:xfrm>
            <a:off x="1440000" y="4140000"/>
            <a:ext cx="2519640" cy="769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"/>
          <p:cNvSpPr/>
          <p:nvPr/>
        </p:nvSpPr>
        <p:spPr>
          <a:xfrm>
            <a:off x="1440000" y="4140000"/>
            <a:ext cx="2519640" cy="76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Obviously does not work...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17DAE0E5-F08F-42AE-92AF-CDD17114909A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Virtual Parallelism: Experiment 2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43" name="Bild 3"/>
          <p:cNvPicPr/>
          <p:nvPr/>
        </p:nvPicPr>
        <p:blipFill>
          <a:blip r:embed="rId1"/>
          <a:stretch/>
        </p:blipFill>
        <p:spPr>
          <a:xfrm>
            <a:off x="1200240" y="1050120"/>
            <a:ext cx="6169680" cy="382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4" name="Fußzeilenplatzhalter 3"/>
          <p:cNvSpPr/>
          <p:nvPr/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5.2 Virtual Parallelism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"/>
          <p:cNvSpPr/>
          <p:nvPr/>
        </p:nvSpPr>
        <p:spPr>
          <a:xfrm>
            <a:off x="1440000" y="4140000"/>
            <a:ext cx="2519640" cy="769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1440000" y="4140000"/>
            <a:ext cx="2519640" cy="76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work either...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3C1A23D6-D7C9-44B1-813C-CFC032A4EC8E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Virtual Parallelism: Experiment 3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48" name="Bild 4"/>
          <p:cNvPicPr/>
          <p:nvPr/>
        </p:nvPicPr>
        <p:blipFill>
          <a:blip r:embed="rId1"/>
          <a:srcRect l="0" t="1592" r="0" b="0"/>
          <a:stretch/>
        </p:blipFill>
        <p:spPr>
          <a:xfrm>
            <a:off x="1426320" y="1062720"/>
            <a:ext cx="629064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9" name="Fußzeilenplatzhalter 4"/>
          <p:cNvSpPr/>
          <p:nvPr/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5.2 Virtual Parallelism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1440000" y="4140000"/>
            <a:ext cx="2519640" cy="769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"/>
          <p:cNvSpPr/>
          <p:nvPr/>
        </p:nvSpPr>
        <p:spPr>
          <a:xfrm>
            <a:off x="1440000" y="4140000"/>
            <a:ext cx="2519640" cy="76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work at all!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BAC6F5FC-F280-42B2-9DD2-1D90761EDF5D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Virtual Parallelism: Experiment 4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53" name="Bild 5"/>
          <p:cNvPicPr/>
          <p:nvPr/>
        </p:nvPicPr>
        <p:blipFill>
          <a:blip r:embed="rId1"/>
          <a:stretch/>
        </p:blipFill>
        <p:spPr>
          <a:xfrm>
            <a:off x="1187640" y="1046160"/>
            <a:ext cx="6570000" cy="383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4" name="Fußzeilenplatzhalter 5"/>
          <p:cNvSpPr/>
          <p:nvPr/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5.2 Virtual Parallelism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3636000" y="2470320"/>
            <a:ext cx="1439640" cy="769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"/>
          <p:cNvSpPr/>
          <p:nvPr/>
        </p:nvSpPr>
        <p:spPr>
          <a:xfrm>
            <a:off x="3636000" y="2470320"/>
            <a:ext cx="1439640" cy="76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works!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3600000" y="1440000"/>
            <a:ext cx="1439640" cy="719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98B407FA-B439-4987-AD5D-E942A0FC14F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First Conclusion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9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29800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parallelism cannot be achieved using function calls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Simple function calls (experiment 1 and 2) → Always execute the function fully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Recursive function calls (experiment 3) → Same, leading to endless recursion and stack overflow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Functions must be able to be exited and continued during execution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Somewhat like in experiment 4...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Instruction pointer stored in global variables and resumed using 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goto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...but without the involved problems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Direct jumps out of and into functions are undefind behaviour in C! (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goto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with pointers is a GCC feature)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Function state does not only consist of the instruction pointer – What about CPU registers and stack?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60" name="Fußzeilenplatzhalter 6"/>
          <p:cNvSpPr/>
          <p:nvPr/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5.2 Virtual Parallelism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CDC26F61-2846-4CC3-9169-BDFA04075628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2" name="PlaceHolder 2"/>
          <p:cNvSpPr>
            <a:spLocks noGrp="1"/>
          </p:cNvSpPr>
          <p:nvPr>
            <p:ph type="ftr" idx="60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 Coroutines and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Motivation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Virtual Parallelism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Coroutines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64" name="Rounded Rectangle 2"/>
          <p:cNvSpPr/>
          <p:nvPr/>
        </p:nvSpPr>
        <p:spPr>
          <a:xfrm>
            <a:off x="372960" y="2359080"/>
            <a:ext cx="2398320" cy="4201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8A525844-AA99-4F69-A24F-8128A06EB823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Definitions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2"/>
          <p:cNvSpPr>
            <a:spLocks noGrp="1"/>
          </p:cNvSpPr>
          <p:nvPr>
            <p:ph type="ftr" idx="61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5.3 Coroutines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1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Coroutine: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Function that can be interrupted and continued at a later point in time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coroutine has its own register set and stack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Similar to a thread, but not known to scheduler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concept of coroutines comes from programming languages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E.g., Kotlin, Rust, Python, Simula-67, …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D28A9CA1-D8CE-4CF5-80D1-A9B9D3AFD00C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Sequential execution of Coroutines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2"/>
          <p:cNvSpPr>
            <a:spLocks noGrp="1"/>
          </p:cNvSpPr>
          <p:nvPr>
            <p:ph type="ftr" idx="62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5.3 Coroutines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29836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Coroutines are executed in sequence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State of each coroutine is conserved across entry/exit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coroutines have equal rights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Order of execution is determined by the coroutines themselves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Either static (HeineOS)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 dynamic (active coroutine decides which one is next)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Order of execution is programmed, contrary to a dynamic schedule (determined by a scheduler)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933D91AE-3E0E-40E8-BE67-031AE88AAF6E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Coroutines in HeineOS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2"/>
          <p:cNvSpPr>
            <a:spLocks noGrp="1"/>
          </p:cNvSpPr>
          <p:nvPr>
            <p:ph type="ftr" idx="63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5.3 Coroutines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29836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implement a static schedule → Coroutines are linked in a cycle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coroutines simply calls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switch()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to switch to next coroutine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implement coroutines as a preliminary stage for cooperative/preemptive 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74" name=""/>
          <p:cNvPicPr/>
          <p:nvPr/>
        </p:nvPicPr>
        <p:blipFill>
          <a:blip r:embed="rId1"/>
          <a:stretch/>
        </p:blipFill>
        <p:spPr>
          <a:xfrm>
            <a:off x="1353240" y="1838520"/>
            <a:ext cx="5739120" cy="20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0167F56E-A28F-4CC9-9365-98BC1BE0E889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6" name="PlaceHolder 2"/>
          <p:cNvSpPr>
            <a:spLocks noGrp="1"/>
          </p:cNvSpPr>
          <p:nvPr>
            <p:ph type="ftr" idx="64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 Coroutines and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Motivation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Virtual Parallelism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Coroutines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78" name="Rounded Rectangle 2"/>
          <p:cNvSpPr/>
          <p:nvPr/>
        </p:nvSpPr>
        <p:spPr>
          <a:xfrm>
            <a:off x="372960" y="2935080"/>
            <a:ext cx="2398320" cy="4201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C68AA877-7AF3-4B2E-9437-C3D0F920AD3E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Threads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0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15436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 thread is a coroutine, which is known to the scheduler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Scheduler manages threads and decides, when each thread may run (see next chapter)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thread belongs to a process (address space)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HeineOS only has one process (Kernel) → Only one address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Concept origins: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Multithreading is historically (rather) an operating system feature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Coroutines are historically (rather) a programming language feature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4"/>
          <p:cNvSpPr txBox="1"/>
          <p:nvPr/>
        </p:nvSpPr>
        <p:spPr>
          <a:xfrm>
            <a:off x="628920" y="497592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5.4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1DE54F09-58A9-4DBE-8734-67A434E5B6C8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Lightweight Threads / Fibers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3" name="PlaceHolder 2"/>
          <p:cNvSpPr>
            <a:spLocks noGrp="1"/>
          </p:cNvSpPr>
          <p:nvPr>
            <p:ph type="ftr" idx="65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5.4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 programming languages support corotines through the compiler, combined with runtime function to enable asynchronous programming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Primary use: Blocking I/O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When a call blocks, the CPU is implicitly handed off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 executor is responsible for switching to the next coroutine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Coroutines are not statically linked in this case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Rust: async &amp; await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Java: Project Loom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F29A945F-A3F5-41FF-BA2C-98DE301A41A8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6" name="PlaceHolder 2"/>
          <p:cNvSpPr>
            <a:spLocks noGrp="1"/>
          </p:cNvSpPr>
          <p:nvPr>
            <p:ph type="ftr" idx="66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 Corutines and Threads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Motivation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Virtual Parallelism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Coroutines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8" name="Rounded Rectangle 2"/>
          <p:cNvSpPr/>
          <p:nvPr/>
        </p:nvSpPr>
        <p:spPr>
          <a:xfrm>
            <a:off x="372960" y="3522240"/>
            <a:ext cx="2398320" cy="42012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8DF45997-E44E-4C24-B851-7131E304CCC8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960" cy="45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Summary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2"/>
          <p:cNvSpPr>
            <a:spLocks noGrp="1"/>
          </p:cNvSpPr>
          <p:nvPr>
            <p:ph type="ftr" idx="67"/>
          </p:nvPr>
        </p:nvSpPr>
        <p:spPr>
          <a:xfrm>
            <a:off x="628560" y="4975560"/>
            <a:ext cx="7129080" cy="1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5.5 Summary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5680" cy="370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Coroutines are functions, that can be interrupted in their execution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Similar to a thread, but not known to the operating system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Threads are coroutines, that are managed by the operating system’s scheduler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implement coroutines as a preliminary stage to our cooperative/preemptive threads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6037B5D4-930B-4A71-8DCA-86175F0EB744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87675</TotalTime>
  <Application>LibreOffice/26.2.3.2$Linux_X86_64 LibreOffice_project/7d74455cffae7a589951233f185ae0303c082020</Application>
  <AppVersion>15.0000</AppVersion>
  <Words>653</Words>
  <Paragraphs>168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dcterms:modified xsi:type="dcterms:W3CDTF">2026-05-19T11:44:22Z</dcterms:modified>
  <cp:revision>1709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Custom</vt:lpwstr>
  </property>
  <property fmtid="{D5CDD505-2E9C-101B-9397-08002B2CF9AE}" pid="4" name="Slides">
    <vt:i4>19</vt:i4>
  </property>
</Properties>
</file>